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325" r:id="rId5"/>
    <p:sldId id="314" r:id="rId6"/>
    <p:sldId id="261" r:id="rId7"/>
    <p:sldId id="262" r:id="rId8"/>
    <p:sldId id="263" r:id="rId9"/>
    <p:sldId id="260" r:id="rId10"/>
    <p:sldId id="258" r:id="rId11"/>
    <p:sldId id="264" r:id="rId12"/>
    <p:sldId id="267" r:id="rId13"/>
    <p:sldId id="290" r:id="rId14"/>
    <p:sldId id="268" r:id="rId15"/>
    <p:sldId id="270" r:id="rId16"/>
    <p:sldId id="269" r:id="rId17"/>
    <p:sldId id="271" r:id="rId18"/>
    <p:sldId id="272" r:id="rId19"/>
    <p:sldId id="278" r:id="rId20"/>
    <p:sldId id="279" r:id="rId21"/>
    <p:sldId id="275" r:id="rId22"/>
    <p:sldId id="280" r:id="rId23"/>
    <p:sldId id="276" r:id="rId24"/>
    <p:sldId id="266" r:id="rId25"/>
    <p:sldId id="277" r:id="rId26"/>
    <p:sldId id="292" r:id="rId27"/>
    <p:sldId id="293" r:id="rId28"/>
    <p:sldId id="294" r:id="rId29"/>
    <p:sldId id="295" r:id="rId30"/>
    <p:sldId id="326" r:id="rId31"/>
    <p:sldId id="291" r:id="rId32"/>
    <p:sldId id="296" r:id="rId33"/>
    <p:sldId id="315" r:id="rId34"/>
    <p:sldId id="323" r:id="rId35"/>
    <p:sldId id="316" r:id="rId36"/>
    <p:sldId id="317" r:id="rId37"/>
    <p:sldId id="283" r:id="rId38"/>
    <p:sldId id="281" r:id="rId39"/>
    <p:sldId id="282" r:id="rId40"/>
    <p:sldId id="308" r:id="rId41"/>
    <p:sldId id="327" r:id="rId42"/>
    <p:sldId id="300" r:id="rId43"/>
    <p:sldId id="309" r:id="rId44"/>
    <p:sldId id="301" r:id="rId45"/>
    <p:sldId id="311" r:id="rId46"/>
    <p:sldId id="312" r:id="rId47"/>
    <p:sldId id="313" r:id="rId48"/>
    <p:sldId id="306" r:id="rId49"/>
    <p:sldId id="310" r:id="rId50"/>
    <p:sldId id="307" r:id="rId51"/>
    <p:sldId id="303" r:id="rId52"/>
    <p:sldId id="305" r:id="rId53"/>
    <p:sldId id="304" r:id="rId54"/>
    <p:sldId id="284" r:id="rId55"/>
    <p:sldId id="285" r:id="rId56"/>
    <p:sldId id="299" r:id="rId57"/>
    <p:sldId id="302" r:id="rId58"/>
    <p:sldId id="286" r:id="rId59"/>
    <p:sldId id="287" r:id="rId60"/>
    <p:sldId id="288" r:id="rId61"/>
    <p:sldId id="321" r:id="rId62"/>
    <p:sldId id="322" r:id="rId63"/>
    <p:sldId id="297" r:id="rId64"/>
    <p:sldId id="320" r:id="rId65"/>
    <p:sldId id="319" r:id="rId66"/>
    <p:sldId id="298" r:id="rId67"/>
    <p:sldId id="289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8" autoAdjust="0"/>
    <p:restoredTop sz="94660"/>
  </p:normalViewPr>
  <p:slideViewPr>
    <p:cSldViewPr snapToGrid="0">
      <p:cViewPr varScale="1">
        <p:scale>
          <a:sx n="84" d="100"/>
          <a:sy n="84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5T08:01:44.3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28793 11667,'0'-4,"-6"-4,-6 1,-6 2,-7 0,-8 7,-2 2,-5 7,0 3,-5 8,-1 4,2 7,4 0,7 3,10-2,1 0,8-2,10 2,4-1,9-1,8 2,6-1,10-6,3-2,8-4,0-6,6-2,2-7,2-4,-3-6,-5-6,-4-8,-8-7,-5-4,-6-3,-5-5,-3 1,-5-2,-6 3,-4-1,-3 1,-3 4,-2-1,-5 3,-3-1,16 30,-20-25,-4 1,24 24,-27-23,-2 7,3 5,1 7,0 3,2 6,23-5,-21 11</inkml:trace>
  <inkml:trace contextRef="#ctx0" brushRef="#br0" timeOffset="532.0177">29749 11800,'0'1,"-6"4,-10-2,-9 6,-8 1,-8-1,-3 6,-4-5,-2 6,7-1,5-1,6 0,9 2,9 1,5 0,11 3,11 2,4-1,9 4,9-4,7 4,4 3,5 1,4 5,-1 0,-1-1,1-2,-7-2,-6-5,-9-6,-32-18,29 16,-29-16,18 15,-18-15,17 9,-17-9,11 10,-11-10,7 8,-5 1,-8-6,-8-11</inkml:trace>
  <inkml:trace contextRef="#ctx0" brushRef="#br0" timeOffset="1235.005">29321 12248,'0'0,"-4"2,4-2,-4-3,4 3,-3 0,2 6,6 4,5 8,5 2,7 5,2 4,8 2,4 3,5 2,-1 2,6-1,-3-4,-1-1,-2-6,-40-26,32 21,-8-5,-24-16,21 13,-21-13,13 7,-13-7,12 4,-12-4,4 3,-2-3,-11-3,-3-11,2-5</inkml:trace>
  <inkml:trace contextRef="#ctx0" brushRef="#br0" timeOffset="1893.5666">30844 11979,'0'0,"0"-4,0 4,-2-8,-1-2,-8-3,-12 3,-7 2,-5 3,-5 5,-2 5,1 5,5 4,3 3,8 2,2 1,9 1,-1 0,13 1,5 0,8 1,6 0,8 1,0 1,8-5,4 1,5 1,-2-1,2-3,-7-2,-35-16,30 18,-30-18,24 14,-24-14,16 16,-10 2,-9 0,-3 0,-10-5,16-13,-22 12,-6-6,-11-7,-4-7,-9-5,-4-9,9-9</inkml:trace>
  <inkml:trace contextRef="#ctx0" brushRef="#br0" timeOffset="2315.3308">31799 12148,'-8'-3,"-13"-5,-9 3,-16 2,-9 1,-8 7,0 1,2 4,11 3,50-13,-41 14,17 1,14 7,15 2,12 6,15 8,14 2,14 3,6 7,5 4,-2 1,-7-1,-7-7,-55-47,46 39,-16-7,-30-32,21 26,-15-6,-16-5,-11-10,-6-10,-6-4</inkml:trace>
  <inkml:trace contextRef="#ctx0" brushRef="#br0" timeOffset="2518.4081">31243 12524,'2'2,"3"6,4 6,9 7,9 6,12 9,8 3,10 5,2 3,3 2,-4-6,-6-14,-9-12</inkml:trace>
  <inkml:trace contextRef="#ctx0" brushRef="#br0" timeOffset="3158.8841">32779 12343,'-1'-16,"-3"-6,0 1,-9-3,-5 0,-5 1,-9 5,0 4,-4 4,-1 7,-3 7,-2 6,4 6,3 3,2 7,4 2,7 2,6 2,6 2,6 0,8 0,6-3,4-3,8-3,-2-5,9-6,-1-9,1-5,-3-7,5-1,-9-9,2-2,-3-8,2-6,-5 0,3-1,-5 3,-16 31,12-27,-12 27,10-27,-10 27,8-23,-8 23,2-18,-1 10,-2 10,-5 10,-6 7,3 13,-2 7,-6 8,0 11,5 4,-1 8,1 9,4-2,3-4,-1-2,0-5,-3-8,2-8,-2-8,-3-5,3-8,-2-5,11-24,-17 17</inkml:trace>
  <inkml:trace contextRef="#ctx0" brushRef="#br0" timeOffset="4777.5808">31730 13599,'0'0,"4"-1,-4 1,4-2,-1 4,-6 7,-1 5,3 8,-1 4,-1 3,3 2,-3-3,3-28,-4 28,4-28,-3 23,3-23,-6 19,6-19,-5 14,5-14,-6 6,6-7,2-13,2-6,1-3,4-5,1-3,5 4,1-3,7 7,-4 2,-19 21,22-13,-22 13,22-8,2 8,-1 8,-4 9,-19-17,18 19,-7 5,-1 8,-4 2,-3 1,-1 1,-2-36,4 33,-4-33</inkml:trace>
  <inkml:trace contextRef="#ctx0" brushRef="#br0" timeOffset="4949.4046">32162 13849,'13'0,"9"5,6 7,-28-12,39 14,1 2</inkml:trace>
  <inkml:trace contextRef="#ctx0" brushRef="#br0" timeOffset="5607.6264">32511 13826,'-3'17,"2"8,1-25,-2 26,2 3,0-29,-1 29,1-29,-3 23,3-23,-5 14,2-6,3-8,0-3,2-9,5-5,6 2,-13 15,15-17,3 3,5 1,2 5,-25 8,20 1,2 6,1 8,-4 4,-19-19,18 22,-18-22,12 21,-12-21,7 21,-7-21,0 19,0-19,-5 9,5-9,-5 5,3-9,5-6,-3 10,9-12,5-3,9-3,0 6,3 4,-2 8,0 4,-5 6,0 6,-5 8,-2 0,-8 7,-2 3,-8 3,-9-4,-7 3,-4-5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2T09:08:45.89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26430 7130,'0'0,"0"0,-6-3,-10 3,-10 4,-10 5,-12 5,-6 7,-5 7,3 5,5 10,6-1,6 5,13 2,3-1,23-48,-7 45,11-3,14-5,4-10,12-11,4-7,3-8,1-7,-3-8,-4-7,-3-8,-1-4,-3-4,-5-8,-3-2,-4 1,-7 0,-3 2,-1 6,-5 38,-2-30,2 30,-5-27,5 27,-7-19,1 12,-2 13,0 10,1 8,2 9,4 2,2 2,3-2,3-3,3-1,-2-3,6-1,-1-1,1-2,3 1,-2-3,5-2,1-1,3 2,5 0,3-4,-2 0,1-4,-31-13,28 18,-28-18,23 9,-4-3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2T09:14:04.93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18538 4474,'0'0,"0"0,-4-5,4 5,-4-8,4 8,-2-6,2 6,-2-3,2 4,5 12,2 3,-3 11,1 5,-1 2,-1 1,2 7,1-4,-1-1,1-4,-6-33,5 33,-1-5,-4-28,5 29,-5-29,2 22,-2-22,2 15,-2-7,-4-11,-5-12,-5-9,1-9,3-13,-2-4,-1-4,2-2,1 3,0 5,5 5,8 3,2 5,5 3,-10 32,14-29,4 5,8 4,-26 20,29-11,3 5,-1 9,-6 7,-3 4,-7 7,-5 4,-7 0,-5 7,2-32,-5 29,-1 0,-5 4,-2-4,-5-3,1 2,-4-6,-3-4,24-18,-19 18,19-18,-22 10</inkml:trace>
  <inkml:trace contextRef="#ctx0" brushRef="#br0" timeOffset="282.7797">18930 4627,'0'0,"0"0,0 0,0 0,0 0,0 0,0 0,0 0,0 0,1-2,-1 2,-1-8,1 8,0-10,0 10,1-8,-1 8</inkml:trace>
  <inkml:trace contextRef="#ctx0" brushRef="#br0" timeOffset="914.7609">19229 4724,'0'0,"0"0,0 0,0 0,2 0,6-4,5-9,7-5,-4-7,5-4,-4-4,-5-10,-4-6,-5-3,-1 1,-2-4,-2 10,2 45,-2-43,2 43,-5-32,5 32,-7-29,7 29,-8-17,0 13,-2 18,1 15,1 10,0 10,7 1,4-3,9-3,-1-3,6-5,3-14,4-2,2-5,3-6,-3-6,0-6,3-6,0-7,-3-4,2-6,-8-6,-4-1,-16 33,11-31,-11 31,8-27,-8 27,2-24,-4 9,-3 15,-6 13,1 6,0 10,0 6,6 2,5 0,10-4,0 2,8-7,8-6,6-6,9-10,-3-11,-2-7</inkml:trace>
  <inkml:trace contextRef="#ctx0" brushRef="#br0" timeOffset="1716.1478">19926 4414,'0'0,"0"0,2 2,1 3,3 8,4 2,-1 6,0 4,3-2,-12-23,10 23,-10-23,5 21,-5-21,4 14,-2-8,-4-9,1-10,2-5,-3-8,4-1,6-5,-8 32,8-28,-8 28,14-24,3 5,-17 19,22-10,-4 13,4 11,-5 8,2 5,-7 7,-2-3,2-1,-12-30,16 24,1-11,10-13,4-13,-31 13,38-15,-6-10,10-10,-5 0,-37 35,29-38,-29 38,26-33,-26 33,19-23,-19 23,9-13,-11 12,-10 19,-6 7,0 10,-3-2,21-33,-14 32,7-6,7-26,1 23,-1-23,8 15,2-13,8-13,-2-7,-2-8,-3 0,-5-6,-6 32,8-26,-8 26,4-20,-4 20,4-14,1 14,9 17,2 6,-3 9,4 5,-4 3,1-1,0-1,3-1,-6 0,-1-6,-4 1,-5-2,-4-2,-5-6,-8 2,-12-5,-14-1,-14-5,-4-8</inkml:trace>
  <inkml:trace contextRef="#ctx0" brushRef="#br0" timeOffset="1980.1836">20664 4129,'0'0,"-1"12,4 5,3 16,5 10,-1 8,5 5,1 2,-2 0,2 1,-10-13,-5-10,-1-36</inkml:trace>
  <inkml:trace contextRef="#ctx0" brushRef="#br0" timeOffset="2518.0039">20650 4299,'0'0,"14"-4,11-5,18-4,9-4,3-1,-6-2,-49 20,41-18,-15-1,-26 19,14-23,-11 2,-3 21,-7-23,7 23,-7-12,-1 10,1 20,3 6,1 15,1 3,2 1,-1 1,4-2,2-4,-5-38,4 35,-4-35,4 29,-4-29,6 19,-1-8,-3-13,-1-10,0-10,1-7,5-6,6-5,-1 2,-12 38,18-33,4 9,3 10,0 10,0 8,-1 7,-3 5,3 8,-6 3,-3 5,-4 2,6 1,-17-35,11 33</inkml:trace>
  <inkml:trace contextRef="#ctx0" brushRef="#br0" timeOffset="2687.3266">21542 4359,'0'0,"15"-4,13 1,11-1,20 2,5 5,0 4,-64-7</inkml:trace>
  <inkml:trace contextRef="#ctx0" brushRef="#br0" timeOffset="2890.9103">21581 4535,'0'0,"0"0,11-1,22-4,10-3,14 1,12-1,4-5,-1-5</inkml:trace>
  <inkml:trace contextRef="#ctx0" brushRef="#br0" timeOffset="3507.2961">22294 4363,'0'0,"3"8,0 7,1 15,-1 10,6-2,-9-38,5 37,-5-37,2 32,-2-32,1 22,-1-10,0-12,1 0,-1-12,-1-11,1-5,3-4,0-4,7-1,5 3,2 5,-17 29,22-21,-3 7,-19 14,22-6,2 11,1 14,-6 3,2 7,-4 2,-7-2,-7 0,-3-29,-3 30,-3-7,6-23,-12 17,-1-10,13-7,-7-7,3-7,7-13,8-4,7-4,2-3,7 3,-27 35,28-25,-3 6,3 5,-3 11,-3 6,-4 8,0 9,-2 4,2 6,0 3,-3-2,-2 6,1-5,-14-32,6 28</inkml:trace>
  <inkml:trace contextRef="#ctx0" brushRef="#br0" timeOffset="3692.2952">23183 4509,'0'0,"10"-1,14 2,10 4,14 2,12 2,-1-7,-59-2</inkml:trace>
  <inkml:trace contextRef="#ctx0" brushRef="#br0" timeOffset="3880.7378">23349 4737,'0'0,"16"0,20-2,18-1,13-1,3-7,-4-7,-7-8</inkml:trace>
  <inkml:trace contextRef="#ctx0" brushRef="#br0" timeOffset="4336.1604">24025 4458,'0'0,"0"0,0 0,0 0,0 9,-3 8,-2 6,-2 9,-3 8,1-1,1 2,-1-6,4-5,4-4,12-2,4-7,7-1,9-6,4-7,6-6,0-5,-2-3,-4-5,-4-2,-7-2,-5-1,-19 21,13-21,-8 3,-5 18,3-20,-3 20,-2-12,-5 5,-2 11,0 7,1 9,1 9,-3 9,0 2,4 7,1 6,6-3,-2 2,5-2,-4-50,5 42</inkml:trace>
  <inkml:trace contextRef="#ctx0" brushRef="#br0" timeOffset="4869.9289">23655 4513,'0'0,"0"0,-6-2,-13-2,-4 0,-10 3,-7 4,-8 6,-6 6,-4 4,-5 4,-7 3</inkml:trace>
  <inkml:trace contextRef="#ctx0" brushRef="#br0" timeOffset="8049.0171">28386 8408,'0'0,"0"7,-1 5,2 8,0 7,2 12,1 5,-2 6,1 4,-3 0,6 0,-3-9,1-3,1-5,-1-8,-4-29,4 27,3-2,-7-25,8 20,-8-20,8 14,-2-15,-4-17</inkml:trace>
  <inkml:trace contextRef="#ctx0" brushRef="#br0" timeOffset="8252.7442">28132 8529,'0'0,"0"0,8-5,9-8,14-4,6 0,15 3,5 4,5 4,4 5,0 2</inkml:trace>
  <inkml:trace contextRef="#ctx0" brushRef="#br0" timeOffset="8520.028">28791 8783,'0'0,"0"0,0 0,-1 0,1 0,-2-1,2 1,-1-6,2-4,-1 10,3-19,5 1,-8 18,14-15,-14 15,14-10,-2 14</inkml:trace>
  <inkml:trace contextRef="#ctx0" brushRef="#br0" timeOffset="9116.8837">29011 8907,'0'0,"2"-6,0-7,5-5,8-2,-1-6,5-3,-3-8,3-9,-4-4,0-2,-4-4,-2 6,-6 3,2 7,-2 8,-3 32,1-28,-1 28,1-22,-1 22,-1-16,-3 8,-5 17,-6 14,2 11,1 14,-5 4,10 0,2-3,5-1,4-4,7-10,4-3,6-5,2-7,2-5,6-7,3-7,1-6,1-7,-1-6,-5-5,-4-7,-3-1,-5-2,-18 34,11-36,-11 36,3-31,-7 9,4 22,-16-14,-2 13,-5 16,0 7,4 10,6 1,6 5,7 0,8 0,7-2,9-6,8-6,5-8</inkml:trace>
  <inkml:trace contextRef="#ctx0" brushRef="#br0" timeOffset="9498.4748">29653 8631,'0'0,"0"0,1 12,4 10,-5-22,10 25,-10-25,10 29,-10-29,7 26,-5-10,-4-14,2-2,-5-10,2-6,5-14,2-3,3 1,7 0,0 3,4 6,-18 23,18-15,2 7,-1 11,0 7,-1 11,-1 2,0 7,-3 2,0 2,-5-7,4-4</inkml:trace>
  <inkml:trace contextRef="#ctx0" brushRef="#br0" timeOffset="9983.4223">30226 8518,'0'0,"0"0,-6 4,-10 9,-10 8,-6 7,5 5,1-3,9-3,5-1,12-26,-3 21,9-5,9-7,0-10,4-7,1-4,0-6,-1-3,1-3,-20 24,18-27,-1-1,-17 28,15-28,-15 28,12-19,-3 10,-1 18,-2 12,1 11,1 9,0 9,1 3,3 1,0-1,1-2,-13-51,12 48,-3-10,-9-38,7 32,-7-32,1 23,-6-8,-12-9,-13-1,-11-10,-4-6,-8-8</inkml:trace>
  <inkml:trace contextRef="#ctx0" brushRef="#br0" timeOffset="10282.3308">30638 8215,'0'0,"0"0,-2 11,-8 17,1 15,-2 6,3 0,-2 5,8-6,1-8,5-5,-1-3,-3-32,10 28,-10-28,13 21,7-11,-20-10</inkml:trace>
  <inkml:trace contextRef="#ctx0" brushRef="#br0" timeOffset="10816.6327">30410 8449,'0'0,"0"0,5-5,16-4,13-5,18-1,7 2,6-1,5 4,-9-3,-5-1,-12-1,-44 15,32-16,-32 16,18-14,-18 14,12-12,-7 9,-9 8,-5 8,-2 8,-5 9,-2 0,2 4,3 1,0-3,13-32,-10 32,10-32,-6 31,6-31,-2 25,2-25,-3 19,6-11,3-13,2-6,8-8,1-1,5-2,0-1,-22 23,22-20,-3 7,3 8,-2 11,-1 8,-4 8,-3 8,-3 6,-4 3,-2 2,-6 4,-7-4,-2-3</inkml:trace>
  <inkml:trace contextRef="#ctx0" brushRef="#br0" timeOffset="11365.9128">31273 8603,'0'0,"12"-4,4 4,16 2,8 0,5 7,4 4,-4-2,-45-11</inkml:trace>
  <inkml:trace contextRef="#ctx0" brushRef="#br0" timeOffset="11538.8994">31253 8814,'0'0,"12"-6,11 2,16 1,22 3,11-1,-4-3</inkml:trace>
  <inkml:trace contextRef="#ctx0" brushRef="#br0" timeOffset="12417.8105">31792 8469,'0'0,"0"0,1 7,3 16,2 7,-1 4,2 1,-3 3,-3-5,-1-33,0 27,0-27,-5 24,5-24,-8 13,-4-13,1-16,0-6,-1-4,5-6,5-2,6 1,2-3,6-3,3 1,7 5,4 5,3 9,0 8,-1 8,-1 3,2 7,1 6,-3 5,-3 5,-6 2,-2 5,-6 1,-4 5,-7-1,-3-3,4-32,-7 32,0-1,7-31,-13 31,13-31,-11 24</inkml:trace>
  <inkml:trace contextRef="#ctx0" brushRef="#br0" timeOffset="12606.3792">32342 8547,'0'0,"8"-1,-8 1,17-3,17 3,13 3,7 7,-54-10</inkml:trace>
  <inkml:trace contextRef="#ctx0" brushRef="#br0" timeOffset="12779.0005">32406 8771,'0'0,"13"0,-13 0,22-2,23 3,9-1,12-2,1-1</inkml:trace>
  <inkml:trace contextRef="#ctx0" brushRef="#br0" timeOffset="14471.967">32854 8361,'0'0,"0"0,4 8,-1 9,3 6,0 8,1 3,-2 18,1-1,-3 1,-2-2,-1-50</inkml:trace>
  <inkml:trace contextRef="#ctx0" brushRef="#br0" timeOffset="14974.3803">33155 8311,'0'0,"9"-4,12-2,4 6,12 2,0 7,-5 6,-2 8,-10 4,-9 0,-8 7,-11-3,-7-2,-6-3,-5-3,26-23,-29 17,29-17,-26 13,26-13,-22 10,9-3,15-1,10-2,7-2,10 0,5 3,2 4,3 8,-2 2,-1 6,-14 3,-5 0,-10-2,-4 2,-12-1,-14-4,-11-6,-11-5,-13-1,-15-4,-7-5,-6-9</inkml:trace>
  <inkml:trace contextRef="#ctx0" brushRef="#br0" timeOffset="17827.5089">28361 10886,'0'0,"0"0,0 0,1 3,-1-3,0 5,-3 1,3-6,-12 8,12-8,-14 4,14-4,-19 3,19-3,-16 0,16 0,-9-7,9 7,-5-5,5 5,1-6,-1 6,8-1,-8 1,7 1,1 9,-8-10,11 14,-7 7,-4-21</inkml:trace>
  <inkml:trace contextRef="#ctx0" brushRef="#br0" timeOffset="18333.1521">28130 11280,'0'0,"0"0,0 0,0 0,0 0,1 0,-1 0,0 1,0-1,-1-1,1 1,-2 0,2 0,-7-4,7 4,-9-8,9 8,-8-12,8 12,-5-13,5 13,0-14,9 4,-9 10,16-7,-2 6,-14 1,14 7,-1 1,-13-8,6 13,-8 0,2-13,-11 12,-1 0,12-12,-20 11,20-11,-19 2,19-2,-16-1</inkml:trace>
  <inkml:trace contextRef="#ctx0" brushRef="#br0" timeOffset="18725.7214">28499 11222,'0'0,"0"0,0 0,1 6,-1-6,-3 3,3-3,-7 5,7-5,-12 6,12-6,-15 0,15 0,-10-4,8-4,2 8,5-11,9-1,-14 12,18-8,-18 8,21-3,-21 3,16 0,-16 0,13 7,-13-7,8 8,-10 3,2-11,-11 9,11-9</inkml:trace>
  <inkml:trace contextRef="#ctx0" brushRef="#br0" timeOffset="19353.8949">28852 11011,'0'0,"0"0,1 6,4 6,-5-12,7 19,-2 4,-2 7,-3-30,-5 28,5-28,-7 21,7-21,-9 15,-2-15,11 0,-5-16,6-4,7-12,2 1,6 3,3 5,1 6,-1 5,-19 12,22-5,0 10,-2 10,-3 5,-3 6,-14-26,14 29,-5-1,-4 0,-5-28,-1 26,1-26,-4 20,-2-10,6-10,-9 1,4-12,1-9,4-3,4-1,7-4,2 1,9 1,3 2,1 7,-3 7,1 3,-24 7,21 0,-1 9,0 8,-4 4,-3 3,-13-24,15 29,-5 3,-10-32,8 31</inkml:trace>
  <inkml:trace contextRef="#ctx0" brushRef="#br0" timeOffset="19778.1224">29712 10910,'0'0,"-6"1,-5 6,-7 8,-12 10,-3 6,5 3,2 3,7-4,5-6,14-27,-3 24,8-8,-5-16,17 7,6-9,4-13,-4-3,-5-4,-4-3,-5-2,-4-3,-5 30,2-30,-2 30,0-26,0 26,-1-19,1 12,3 15,3 11,7 9,-1 8,9 3,2-1,2-1,1 4,5-5,-2-14</inkml:trace>
  <inkml:trace contextRef="#ctx0" brushRef="#br0" timeOffset="19966.5921">30119 11076,'0'0,"9"11,-9-11,19 25,12 11,2 8,6 1,-10-1,-2-10</inkml:trace>
  <inkml:trace contextRef="#ctx0" brushRef="#br0" timeOffset="20155.0765">30257 11093,'0'0,"0"0,-6 4,-7 22,-17 12,-2 9,-6 9,-1-1,6-3,33-52,-25 48</inkml:trace>
  <inkml:trace contextRef="#ctx0" brushRef="#br0" timeOffset="20747.9264">30533 10688,'0'0,"0"0,-2 6,1 11,1 2,0-19,-2 22,2-22,-2 23,2-23,-3 15,0-13,1-10,6-7,-4 15,9-17,7-4,-16 21,25-18,1 7,1 8,-3 12,-7 9,-1 11,-7 2,-5 3,-3-4,-4-4,3-26,-11 18,11-18,-9 10,0-11,-2-11,7-8,4-3,2-5,3-2,6-3,5-1,5 0,1 8,0 6,-22 20,23-13,-2 11,4 15,-6 6,1 10,-4 8,-5 5,-1 4,-2 0,-5-3</inkml:trace>
  <inkml:trace contextRef="#ctx0" brushRef="#br0" timeOffset="21317.8089">31262 11196,'0'0,"5"14,-3 13,8 14,0 6,2 7,-5-3,-4-2,-3-49,-4 42,4-42,-8 32,-1-14,3-13,-1-12,0-15,0-6,3-8,-3-6,6-3,0-7,8 1,4-1,11 3,2 8,5 7,2 9,-1 8,-4 12,4 6,-4 6,-2 6,0 8,-4 2,-12 6,-3 0,-8 6,-7-7,-16 0,-6-9,-4-3,-5-7,-1-11,7-7</inkml:trace>
  <inkml:trace contextRef="#ctx0" brushRef="#br0" timeOffset="22056.2642">31778 11083,'0'0,"-9"4,-5 10,-8 10,-2 5,-3 4,5 5,5-6,10-4,10-3,11-9,7-7,8-10,0-7,1-3,-2-8,-2-1,-4-2,-6-1,-5-4,-2 2,-9 25,2-26,-3 5,-9 1,-9 4,-4 7,-5 3,28 6,-27 1,2 4,25-5,-22 9,8 2,17 1,12-2,15-7,16-3,5-3,6 2,-2-4,3-1,-10-1,-4 2,-44 5,36-12,-36 12,25-14,-25 14,11-14,-11 1,-14 3,-10 5,-4 4,1 6,27-5,-23 12,6 1,7 6,12 0,7 3,7-2,9 1,4 3,-29-24,34 23,-3-1,-31-22,30 19,-30-19,20 18,-11-2,-21-4,-12 1,-10-9,-1 1,-6-11,41 6,-33-7</inkml:trace>
  <inkml:trace contextRef="#ctx0" brushRef="#br0" timeOffset="22402.4206">32454 11047,'0'0,"0"0,0 0,-1-3,-6 0,-8 2,-3 4,18-3,-18 4,3 10,9 3,6 3,7 5,10-2,9 2,1 2,4 0,3-2,-34-25,30 22,-30-22,20 21,-20-21,16 21,-11-9,-14-1,-10-6,-8-1,-4-6,-5 1,-1-4,37 5</inkml:trace>
  <inkml:trace contextRef="#ctx0" brushRef="#br0" timeOffset="22579.8576">32774 11198,'0'0,"0"7,0 10,2 9,-2 5,-4 4,0 0,4-35</inkml:trace>
  <inkml:trace contextRef="#ctx0" brushRef="#br0" timeOffset="22768.4326">32648 11038,'0'0,"0"0,1-2</inkml:trace>
  <inkml:trace contextRef="#ctx0" brushRef="#br0" timeOffset="23223.3766">32887 10908,'0'0,"0"0,1 4,1 22,1 7,-1 11,2 3,-4 3,0-4,-1 0,1-46,0 36,0-36,-5 28,5-28,-3 18,3-18,-3 6,7-10,1-11,3-6,6-1,4 2,1 0,1 6,5 6,-2 9,1 6,-1 2,-2 9,0 3,-6-1,-5 3,-5-1,-5-22,-3 21,-9-6,-11-2,-3-4,-8-8,0-6,-4-7,-1-8,4-5</inkml:trace>
  <inkml:trace contextRef="#ctx0" brushRef="#br0" timeOffset="23642.6043">33203 10994,'0'0,"0"7,2 14,-4 6,2 9,-3 2,3 4,2-3,5-6,-7-33,17 28,6-7,13-9,1-9,-2-7,-3-7,-6-6,-2-2,-7-3,-17 22,10-21,-10 21,6-18,-9 3,-9 8,-4 8,-8 7,-3 8,1 4,6 5,6 3,12 3,11 1,9 4,9-4,8-5,4-6</inkml:trace>
  <inkml:trace contextRef="#ctx0" brushRef="#br0" timeOffset="24513.1047">28544 11976,'0'0,"0"0,-7-4,-6-1,-12 4,-6 4,-3 6,-1 6,2 3,33-18,-27 22,8 2,7 1,19 2,8-6,11 3,5-4,8-2,-1-2,-1-1,-37-15,36 16,-7 0,-29-16,20 20,-13-2,-14 4,-14-3,-15-5,-5-2,-5-5,-3-7,3-7</inkml:trace>
  <inkml:trace contextRef="#ctx0" brushRef="#br0" timeOffset="24952.9971">28659 11855,'0'0,"3"12,0 11,-1 13,-2 10,1 7,-4 0,0-1,-1-6,-2-8,6-38,-7 30,7-30,-5 21,1-11,0-13,2-11,3-5,4-1,-1-7,5 1,3 1,2 0,3 6,4 9,-21 10,22-5,2 8,5 10,-2 9,-5 1,-3 1,-2 5,-8-5,-2 3,2 4,-9-31,7 30,-7-30</inkml:trace>
  <inkml:trace contextRef="#ctx0" brushRef="#br0" timeOffset="25141.0043">29041 12125,'0'0,"0"0,3 7,1 10,6 6,-2 4,1 2,-9-29,7 27,-7-27</inkml:trace>
  <inkml:trace contextRef="#ctx0" brushRef="#br0" timeOffset="25298.2423">28997 11979,'0'0,"0"0,4-1,7-6,4 0,4-3</inkml:trace>
  <inkml:trace contextRef="#ctx0" brushRef="#br0" timeOffset="25659.3831">29262 12115,'0'0,"7"11,-2 7,-5-18,7 27,2 8,-2-1,-7-34,3 29,-3-29,5 28,-5-28,2 17,-3-9,-1-18,-6-9,2-12,-1-3,-1-12,1 0,4-5,5-4,6 1,3 4,2 3,7 5,3 13,-5 4,-18 25,25-15,-1 9,7 14,-2 5,1 12,-8 2,-6 9,-6-2,-3 1</inkml:trace>
  <inkml:trace contextRef="#ctx0" brushRef="#br0" timeOffset="25848.0321">29184 12141,'0'0,"11"-4,7-3,9 0,19-1,10 2,3 1,2-3,-9-3</inkml:trace>
  <inkml:trace contextRef="#ctx0" brushRef="#br0" timeOffset="26115.2324">29730 11928,'0'0,"0"0,0 4,-3 8,5 9,0 5,-2 8,-2 3,4 2,-1 1,4 2,2 0,0-2,-7-40,10 36,-10-36,9 26,-9-26,4 9,-4-9,2-3,-5-15</inkml:trace>
  <inkml:trace contextRef="#ctx0" brushRef="#br0" timeOffset="26570.9442">29573 12142,'0'0,"0"0,0 0,0-1,1-3,11-5,3-2,10 0,9 1,8 2,8-2,4 1,4 4,0 0,-3-1,-4 0,-51 6,42-6,-42 6,35-4,-35 4,20-3,-14-2,-17 5,-13 3,-7 1,-3-1,3 7,4-4,27-6,-19 10,2 2,12 4,7 1,10-1,10-1,6 3,3-2,1 0,-1 0,-31-16,26 16,-26-16,21 14,-8 2,-13-16,2 13,-14-2,-16-4,-12-4,-3-1,-6-6,3-3,8-4</inkml:trace>
  <inkml:trace contextRef="#ctx0" brushRef="#br0" timeOffset="26743.3968">30082 12040,'0'0,"0"0,6 1,5 4,9 1,5 3,2-2,-27-7</inkml:trace>
  <inkml:trace contextRef="#ctx0" brushRef="#br0" timeOffset="27219.7485">30784 12080,'0'0,"0"0,-5 0,-13-1,-14 2,-2 8,-6 7,-1 4,8 4,5 5,7-1,21-28,-14 27,10-1,10-5,10-3,4-9,5-7,5-7,-1-5,-4 0,-2-5,-1 0,-22 15,18-16,-6-2,0-4,-12 22,4-21,-4 21,1-20,-1 20,-3-16,3 16,-2-9,0 12,6 11,-1 8,2 5,1 1,0 3,4-2,-10-29,15 26,-15-26,15 26,5-9</inkml:trace>
  <inkml:trace contextRef="#ctx0" brushRef="#br0" timeOffset="27847.9731">31017 12182,'0'0,"4"-5,5 3,5 1,-14 1,24 8,2 1,3 12,-4 0,-1 1,-5 0,-19-22,16 21,-16-21,9 16,-9-16,3 15,-3-15,0 7,-5-10,5 3,-8-11,1-4,8-6,5 0,5 3,9-1,4 1,9 1,2 4,4-1,1 5,1 0,-3 2,-1-1,-37 8,31-5,-31 5,25-9,-4 0,-10-5,-11 0,-7 3,-10 0,-10 2,-10 5,-2 8,-1-2,2 9,3 3,7 1,7 4,21-19,-14 25,8 3,14 4,7-4,10-2,7 0,6-5,6-3,3-4,0-4,-3 0,-4-5,-40-5,36 6,-36-6,28 3,-28-3,21 3,-8-1,-13-2,-17-7</inkml:trace>
  <inkml:trace contextRef="#ctx0" brushRef="#br0" timeOffset="29258.8159">28254 13140,'0'0,"0"0,1 6,-1-6,5 14,3 6,3 7,2-2,-2 7,2-6,-1 0,0-2,-12-24,8 26,-8-26,11 23,-11-23,5 22,-5-22,3 14,-3-14,0 5,-1-11,-1-13,-1-4,-3-8,-1-2,3 0,3-2,4-3,9-1,1 6,6 1,-1 10,4 5,1 6,-23 11,27-5,4 6,5 9,-2 5,-5 4,0 8,-2 1,-9 1,0 5,-5 0,-2-5,-5 3,-6-32,3 26,-3-26,2 25,-2-25</inkml:trace>
  <inkml:trace contextRef="#ctx0" brushRef="#br0" timeOffset="29578.2028">29021 13265,'0'0,"0"0,6-1,9-8,8 2,10-1,5 0,4 0,4 6,-4-2,-3 1,-6 0,-3 3,-5-1,-25 1,24-6,-4-4</inkml:trace>
  <inkml:trace contextRef="#ctx0" brushRef="#br0" timeOffset="30217.1488">29675 13037,'0'0,"5"10,2 5,-1 14,2 7,1-1,-9-35,4 38,-3-3,-1-35,-3 33,3-33,-4 21,4-21,-7 12,2-13,1-14,4-5,2-4,1-3,9-2,1-2,-1-2,9 3,4 4,3 4,2 7,0 7,-2 8,2 7,-4 9,-1 6,0 8,-7 1,-2 2,-4-1,-12-32,4 32,-4-32,-1 25,-5-3,-9-9,15-13,-16 3,1-10,5-7,1-7,8-2,5-4,3-3,7 0,8-1,2 0,5 10,5 5,2 10,-2 4,0 7,-2 9,-5 5,3 9,-9 2,-1 4,-6 2,-6 0,-8-1,-5 3,-6-7,-5-3</inkml:trace>
  <inkml:trace contextRef="#ctx0" brushRef="#br0" timeOffset="32341.6559">28402 13910,'0'0,"0"0,0 6,1 6,-1 7,5 5,2 6,-2-1,-2 6,0 0,-3-3,4 4,-5 2,4-1,-3-37,2 37,-2-37</inkml:trace>
  <inkml:trace contextRef="#ctx0" brushRef="#br0" timeOffset="32844.3229">28705 13943,'0'0,"0"0,6-4,12-5,5 2,6 2,2 1,-3 12,-2 4,-4 7,-8 4,-4 4,-8 2,-7-1,5-28,-12 24,-5-1,17-23,-22 16,22-16,-23 9,23-9,-19 4,19-4,-15-4,10-4,14-2,-9 10,17-10,8 7,13 9,0 3,-3 13,-2-1,-3 3,-30-24,27 23,-10-2,-17-21,6 21,-10 0,-15-7,-8-2,-2-4,-9-6,-2 0,-4-1,-2-4,4-2,42 5</inkml:trace>
  <inkml:trace contextRef="#ctx0" brushRef="#br0" timeOffset="33159.28">29354 14165,'0'0,"0"0,7-2,7-1,12-3,7 5,5-1,0 3,-2 0,-4 2,-32-3,30 1,-30-1,23 0,-2 1,-21-1,14-7</inkml:trace>
  <inkml:trace contextRef="#ctx0" brushRef="#br0" timeOffset="33647.0442">29876 13933,'0'0,"1"6,0 6,-1 10,-7 7,-2 6,-2 1,-2-2,13-34,-13 32,2-3,11-29,-2 28,7-4,10-7,9-2,6-9,2-4,3-2,1-3,-6-4,-1-2,0 1,-29 8,21-13,-21 13,19-15,-7-4,-12 19,5-20,-5 20,-3-18,3 18,-9-14,-2 7,-2 14,4 6,1 4,1 10,3 7,2 2,-2 5,6 2,0 3,-1 0,-1-1,-1-9</inkml:trace>
  <inkml:trace contextRef="#ctx0" brushRef="#br0" timeOffset="36421.365">30589 14193,'0'0,"0"0,4-3,12-1,1-7,14 4,5-3,7 0,6 7,1 2,2 4,-52-3,47 3</inkml:trace>
  <inkml:trace contextRef="#ctx0" brushRef="#br0" timeOffset="36610.2962">30713 14346,'0'0,"0"0,8-1,11 0,15 1,11 0,12 1,6 2,6-3,9 0</inkml:trace>
  <inkml:trace contextRef="#ctx0" brushRef="#br0" timeOffset="37065.2409">31805 13996,'0'0,"-15"5,-11 5,-14 4,0 6,-5 7,5-1,6 6,7-3,27-29,-18 27,12-3,6-24,10 22,9-9,11-10,2-6,-1-6,-4-6,-1 0,-6-5,-5 2,2-4,-5 0,-12 22,13-24,-13 24,15-22,-15 22,10-18,-2 9,-1 15,-2 19,-4 13,-1 15,0 17,-2 14,-2 18,-5 13,-7 7,-4-17</inkml:trace>
  <inkml:trace contextRef="#ctx0" brushRef="#br0" timeOffset="47190.4025">27447 10211,'0'0,"1"7,-1 10,-3 8,-1 12,3 13,-6 8,-2 8,-2 7,-3 7,-1 11,-10 9,5 7,-6 6,3 5,0 1,8 12,-4 2,4 2,-1 2,2 5,0 0,2 0,9 3,-3-2,0 0,4-1,7 1,-4-3,-1-1,6-3,3-1,0-5,3-2,6-2,-1 0,3-4,1-4,8-7,-2-3,8-6,8-4,3-7,6-4,7-5,7-9,4-5,9-5,3-8,9-6,9-5,8-7,10-7,7-4,6-8,10-6,7-3,8-2,5-5,8 0,5-6,9 0,5-4,9 0,7-3,6 3,2 1,1 3,-10 2,-1 2,-8-2,-8 2,-7 0,-6 2,-14-1,-8 2,-14 1,-18-1,-26-5,-31-9</inkml:trace>
  <inkml:trace contextRef="#ctx0" brushRef="#br0" timeOffset="47928.5243">27748 10264,'0'0,"0"0,5 1,9-3,17-6,18-7,24-4,21-8,20-2,20-7,18-3,14 2,11 1,10 4,2 5,6 7,-1 2,-3 5,-6 1,0 6,-9 4,-4-1,-2 3,-7 2,-5 2,-3 1,-6 3,-7 1,-10 0,-8 3,-6-6,-8-2,-3 0,-7 6,-7-10,-5 8,-4 3,-4 2,-4-3,-5 3,-9-2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5T08:06:45.07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7398 15113,'-18'-6,"-14"-3,-14 0,-6 3,-6 7,5 2,1 1,8 5,6 2,38-11,-26 15,8 2,8 8,13 0,14 5,7 1,9-2,8 0,3 2,-2-1,-3-5,-3-3,-36-22,26 21,-26-21,16 16,-7 0,-15 1,-13-4,-21-3,-11-4,-9-3,-10-2,-1-5</inkml:trace>
  <inkml:trace contextRef="#ctx0" brushRef="#br0" timeOffset="406.2976">6582 14913,'-3'1,"-14"5,-6 3,-9 4,-13 6,-9 2,-4 5,5-1,4-4,49-21,-43 22,15-3,7-1,13 1,14-3,8 6,12 2,6-1,10 4,1 2,1-4,1 3,-3 1,-6-5,-36-24,32 20,-8 1,-24-21,19 20,-16-6,-19-11,-11-5</inkml:trace>
  <inkml:trace contextRef="#ctx0" brushRef="#br0" timeOffset="906.1723">5471 14804,'-4'2,"-9"5,-7 7,-7 11,0 9,-11 9,4 5,3 5,6 3,7 0,8-1,10-8,7-6,5-6,8-7,4-5,6-3,4-7,7-8,5-6,-4-6,3-8,-2-5,-6-6,-3-5,-5-5,-5-4,-10-1,-3-3,-14 1,-3 1,-4-2,-3 2,-7 3,-2 1,-5 4,-7 4,-5 5,-1 5,-3 7,1 5,1 7,-4 9,5 8,2 3,1 2</inkml:trace>
  <inkml:trace contextRef="#ctx0" brushRef="#br0" timeOffset="1452.8626">8179 15153,'-4'-1,"-10"1,-12 0,-8 3,-15 3,-8 5,-4 1,2 4,1 1,13-1,8 0,14 3,23-19,-11 19,16 5,13 9,16-2,8 3,4-1,5-2,2 0,0-1,-4-2,0 0,-7-4,-42-24,36 22,-10-3,-26-19,12 19,-16-10,-20-6,-20-10</inkml:trace>
  <inkml:trace contextRef="#ctx0" brushRef="#br0" timeOffset="1812.1535">6023 15376,'5'0,"-5"0,7-1,9 1,16 8,5 2,3 6,2 4,7 3,-6 4,0 3,-3 1,-4 4,-2-4,-5 1,-5-1,-24-31,24 31,-3-8</inkml:trace>
  <inkml:trace contextRef="#ctx0" brushRef="#br0" timeOffset="2220.4998">7666 15643,'0'0,"0"0,-5-3,5 3,-6-4,3 4,10 4,9 5,13 7,7 5,6 2,6 4,3 2,1 3,-2-3,-1-1,-7 0,-42-28,37 25,-6-2,-31-23,28 27,-28-27,21 22,-11-6,-10-16</inkml:trace>
  <inkml:trace contextRef="#ctx0" brushRef="#br0" timeOffset="2705.8968">8653 15424,'3'5,"0"5,-3-10,6 17,0 7,-2 12,-4-36,-1 37,1-37,-6 35,6-35,-7 28,7-28,-7 17,3-11,3-15,3-8,4-5,2-3,6-1,3-2,5 0,2 2,7 2,0 7,-1 7,1 6,1 6,-5 6,0 7,-7 2,-4 5,-3 2,-2 4,-6 4,-4 4,-2 2,-4-1,5-37,-9 37</inkml:trace>
  <inkml:trace contextRef="#ctx0" brushRef="#br0" timeOffset="2882.4663">9319 15688,'43'10,"9"1,3 0,-1-5,-6-6</inkml:trace>
  <inkml:trace contextRef="#ctx0" brushRef="#br0" timeOffset="3398.0378">9759 15627,'1'8,"2"6,4 9,4 4,0 1,-3 4,-8-32,5 29,-5-29,2 26,-2-26,-1 23,1-9,0-14,0 0,1-7,2-10,-3 17,7-24,4-3,-11 27,16-28,4 3,3 6,-4 14,0 5,-19 0,15 8,-5 9,0 7,-10-24,7 24,-7-24,2 24,-2-24,1 17,-1-17,-1 13,1-13,-1 4,3-8,4-6,5-1,3-3,6-1,2 3,7 0,-1 5,4 6,-5 7,2 6,-3 10,-6 3,-3 2,-10 2,-6 4,-4 2,-8 1,-10-1,-4-5,-1-5</inkml:trace>
  <inkml:trace contextRef="#ctx0" brushRef="#br0" timeOffset="3835.4322">8426 16420,'-20'-4,"-8"0,-13 0,-5-2,-4-1,3 3,1 1,7 2,39 1,-35 0,35 0,-24 0,9 4,11 7,12 7,8 6,5 2,8 6,7 3,5-2,2 1,0 0,-4-3,-6 0,-33-31,24 30,-8-6</inkml:trace>
  <inkml:trace contextRef="#ctx0" brushRef="#br0" timeOffset="4054.0706">7806 16617,'15'12,"6"6,8 5,9 8,9 4,9 5,1-1,-3 2,-3-6,-13-6</inkml:trace>
  <inkml:trace contextRef="#ctx0" brushRef="#br0" timeOffset="4585.2292">7495 16216,'-8'-8,"-8"-2,-8-2,-9 5,-6 6,-3 4,-1 5,2 6,1 2,13 4,9 4,9 3,9 2,13 3,5 2,10 3,7-2,1 2,4 0,-4-2,-2-5,-8-1,-26-29,16 28,-4-7,-9 0,-11-3,-10-6,-13-3,-10-6,-12-6,-4-5,-5-7,-3-5,3-5</inkml:trace>
  <inkml:trace contextRef="#ctx0" brushRef="#br0" timeOffset="4917.7491">6796 16090,'-23'-1,"-6"0,-10 1,-10 3,1 3,-1 2,49-8,-49 10,49-10,-41 10,11 1,11 4,15 2,10 3,6 4,13 3,4 3,2 1,4-1,0 2,-3 0,0-1,-5-3,-1 0,-26-28,16 25,-8-5,-14-10</inkml:trace>
  <inkml:trace contextRef="#ctx0" brushRef="#br0" timeOffset="5136.4501">6087 16286,'9'15,"7"9,10 5,9 7,8 3,6 4,3 0,0 3,-1-3,-6-10,-14-4</inkml:trace>
  <inkml:trace contextRef="#ctx0" brushRef="#br0" timeOffset="5651.9486">5834 16024,'-12'-5,"-7"-2,-11 5,-9 9,-3 9,-4 11,-2 10,1 6,8 5,10 1,7-2,15-4,8-5,13-6,8-6,6-6,8-9,6-7,1-9,1-7,0-7,-1-5,-6-4,-5-2,-10-5,-5-1,-11-4,-3 1,-8-1,-8 2,-6 3,-4 6,-7 3,-5 8,-5 8,-5 7,-1 5,8 0,38-2</inkml:trace>
  <inkml:trace contextRef="#ctx0" brushRef="#br0" timeOffset="6276.8082">9557 16296,'-23'-11,"-9"2,-7 2,-3 8,-3 8,4 9,1 7,8 5,7-2,10 2,9-3,9-2,9-4,2-3,8-5,1-6,3-2,-2-10,5-4,-4-1,1-8,-7-3,1-2,-4-4,-16 27,13-28,-13 28,8-20,-8 20,6-17,-4 9,-2 13,1 13,3 12,-2 11,2 12,-4 8,-2 4,-1 3,-5-4,-6-1,-6-8,-9-5,-23-4,-32-8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5T08:09:52.90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10791 2882,'-2'6,"-4"7,-2 7,1 1,7-21,-2 25,3 0,-1-25,10 25,3-4,11-7,1-7,5-10,0-5,0-6,-1-6,-4 0,-6-4,-3 0,-5-1,-11 25,6-24,-4-1,-7 1,5 24,-10-21,-12 8,-7 9,-8 10,-1 6,5 6,33-18</inkml:trace>
  <inkml:trace contextRef="#ctx0" brushRef="#br0" timeOffset="203.0804">11742 2775,'-4'18,"-3"10,3 12,-3 10,4-1,9 1</inkml:trace>
  <inkml:trace contextRef="#ctx0" brushRef="#br0" timeOffset="582.7071">12839 2673,'7'-5,"1"-3,2-7,7 1,2 3,1 4,1 1,4 11,-25-5,26 9,-4 5,-2 7,-9 5,-11 6,-6-1,-5 2,-6-3,0 1,17-31,-17 28,2-1,12-2,10-8,11-3,14-3,13-7,12-3,12-3</inkml:trace>
  <inkml:trace contextRef="#ctx0" brushRef="#br0" timeOffset="957.6932">14001 2682,'20'-1,"6"-1,9 2,-35 0,36 2,-2 4,-34-6,25 8,-25-8,17 15,-15 6,-12 8,-5 2,15-31,-22 30,7-2,7-2,12-4,10-5,13 0,7-4,-34-13,35 8,-35-8,29 11,-7 1,-11 2,-13 1,-11-2,-12 4,-9-2,-13-1</inkml:trace>
  <inkml:trace contextRef="#ctx0" brushRef="#br0" timeOffset="1334.8029">15095 2757,'-8'10,"-1"7,-10 10,2 0,-5 2,22-29,-21 24,21-24,-18 22,18-22,-9 15,8-8,14-6,6-6,-19 5,27-6,-27 6,26-3,-2 3,-24 0,20 5,-2 8,-11 9,3 0,-3 3,-7-25,5 26,8-2,11-9</inkml:trace>
  <inkml:trace contextRef="#ctx0" brushRef="#br0" timeOffset="1616.4599">16031 2763,'0'0,"1"4,0 7,4 10,4 7,4 3,4 2,7 0,3-2,-3-5,-8-1,-16-25,12 27,-6-3,-15 0,-9-1,-7-7,-6-5,-8-10,-4-5,-1-1,8-5</inkml:trace>
  <inkml:trace contextRef="#ctx0" brushRef="#br0" timeOffset="1772.6545">16196 2655,'20'0,"2"0,13 1,8 8,6 5,3 5</inkml:trace>
  <inkml:trace contextRef="#ctx0" brushRef="#br0" timeOffset="15107.1876">20800 2785,'2'-8,"1"-9,-3-1,0-4,-3-2,2 4,2-1,6 1,4 4,-11 16,17-13,4 3,4 9,1 2,-2 8,-5 5,-3 3,-5 9,-5 1,-7 3,-3 5,-7 2,-4-5,15-32,-21 32,-3-2,24-30,-31 27,31-27,-22 25,22-25,-18 18,8-7,5-12,19-5,9-8,15-3,10-2,12-2,5 2,4 2,0 6,-9 1</inkml:trace>
  <inkml:trace contextRef="#ctx0" brushRef="#br0" timeOffset="22521.0364">29989 2441,'4'-15,"-4"15,3-20,1-4,-4 24,7-26,5 4,5 3,7 8,3 9,-3 7,2 3,1 5,-1 3,0-1,-6 5,-5 0,-15-20,10 25,-7 2,-8 4,5-31,-11 29,11-29,-13 27,-1 0,14-27,-13 27,8-2,2 4,3-2,0-1,-1 2,-10 3,-8 10,-18 8,-11 12</inkml:trace>
  <inkml:trace contextRef="#ctx0" brushRef="#br0" timeOffset="24802.1989">26635 10990,'-3'-5,"-6"-1,-11 2,-11 5,-13 8,-11 7,-5 10,-3 7,2 7,5 7,14 3,14 0,10 2,13-8,17-9,10-6,9-4,7-7,8-6,5-8,4-8,1-8,2-10,-2-4,-7-10,-5-3,-9-2,-4-1,-9-5,-2 1,-9 1,-8 3,-11 8,-7 4,-10 10,-10 8,-8 11,-6 6,-8 9</inkml:trace>
  <inkml:trace contextRef="#ctx0" brushRef="#br0" timeOffset="25427.014">27669 11083,'-53'14,"-19"6,-10 4,-4 0,6-1,6 1,15-3,59-21,-47 20,19-3,16 3,20 2,21-1,19 4,9 3,12-3,4 5,8 2,-1 1,-6 0,-10 2,-8-1,-16-3,-40-31</inkml:trace>
  <inkml:trace contextRef="#ctx0" brushRef="#br0" timeOffset="25630.0912">26889 11697,'22'14,"9"7,14 1,13 4,15 1,6 0,7-6</inkml:trace>
  <inkml:trace contextRef="#ctx0" brushRef="#br0" timeOffset="26020.6256">28348 11043,'-39'11,"1"3,14 8,7 5,12 3,15 6,17 1,8 6,10 2,8 2,-2-3,0-4,-3-6,-48-34,39 30,-39-30,29 25,-10-4,-16-1,-10-3,-14-5,-15-1,-14-8,-13 4,-11-5,-4-4,10-2,11-2,23-10</inkml:trace>
  <inkml:trace contextRef="#ctx0" brushRef="#br0" timeOffset="26322.6859">29490 11185,'0'-2,"-8"3,-9 5,-22 3,-17 4,-14 6,-8 1,4 1,74-21,-56 23,16 1,23 7,25-1,17 2,14-3,20 3,9-2,8 3,2 2,-4-1,-10 0,-8-2,-12-3,-44-29,31 25,-16-9</inkml:trace>
  <inkml:trace contextRef="#ctx0" brushRef="#br0" timeOffset="26557.0186">28894 11594,'6'3,"11"8,17 4,8 9,17 3,14 10,10 6,3 3,8 2,-8-1,-8-13</inkml:trace>
  <inkml:trace contextRef="#ctx0" brushRef="#br0" timeOffset="27063.4828">30223 11244,'0'4,"2"15,1 8,0 13,1 4,0 4,-2-2,-3-4,-2-8,3-34,-4 30,4-30,-11 21,11-21,-9 13,2-11,0-10,2-11,5-4,6-8,2-5,7 0,6-2,5 1,6 1,4 9,0 7,-1 9,1 8,-6 11,-4 4,-2 8,-4 8,-4 7,-3 1,-2 7,-6 0,-2 2,-4-1</inkml:trace>
  <inkml:trace contextRef="#ctx0" brushRef="#br0" timeOffset="27250.9198">30924 11484,'33'6,"20"7,14 9,14 6,1-1</inkml:trace>
  <inkml:trace contextRef="#ctx0" brushRef="#br0" timeOffset="27802.3058">31614 11389,'12'17,"2"15,3 10,-3 7,0 4,-8 0,-7-4,1-49,-9 39,9-39,-14 31,14-31,-11 15,0-15,2-18,6-10,5-6,0-3,4 3,7-1,4 1,6 8,8 3,2 8,-1 12,3 8,-1 7,-3 11,-5 8,-4-1,-7 1,-15-31,13 33,-8-5,-5-28,-4 23,-6-6,-2-14,-1-7,-1-10,8-4,4-3,3-2,4-3,12-1,4-4,10 5,8 7,4 11,2 12,0 9,-2 8,-3 11,-2 6,-6 8,-7 6,-8 2,-7 2,-9-5,-12-5,-16-8,-12-12</inkml:trace>
  <inkml:trace contextRef="#ctx0" brushRef="#br0" timeOffset="28255.2881">28138 10983,'3'-5,"7"-8,13 0,7 3,17 4,10 12,3 11,4 13,-7 9,-8 6</inkml:trace>
  <inkml:trace contextRef="#ctx0" brushRef="#br0" timeOffset="30725.5366">25055 8779,'0'0,"3"7,5 12,5 4,0 8,0 6,6 6,-1-4,-1 2,-2-3,-15-38,13 33,-13-33,12 24,-12-24,6 15,0-11,-6-16,-2-9,-4-12,3-3,0-3,8 3,5-3,2 0,9 3,7 1,3 7,7 3,4 8,-1 6,-4 7,4 8,-5 5,-4 9,-4 5,-1 4,-5 3,-2 5,0 5,-3 8,-5-2</inkml:trace>
  <inkml:trace contextRef="#ctx0" brushRef="#br0" timeOffset="30897.3334">26029 8981,'32'-4,"19"3,11 1,8 7,-2 7,-68-14</inkml:trace>
  <inkml:trace contextRef="#ctx0" brushRef="#br0" timeOffset="31037.922">26028 9232,'23'0,"12"5,15 4,9 3,6 3</inkml:trace>
  <inkml:trace contextRef="#ctx0" brushRef="#br0" timeOffset="31744.2103">25181 9903,'3'16,"4"7,2 11,-3 3,6 1,-3-1,-9-37,13 33,-13-33,8 24,-8-24,6 16,-4-7,0-14,-1-10,3-10,4-3,1-6,3-3,6 3,-18 34,24-34,4 9,7 10,-1 10,-1 11,-6 11,-4 7,-5 4,-6 5,-2 0,-4-2,-4 0,-2-31,-3 27,3-27,-5 23,5-23,-4 15,-1-6,3-12,2 3,-1-11,2-9,4-10,7-3,6 0,6-1,8 7,5 9,-37 18,40-13,-1 12,3 11,-6 7,-7 3,-4 5,-6 3,-3 0,-6 5,-2 0,-7 3,1 0,-2-2,0-34,-1 28</inkml:trace>
  <inkml:trace contextRef="#ctx0" brushRef="#br0" timeOffset="31916.0449">26391 10056,'33'0,"18"4,8 4,-2 10,-3 3,-54-21</inkml:trace>
  <inkml:trace contextRef="#ctx0" brushRef="#br0" timeOffset="32041.028">26361 10239,'31'5,"14"1,18 4,11 2,5 1</inkml:trace>
  <inkml:trace contextRef="#ctx0" brushRef="#br0" timeOffset="62851.8631">27786 8593,'-3'-5,"-7"0,-7 1,-10 6,-11 2,-6 10,-8 5,-6 5,-5 6,1 5,0 4,7 4,5 6,8 1,14 2,3 2,7 3,13-1,7-5,12 1,7-4,9-8,6-3,10-5,-1-5,8-9,3-8,1-6,-4-8,-2-3,-5-8,-9-7,-10-3,-4-3,-6-3,-5 0,-7 2,-5 29,0-33,-10 2,-10-1,-7 7,-2 5,-10 6,-3 9,-5 7,-4 6,-5 8,0 5,-4 13,3 6,13 2</inkml:trace>
  <inkml:trace contextRef="#ctx0" brushRef="#br0" timeOffset="65756.6885">25461 3760,'3'10,"2"11,3 8,6 8,3 11,2 3,7 3,0 0,0 4,3 7,-1 0,-4 3,-11-6,-6-5,-12-11,-13-7,-9-6,-11-14</inkml:trace>
  <inkml:trace contextRef="#ctx0" brushRef="#br0" timeOffset="65932.3967">25141 4006,'27'-26,"11"-4,11-2,13 2,3 5,8 8,0 3,1 1</inkml:trace>
  <inkml:trace contextRef="#ctx0" brushRef="#br0" timeOffset="66791.5906">28432 6585,'3'15,"5"12,-2 7,6 9,1 9,3 9,2 3,0 1,-2-4,-16-61,14 58,-4-12,-10-46,3 36,-3-36,0 24,-1-11,0-13,2-9,1-10,0-10,-6-12,-5-7,-6-12,-5-6,2-4,-4-1,11 2,4 6,9 8,11 11,11 7,4 11,7 9,4 9,-2 8,1 7,-1 5,-3 5,-10 7,-7-1,-10 7,-6 1,-8-1,-6-2,-11-4,-9-5,-11 0,-14 0,-9 0,-4 2,3 4,68-25</inkml:trace>
  <inkml:trace contextRef="#ctx0" brushRef="#br0" timeOffset="68009.9181">27358 10035,'6'-16,"0"-7,3-2,3-6,6 3,3 6,7 7,4 4,4 15,0 1,-3 6,-5 8,-4 4,-9 5,-4 3,-5 3,-10 0,-8-2,-1-6,-6-2,19-24,-24 21,2-7,22-14,-23 11,23-11,-17 7,14-6,24 0,13-2,16 3,11 4,1 6,-3 3,-11 4,-13 0,-11 2,-15-1,-18 1,-17-1,-23 7,-27 0,-31 11,-34 12</inkml:trace>
  <inkml:trace contextRef="#ctx0" brushRef="#br0" timeOffset="69620.0889">26421 12597,'-18'7,"-17"10,-15 10,-22 13,-4 11,-1 10,6 5,13 4,14-1,17-8,15-13,19-5,12-10,9-10,6-7,8-6,2-10,5-8,0-10,4-6,2-9,3-5,-6-4,1-6,-6-1,-10-2,-8 0,-11 3,-7 5,-11 5,-10 7,-3 4,-9 4,-9 6,-7 7,-10 6,3 4,-6 10,10 3,7 2,16 3,16-5,23-7,16-10</inkml:trace>
  <inkml:trace contextRef="#ctx0" brushRef="#br0" timeOffset="69885.6531">27372 12628,'0'0,"0"5,-12 11,-8 1,-13 10,-15 6,-13 5,-6 3,2 0,9-1,14-1,11-5,17-4,15-3,14 1,15-6,18 3,9-1,15-2,6 7,1 3,-2-1,-9 0,-12 2,-56-33,45 30</inkml:trace>
  <inkml:trace contextRef="#ctx0" brushRef="#br0" timeOffset="70120.2037">26720 13364,'19'14,"12"2,12 4,18 5,3 0,9 0,7-3,3-7,-2-8</inkml:trace>
  <inkml:trace contextRef="#ctx0" brushRef="#br0" timeOffset="70606.5244">28717 12803,'-2'-7,"-3"-6,-10-7,-12 0,-14 0,-11 2,-9 10,-2 4,5 5,7 6,7 6,7 3,10 4,6 1,21-21,-15 23,8 3,7 0,0-26,7 27,8-4,-15-23,20 23,4-8,-24-15,23 9,-23-9,21 7,-21-7,15 5,-15-5,10 2,-10-2,5-3,-5 3,3-3,-3 3,0-3,0 3,1-4,-1 4,0-4,0 4,-1-3,1 3,-1-1,1 1,-3-2,3 2,-5-2</inkml:trace>
  <inkml:trace contextRef="#ctx0" brushRef="#br0" timeOffset="71090.7681">28569 12650,'-18'-4,"-14"1,-8 0,-7 7,-2 6,0 0,4 5,3 0,8 1,7 4,10 5,10 0,13 3,5 1,10 5,10-1,6 2,8 1,8 1,2-1,2 0,-6 1,-6-7,-11-3,-34-27,28 23,-10-1,-18-22,10 22,-10-2,-14 1,-6-4,-13-5,-9-2,-8-5,-16 2,-3-3,-3-3,3 0,11-2,58 1,-48-1,13-4,22-5,18-5,19-3,18-3,16-2</inkml:trace>
  <inkml:trace contextRef="#ctx0" brushRef="#br0" timeOffset="71455.2959">29724 12884,'-5'-1,"-14"-1,-14 4,-14 4,-16 1,-9 2,0 6,2 2,8 4,17 0,14 1,15-1,11 1,15 3,11 2,14 4,14 1,13 3,8 4,1 1,3 0,-4-3,-9 0,-6-4,-8-3,-47-30,34 26,-9 3,-25-29,14 27,-15-7,-17-5,-8-12</inkml:trace>
  <inkml:trace contextRef="#ctx0" brushRef="#br0" timeOffset="71767.7141">29099 13386,'3'2,"9"3,11 4,8 4,13 6,5 5,8 2,0 0,2 3,-10-4,2 0,-10-4,-9-1,-1-3,-31-17,29 15,-5 2,-5 1,-19-18,18 16,-18-16,14 15,-14-15,7 9,-11-12,-14-21</inkml:trace>
  <inkml:trace contextRef="#ctx0" brushRef="#br0" timeOffset="73680.2364">30593 13150,'6'-14,"-2"-5,2-4,-6 23,9-22,4 1,4 2,9 3,4 9,5 5,3 7,0 6,-1 7,0 6,-4 3,-9 3,-8 2,-6 1,-10-1,-7-1,-1-4,-8-3,-5-8,21-16,-23 15,-1-7,24-8,-27 7,27-7,-19 3,13-1,18 6,16 4,15 5,2 3,1 5,-1 2,-45-27,37 29,-12-1,-16 0,-12-3,-12-1,-18-3,-17-2,-16-4,-20-4,-18-1,-13-6</inkml:trace>
  <inkml:trace contextRef="#ctx0" brushRef="#br0" timeOffset="143410.4503">12520 10379,'-6'-27,"-10"-3,-8 1,-11 10,-16 12,-14 13,-6 11,-3 12,2 7,11 4,12 6,12 5,15-2,12-1,10-8,11-8,6-11,12-6,3-10,3-7,5-9,2-6,0-8,-2-10,-6-3,-7-7,-6-7,-8 3,-13 49,9-48,-9 48,4-38,-4 38,1-26,0 13,1 14,3 19,0 11,4 7,11 5,4 4,18 9,7 4</inkml:trace>
  <inkml:trace contextRef="#ctx0" brushRef="#br0" timeOffset="143865.1698">13292 9974,'0'41,"-4"20,6 14,-1 13,5 3,-8-4,-2-9,-7-17,11-61,-10 46,10-46,-13 30,3-18,3-15,5-17,8-12,12-14,5-10,9 0,10 3,5 9,2 17,5 16,0 12,-8 9,-5 10,-8 5,-10 5,-6 9,-10 6,-9 1,-14 3,-9 0,-12-2,-13-2,-16-3,-9-5,-4 1,3-3,76-35,-64 25,27-21</inkml:trace>
  <inkml:trace contextRef="#ctx0" brushRef="#br0" timeOffset="144193.1843">14544 10327,'-30'-4,"-5"0,-1 7,0 6,2 12,3 14,7 6,2 6,5 3,1 1,10 1,12-5,10-1,11-5,10-7,13-4,12-7,16-8,11-10,6-10,6-8,0-7</inkml:trace>
  <inkml:trace contextRef="#ctx0" brushRef="#br0" timeOffset="144740.5775">15655 10410,'-7'-11,"-9"-2,-2 0,-8 8,-11 5,-9 6,-3 9,-4 8,1 14,5 4,4 8,5 2,17 2,7-8,8-6,14-10,5-3,5-8,12-8,5-8,9-9,5-12,4-7,1-10,0-6,-3-12,-4-9,-2-9,-7-7,-7-9,-6-1,-9 3,-2 3,-6 7,-4 10,-1 9,-5 7,2 50,0-43,0 43,0-36,0 36,0-29,2 14,-2 15,0 17,1 16,-5 14,1 16,-3 6,4 9,2 6,5 3,5-2,5 2,2-9,3-8,5-2,3-5,0-4,0 0,2-3,-1-1,4-6,0-4,-2-8,-6-18</inkml:trace>
  <inkml:trace contextRef="#ctx0" brushRef="#br0" timeOffset="146280.5627">16603 10573,'24'-4,"10"0,10-2,8-4,0 0,2-5,-10-4,-9-3,-12-1,-9-1,-11 1,-9 2,-9 0,-14 4,-9 9,-11 6,-6 8,-10 15,-6 8,0 12,3 9,12 2,10 3,13 1,12 0,17-5,8-6,10-9,14-6,2-9,14-8,8-9,-1-10,4-11,3-11,-8-12,-2-5,-4-10,-7-7,-5-1,-7 1,-5 6,-5 9,-15 47,9-37,-9 37,6-27,-6 27,2-19,0 16,5 22,-1 10,6 11,4 10,2 7,4 1,10 1,10 2,9-8,5-19</inkml:trace>
  <inkml:trace contextRef="#ctx0" brushRef="#br0" timeOffset="146718.0114">17866 9885,'0'0,"3"7,3 12,9 18,-2 12,5 14,-4 13,-3 16,-11 5,-5 6,-6-5,-5-7,0-16,16-75,-13 55,13-55,-10 39,10-39,-5 24,3-15,6-16,7-15,7-14,6-11,9-10,9 3,9 16,0 15,6 17,-4 17,0 17,0 12,-2 5,-8 7,-14 5,-9 0,-19-1,-11-2,-11-7,-11-6,-13-10,-11-11,-16-11,-14-11,-16-19</inkml:trace>
  <inkml:trace contextRef="#ctx0" brushRef="#br0" timeOffset="147467.7966">10150 10532,'3'27,"0"9,7 12,3 6,3 2,5 0,-2 4,2 0,-14-3</inkml:trace>
  <inkml:trace contextRef="#ctx0" brushRef="#br0" timeOffset="147655.2827">9872 10530,'37'-18,"21"-7,17-2,22 2,11 6,-3 7,6 11</inkml:trace>
  <inkml:trace contextRef="#ctx0" brushRef="#br0" timeOffset="147873.9369">10601 10687,'43'-13,"12"-1,8 3,4 5,-13 3</inkml:trace>
  <inkml:trace contextRef="#ctx0" brushRef="#br0" timeOffset="148014.5419">10712 10903,'35'-4,"15"1,17 6</inkml:trace>
  <inkml:trace contextRef="#ctx0" brushRef="#br0" timeOffset="148608.1369">10552 12865,'5'20,"5"21,-1 15,7 12,-1 13,2 2,-4-2,-2-5,-2-17,-9-59,8 45,-8-45,4 29,-4-29,4 15,-4-9,-1-12,-3-16,4-16,1-21,3-16,1-14,5-7,2-4,5 1,8 9,4 14,5 14,2 14,3 15,4 9,-7 13,0 10,-7 9,-7 10,-8 6,-8 7,-4 7,-7 2,-10 8,-13 4,-6 2,-10-4,-6 0,-3-3,1-3,52-44,-50 37,8-10</inkml:trace>
  <inkml:trace contextRef="#ctx0" brushRef="#br0" timeOffset="148733.1062">11445 13051,'20'2,"10"-1,16 7,4-5,-50-3,54 11</inkml:trace>
  <inkml:trace contextRef="#ctx0" brushRef="#br0" timeOffset="148873.7247">11568 13308,'43'-2,"15"4,14-5</inkml:trace>
  <inkml:trace contextRef="#ctx0" brushRef="#br0" timeOffset="151079.6046">13391 13008,'0'-12,"-1"-8,-5-1,-5-5,-3 5,-7 2,-7 2,-9 5,-8 7,-5 3,-5 7,4 12,6 8,5 5,1 6,11 6,6 3,8-4,8 5,7-4,2-2,7-6,4-6,8-4,4-3,5-9,4-9,0-11,5-9,-5-9,2-5,-8-2,-1-3,-3-3,-6-4,-2-3,-4 0,-1 2,-12 44,12-40,-12 40,7-31,-7 31,4-24,-4 24,2-14,-1 9,2 15,-2 8,-3 7,3 4,2-1,1 1,6-1,2-3,0 0,1-2,0-2,3-2,-1 0,-15-19,18 14,-18-14,14 13,-14-13,14 10,-14-10,12 8,-12-8,7 3,-7-3,5 3,-5-3,-3-2,-7-5</inkml:trace>
  <inkml:trace contextRef="#ctx0" brushRef="#br0" timeOffset="151704.5093">14746 12973,'-1'-7,"-6"-4,-10-1,-4-5,21 17,-23-13,-8 1,-14 7,3 4,-32 20,7 7,7 8,10 6,7 7,16-4,3 3,2 0,8 0,9-1,6-4,8-3,4-7,11-4,8-5,6-3,5-11,6-3,3-8,-1-4,1-4,-4-2,-4 1,-6 0,-38 12,33-15,-33 15,26-13,-26 13,22-11,-22 11,15-10,-15 10,12-10,-12 3,-7-3,-5 0,-6 1,-11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9T10:12:32.10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16600 6285,'2'-8,"2"-3,11-5,11-2,2 3,8-2,9 2,6 0,5 2,11 0,7 4,0 1,0-1,-2 0,4 0,-3 1,-3 2,3 1,-3-1,-11 1,-3 1,-56 4,45-5,-45 5,36-6,-11 5,-15 1,-18 2,-8 1</inkml:trace>
  <inkml:trace contextRef="#ctx0" brushRef="#br0" timeOffset="359.301">16545 6444,'2'-3,"3"-6,9 1,3-3,8-3,7 0,8-1,6 4,8-3,6-1,5 1,1 0,4 0,5 1,-4-1,-2 0,0 1,-3 3,-6-1,-7 4,-7 0,-46 7,42-4,-42 4,28-3</inkml:trace>
  <inkml:trace contextRef="#ctx0" brushRef="#br0" timeOffset="14043.6306">3345 12133,'0'0,"0"0,0 0,3 2,-3-2,5 3,6 1,-11-4,15 9,0 1,4 3,1 0,0 2,3-2,-23-13,21 17,1-1,2 2,1 1,2 1,0-4,-3-1,5-4,1 1,-2-2,5 0,2-2,0-1,5-3,-1 0,4-4,2-2,4-1,-3-2,5-1,3-1,-2 0,3-5,-2 2,8 0,-6 0,4 2,-1-2,7 2,-3-1,5 1,-5 4,-1-1,1 1,0 3,-8 2,4 2,-4 0,0 3,-2 2,0 0,4 2,-4 0,1 1,-1-1,-5 2,-2-2,-3 4,-1-2,-7 4,-2 1,-6 0,3-1,-5 2,0-4,-2 2,-2 2,0-2,-3 3,-3-1,-14-18,17 17,-4 0,0 0,-13-17,12 18,-12-18,10 15,0-2,-10-13,13 13,-13-13,7 11,-7-11,6 5,-6-5,3 3,-3-3,2-1,-2 1,2-3,-2 3,4-4,-4 4,11-8,-3-2,-8 10,10-14,3 1,1-5,0 2,6 2,2 0,2 0,0-1,4 4,3-2,-1-1,8 1,-3 2,8 3,2-2,2 0,-2 2,7 3,-5 1,5 0,1-1,5 3,-1 1,2 1,2 0,0 2,-2 2,1-1,-5 1,4 2,-4-2,2 0,-1-2,5 2,-2 0,4 3,-3-2,1 0,-2-1,-1 3,1 0,-2-3,0 1,2 1,-4-5,2 1,-2 1,-1-2,1-1,-1 1,0-1,3-3,-9-1,1-3,-3-2,-2-5,-1 3,2-6,-3 2,-1-3,-2 0,1-2,-5 0,0-1,-5 2,-2-3,-4 2,0-1,-3 0,-21 21,19-21,-3 5,-16 16,14-16,-14 16,7-13,-7 13,7-7</inkml:trace>
  <inkml:trace contextRef="#ctx0" brushRef="#br0" timeOffset="20833.5822">2531 9207,'-6'-13,"-6"-8,-2-1,-2-4,0-2,1 1,0 0,4-1,4 2,2 2,5 24,0-23,9 4,-9 19,17-16,10 6,5 6,3 7,-1 7,-3 4,-2 8,-9 3,-6 2,-2 1,-5 5,-6 1,-6-2,-6 1,-4-3,1-4,14-26,-18 25,18-25,-13 22,13-22,-10 15,10-5,17-9,16-9,14-9,22-1</inkml:trace>
  <inkml:trace contextRef="#ctx0" brushRef="#br0" timeOffset="21270.9849">3035 8714,'0'0,"-7"-9,3-7,-1-3,8-2,6 4,10 3,10 5,3 7,5 3,5 6,-7 6,-35-13,29 19,-7 2,-11 4,-11-25,1 25,-1-25,-6 20,6-20,-9 18,9-18,-6 10,9-6,15-4,8 0,11 1,3 3,5 4,-10 1,-7 3,-28-12,24 14,-13 4,-11 8,-11 0,-14 0,-9-1,-11-1,-10-4,-5 0,3-2,4-6,53-12,-47 6</inkml:trace>
  <inkml:trace contextRef="#ctx0" brushRef="#br0" timeOffset="21583.4615">3967 8414,'-9'0,"9"0,-25 5,-2 5,0 8,4 4,11 1,12 2,12-4,6 3,8 3,2-2,-1-1,2 1,-1-5,-7 3,-2-2,-19-21,12 22,-6-5,-6-17,-3 17,-11-1,-10 2,-9-4,-13-1</inkml:trace>
  <inkml:trace contextRef="#ctx0" brushRef="#br0" timeOffset="22098.9144">4013 8420,'35'-13,"17"-1,12-3,5 2,0 0,-2-4,-11-1,-5-4,-51 24,45-24,-45 24,33-26,-11 2,-15 1,-15 11,-9 2,-3 13,-3 6,-6 8,-2 7,4 7,0 0,1 5,7-3,19-33,-10 31,1-3,9-28,3 25,4-8,12-11,3-11,4-6,3-9,-2-4,-2-3,-2-5,-6-1,-2 0,-4 2,-11 31,9-29,-9 29,8-22,-8 22,5-16,-4 16,1 14,1 12,-2 9,-2 8,4 2,-2 1,6 3,2 0,10 1,-1-2,13 0,2-10</inkml:trace>
  <inkml:trace contextRef="#ctx0" brushRef="#br0" timeOffset="22473.8236">5065 8105,'-13'15,"-7"11,-2 10,0 10,3 5,8 1,11 2,7-7,9-4,3-8,12-9,7-13,1-9,-1-14,-2-9,-1-7,-9-7,-3-6,-6-7,-8-2,-2 0,-6 1,-5 4,-3 8,-6 2,0 9,-9 5,-4 10,-7 2,-3 11,-9 10,-3 7</inkml:trace>
  <inkml:trace contextRef="#ctx0" brushRef="#br0" timeOffset="23223.6531">2574 9824,'6'-4,"17"-8,6 0,7-1,7-1,5-4,9-1,10-5,9-2,7-5,14-3,3-5,10 1,5-3,8-3,3 3,2-5,2 3,0-3,2 2,4 3,-1-2,3 0,-3 4,-5 2,0 4,-14 2,-3 3,-14 2,-7 4,-17 0,-10 3,-65 19,51-16,-51 16,37-14,-15 4,-19 6,-18 5</inkml:trace>
  <inkml:trace contextRef="#ctx0" brushRef="#br0" timeOffset="23942.2887">3860 9621,'1'3,"-1"-3,3 14,3 4,1 11,5 4,-1 3,1 0,8 4,-5 0,8 2,-7 0,7-2,-2-2,7-4,1-10</inkml:trace>
  <inkml:trace contextRef="#ctx0" brushRef="#br0" timeOffset="24348.4388">4310 9611,'3'-14,"5"-5,-8 19,13-18,8 1,9 8,9 6,-9 9,-2 7,-6 5,-8 3,-10 4,-8 0,-10 0,-4-2,18-23,-19 20,19-20,-20 14,20-14,-15 9,8-8,15-7,8-1,13-5,9 3,6 6,-2 3,0 7,-42-7,33 15,-10 4,-8 7,-11 3,-14 2,-13 6,-22 7,-29 10,-20 14</inkml:trace>
  <inkml:trace contextRef="#ctx0" brushRef="#br0" timeOffset="40282.2169">1980 3918,'9'17,"-1"8,4 6,-1 8,4 8,-1 6,-3 3,6 4,-3-5,-1-5,0-3,0-6,0-2,-3-3,-4-3,-6-33,6 36</inkml:trace>
  <inkml:trace contextRef="#ctx0" brushRef="#br0" timeOffset="40485.2409">1783 3912,'14'-13,"17"-11,18-12,13-3,19 3,-3 3,4 9,-5 9,-10 7,-6 2</inkml:trace>
  <inkml:trace contextRef="#ctx0" brushRef="#br0" timeOffset="41219.4212">2003 6061,'7'22,"3"9,6 12,1 4,12 8,-3 2,-1 1,1-3,-5-3,-21-52,17 42,-17-42,14 33,-14-33,13 20,-10-9,-2-14,-9-8,-6-13,-6-8,-4-10,-1-8,2-11,4-11,6-7,3 0,10 6,10 11,9 12,3 15,8 13,0 9,-2 6,-1 10,-2 7,-6 4,-5 11,-8 3,-13 8,-15 6,-16 6,-9 5,-17 4,-2-2,-1-1,67-54,-59 46</inkml:trace>
  <inkml:trace contextRef="#ctx0" brushRef="#br0" timeOffset="41375.6328">2596 6075,'14'-7,"15"0,17 5,17 3,9 6</inkml:trace>
  <inkml:trace contextRef="#ctx0" brushRef="#br0" timeOffset="41547.5382">2853 6460,'52'-12</inkml:trace>
  <inkml:trace contextRef="#ctx0" brushRef="#br0" timeOffset="41953.6215">3476 6012,'6'-5,"5"-7,9 2,4 1,7 8,8 8,-2 6,4 7,1 9,-6 6,-12 2,-3 6,-13-3,-9 2,-6-13,-6-2,-2-9,-4-5,19-13,-11 14,11-14,-12 9,12-6,18-5,12-9,11 2,8 0,5 4,-7 4,-2 7,-9 7,-9 4,-6 4,-8 5,-8-1,-8 3,-12 1,-7 1,-10 1,-11-5,-12 0,-4-4,-9-1,0-10</inkml:trace>
  <inkml:trace contextRef="#ctx0" brushRef="#br0" timeOffset="42156.6985">4506 6047,'7'27,"1"9,2 15,-4 10,-2 7,-4 2,-4 2,-4-2</inkml:trace>
  <inkml:trace contextRef="#ctx0" brushRef="#br0" timeOffset="42578.5269">5070 6034,'2'22,"-5"12,-4 10,0 5,-2 0,0-7,3-5,8-12,9-9,7-9,14-7,9-12,7 0,0-6,1-3,-7-3,-4 1,-38 23,29-26,-6 2,-23 24,16-24,-16 24,9-19,-9 19,4-13,-5 10,-4 16,1 8,-4 9,5 9,0 6,3 2,3 2,0-1,3-6,-6-42,11 30</inkml:trace>
  <inkml:trace contextRef="#ctx0" brushRef="#br0" timeOffset="42785.1988">5730 6011,'3'5,"0"10,-2 11,5 13,-2 9,-2 4,-1 6,-3 1,0 3,2-4,1-3,-1-55</inkml:trace>
  <inkml:trace contextRef="#ctx0" brushRef="#br0" timeOffset="43066.3775">6156 5991,'0'0,"0"1,-2 6,4 11,4 9,10 9,8 2,6 0,3-1,3 3,-7-6,-29-34,19 32,-5-4,-11-1,-7-4,-11-1,-12-4,-6 1,-11 0,-8-4,-4 0,4-6</inkml:trace>
  <inkml:trace contextRef="#ctx0" brushRef="#br0" timeOffset="43269.4514">6191 5916,'25'-5,"13"0,15-1,14 3,7 3,5-1,-1 3</inkml:trace>
  <inkml:trace contextRef="#ctx0" brushRef="#br0" timeOffset="43941.1795">7676 5784,'0'0,"-3"8,-11 13,-12 11,-10 14,-12 8,-12 10,-5 6,-11 5,-7 6,-4 6,3-3,7-4,9-6,12-5,7-4,8-6,12-8,29-51,-18 41,7-12,14-21,10-22</inkml:trace>
  <inkml:trace contextRef="#ctx0" brushRef="#br0" timeOffset="44253.5953">7088 5821,'-6'12,"-1"4,-2 3,8 4,5-2,5-2,7-5,7-6,6-7,0-8,-2-6,-5-9,-5-2,-6-2,-11 26,7-27,-6 3,-1 24,-4-23,-5 6,-8 15,-4 7,-4 15,-6 13</inkml:trace>
  <inkml:trace contextRef="#ctx0" brushRef="#br0" timeOffset="44597.2792">7187 6685,'1'21,"4"7,6 3,4-2,6-10,1-8,1-6,1-10,-3-5,2-6,-9-5,0-3,-14 24,11-24,-8-2,-14-3,-3 2,-9 8,-7 5,-8 9,-1 8,0 7,39-10,-37 15,37-15,-28 20</inkml:trace>
  <inkml:trace contextRef="#ctx0" brushRef="#br0" timeOffset="44815.9854">7815 6164,'1'4,"0"10,-2 7,4 14,-2 11,3 8,-2 7,-1 1,5 4</inkml:trace>
  <inkml:trace contextRef="#ctx0" brushRef="#br0" timeOffset="45237.7382">8197 6178,'9'-11,"6"-2,4 0,5 3,2 8,3 5,-29-3,29 12,-6 10,-7 6,-10 6,-12 1,-7 2,-9-5,-8-4,1-7,29-21,-26 21,26-21,-20 12,10-2,15-4,16 2,12-4,9-2,6-1,-2 4,-46-5,43 4,-10 5,-8 3,-9 6,-10 0,-10 2,-8-3,-3 4,-11 0,-11-2,-9-4,-12-1,-9-3,-5-1,1 1,10-13</inkml:trace>
  <inkml:trace contextRef="#ctx0" brushRef="#br0" timeOffset="45472.0712">8759 6470,'24'0,"15"3,9-1,9 3,2 1,-5-2,-8-2,-46-2</inkml:trace>
  <inkml:trace contextRef="#ctx0" brushRef="#br0" timeOffset="45643.8935">8733 6712,'7'1,"13"2,16-2,17 3,11-3,13-2,0-2</inkml:trace>
  <inkml:trace contextRef="#ctx0" brushRef="#br0" timeOffset="46268.7492">9405 6227,'6'0,"4"-1,6 0,8-2,-24 3,29-6,1 3,0-1,-30 4,29-5,-29 5,23-6,-23 6,21-5,-21 5,19-4,-19 4,12-7,-12 7,7-4,-7 4,4-6,-4 6,1-6,-1 6,1-8,-1 8,0-6,0 6,0-5,0 5,-1-3,0 8,2 13,1 10,-3 11,0 14,-2 9,-2 4,-1 3,2-2,-1 0,3-3,1-3,-3-1,-4-5,0-5,1-6,2-7,5-37,-6 31,6-31,-3 22,2-15,2-17</inkml:trace>
  <inkml:trace contextRef="#ctx0" brushRef="#br0" timeOffset="46534.3092">9484 6657,'0'0,"1"-4,7-4,7-1,6-5,7 6,3-4,4 0,2 0,-2-2,2 3,-37 11,38-10,-3 1,3 4,-5 3,-33 2,28 0,-28 0,20 0,-20 0,18 4,-18-4,11 8</inkml:trace>
  <inkml:trace contextRef="#ctx0" brushRef="#br0" timeOffset="71778.38">4532 11218,'-3'3,"3"-3,-3 4,3-4,-4 1,4-1,-3 2,0-5,3-8,5-3,3-5,3-5,2-4,0-3,5-1,0-4,2 3,0-2,2-1,3 4,1-1,0-1,2 0,0 1,1 2,4 1,3 0,-1 3,1 2,2 4,-2 4,-1 3,-4 2,-31 12,29-9,2 2,4 3,2 3,1 4,-2 1,-1 4,1 3,-4 2,1 2,0 4,5 2,-3-3,2 3,-2 0,4-4,-4 1,7 1,-2-3,-1-1,6-1,-2-3,1-2,2-3,-1 2,0-3,1-4,-3-2,-2-1,-5-3,-1-1,-6 1,3 0,-2 0,-1 1,-6-1,0-2,-23 7,20-9,-1 3,-19 6,20-7,-20 7,18-7,-18 7,17-5,-17 5,18-3,-18 3,18-1,-18 1,18 0,-18 0,15 4,1 2,-16-6,15 13,-6-1,-9-12,14 18,-1 1,6 2,-3-2,-16-19,19 18,2-1,6 3,-2-7,6-1,1-2,2-3,2-3,3-1,3-2,3-6,1-1,1-3,-2-2,4 1,0 0,2-4,0 1,-5-1,3 1,-1-1,3 2,-6-2,4-1,-3-2,2-3,-3 1,3-3,1 0,-8-2,1 2,-1-2,-4 2,-2-4,4 4,-6 0,-1-1,0-1,0 3,2-4,1 5,1-3,1 0,-3 5,1-2,1 3,-2-1,-1 5,1 0,2 2,0 0,-1 3,3 1,0 1,-1 0,2 2,-2 2,2 3,-3 2,-2 0,2 1,-1 3,-4 0,3 1,2 2,-1 1,-1-1,-1 3,-1 0,-1 1,-1 2,-2 1,-3-1,-2 0,-1-1,2 3,0-2,-4 0,4 0,2 2,1-3,-3 3,2-4,-3 2,-1 1,1-1,0 0,-1 3,0-4,0 2,-22-17,24 18,1-1,5 4,-1-2,-2 0,-4-1,-4 1,4-2,-6 3,6 2,-1-4,-2 1,2 3,-3-1,-19-21,22 19,-2 1,2 5,-2 0,0-4,-20-21,20 26,1-1,-3 3,-18-28,16 26</inkml:trace>
  <inkml:trace contextRef="#ctx0" brushRef="#br0" timeOffset="81756.3464">9051 7415,'55'-15,"20"-2,16-1,14 4,3-1,10 5,-1 0,0 6,-6 2,-7 0,-11 4,-12 0,-18 0,-63-2,47 0,-18 1,-24 1,-27-5</inkml:trace>
  <inkml:trace contextRef="#ctx0" brushRef="#br0" timeOffset="82065.6531">8950 7584,'11'-1,"11"-4,17-1,17-3,18-1,10 6,15 0,3 5,11-1,1 1,1 2,-8-1,-5-5,-8 0,-8-3,-15-1,-11-3,-11 1,-49 9,38-12,-38 12,27-13,-12 5,-22 1,-15 1</inkml:trace>
  <inkml:trace contextRef="#ctx0" brushRef="#br0" timeOffset="83346.6001">7348 14773,'-1'4,"-3"5,-1 5,5-14,-2 22,1 5,3 10,0 2,2-2,0-3,-3-1,1 0,-2-33,3 29,0 1,-3-30,3 27,-3-27,2 20,-2-20,1 14,-1-14,3 8,1-8,5-21,3-12,0-5,-2-8,2-2,-2 3,-2 2,-2 5,-6 38,5-33,-5 33,4-25,-4 25,2-15,-2 15,1-10,-1 10,0-5,1 7,-2 11,0 8,-2 8,-2 6,1 2,-1 2,2 3,-3-3,0-2,1 0,5-37,-3 31,3-31,-3 28,3-28,-3 22,3-22,-3 14,2-8,5-16,1-12,3-13,-1-14,-1-10,-1-4,-4 6,-1 57,4-46,-4 46,-1-30,1 30,0-17,0 17,-1-8,-1 16,-2 17,-2 12,4 12,-7 14,3 7,-1 14,0 14,-4 0</inkml:trace>
  <inkml:trace contextRef="#ctx0" brushRef="#br0" timeOffset="87679.8421">6446 11973,'0'0,"2"1,-1 4,-1-5,4 13,-1 5,-3-18,6 23,2 4,7 2,-1 0,0-1,3-1,0 1,-1 0,3-1,4 0,2-2,4-1,1-6,5 0,0-6,8 1,0-6,9-2,0-4,0-5,5-4,4 0,1-6,-1 2,3 0,2-3,6-3,-3 3,1 0,2 1,-5 5,2 3,0 0,-3 4,-2 7,1 1,-4 3,-1 3,5 6,5-1,0 4,-2 1,2 2,-6 6,-9 4,0-2,-6 1,-10 0,-2 1,0-3,-6-1,-5-4,-1-6,-25-20,23 18,-3-5,-20-13,19 9,-1-6,3-4,0-7,4-4,4-6,6-6,3-2,13-1,10 0,6 0,4 3,4 2,-7 4,-4 2,-1 4,3 4,-2 6,5 7,2 4,1 7,5 3,2 4,-5-4,-3-2,0-3,-7-5,-2-5,-3-4,1-5,-4-2,4-2,-3-3,1-5,1-3,2-4,-1-5,-5-7,1-2,-4-6,-3-8,-8 1,-4-1,-7 0,-4 6,-6 10,-20 36,18-33,-10 8,-15 6,-20 2</inkml:trace>
  <inkml:trace contextRef="#ctx0" brushRef="#br0" timeOffset="89208.2407">8949 12587,'1'4,"3"8,-1 5,1 9,0 4,-1 9,0 4,-1 4,-2 6,1 4,3 3,-1 4,-1-1,-1 4,-2-1,-2-6,-1-6,6 2,2-6,0-1,-1-6,4 2,-1-5,-5-4,6-1,-4-4,-5-4,4-3,-2-24,-3 22,-5-8</inkml:trace>
  <inkml:trace contextRef="#ctx0" brushRef="#br0" timeOffset="89442.6227">8650 13548,'3'1,"5"0,7 6,10 5,1 2,11 8,-2 4,3 5,-3-1,-5-3,-1 5,-29-32,24 28,-5-7,2-16</inkml:trace>
  <inkml:trace contextRef="#ctx0" brushRef="#br0" timeOffset="89614.4124">9167 13518,'0'0,"0"0,-3 3,-8 11,-1 10,-4 15,-10 11,-5 13,-4 8,-9 11</inkml:trace>
  <inkml:trace contextRef="#ctx0" brushRef="#br0" timeOffset="97688.2671">10780 11965,'0'0,"-2"-2,2 2,-3-2,3 5,-2 9,1 5,2 7,3 5,6-2,4 1,2-3,6-1,4-1,1 2,8-1,3-1,4-4,5 0,2-3,1-3,11-2,0-2,2-4,11-3,-5-5,3 1,2-6,-1 0,0-2,5 0,-2-4,4 1,-1-4,5 3,0 2,8-2,-1 4,6 2,-1 3,2 6,-4 2,-4 1,-2 5,1 5,-2 2,3 8,0 3,-5 2,-2 5,-6 1,-12-1,-9 1,-9-1,-11-3,-7-2,-29-29,25 29,-4-3,-21-26,18 28,0-4,-18-24,17 22,-17-22,13 15,-13-15,11 7,4-10,2-9,5-6,4-4,7 0,6-6,13 1,4-4,4 2,2-2,7 1,1 3,6 2,2-3,0 8,2 1,1 3,-2 3,7 7,-2 4,-3 1,1 5,-6 5,-1 2,-1 0,0 1,-3 3,3 1,-1 1,-6 0,2-1,0 1,0-2,-2-5,-4-5,-4-9,-3-4,-1-7,-3-4,-3-5,-4-5,1-3,-10-4,-5-3,-4-2,-3 2,-5 0,1 8,-20 31,18-27,-18 27,16-21,-7 7,-11 2,-13 5</inkml:trace>
  <inkml:trace contextRef="#ctx0" brushRef="#br0" timeOffset="109107.4471">12643 10580,'5'6,"-5"-6,9 17,3 6,10 7,2 4,-2-2,2-4,-3-1,5-4,0-3,-3-1,-23-19,25 17,0-7,-25-10,25 7,3-7,3-10,0-7,-1-4,7-9,8-5,3-3,7-1,4-8,5-2,4-2,1 0,-2-3,1 4,-6-1,0 0,1 0,2-4,5 1,5 3,-2-1,-4 9,-3 3,-9 3,-10 6,-47 31,39-26,-39 26,31-23,-31 23,23-17,-14 7,-16 10</inkml:trace>
  <inkml:trace contextRef="#ctx0" brushRef="#br0" timeOffset="123166.6327">17996 12080,'0'0,"2"5,6 5,2 7,3 1,7 5,0-1,5-3,2-1,2 2,12-4,2-2,5-2,2-1,9-4,-1 0,4-4,3-2,12-6,0 0,-2-2,2-1,7-4,-3 1,3-1,1-2,1 2,-3 3,0 5,-6 1,2 0,1 0,-4 3,4 3,4 4,-1 0,-2 5,4 3,-5-1,-1 4,-2 4,-4 4,-5 1,-11 5,-3 2,-7-2,-5 2,-5 2,-3-2,-5-4,-1 4,-10-2,5-1,-23-31,22 29,-5 3,-1-9,-16-23,15 23,-15-23,14 18,-14-18,12 8,6-9,3-6,5-10,3-5,0-6,8-1,4-2,7 1,7 3,2 4,1-4,5 6,-3 0,3 3,3 1,0 3,3 4,0 1,5 4,-4 2,5 5,1 1,-4 5,1 3,-4-1,1 1,-2 0,2-1,-3-3,2-2,-7-1,3-2,-1-1,-2-4,0-5,3 1,0-2,3-3,-2 3,-2-1,2-3,-5 2,-1-4,-1-3,-6 0,-5-3,-2 0,-6-3,-5-1,1-1,-8 0,-1 0,-3 5,-24 21,20-19,-20 19,13-14,-13 14,11-11,-11 6</inkml:trace>
  <inkml:trace contextRef="#ctx0" brushRef="#br0" timeOffset="133013.7121">22171 7962,'1'-3,"0"0,-10 9,-11 8,-14 6,-13 13,-7 10,-10 14,1 8,3 8,8-3,10 1,14-3,13 0,16-8,12-8,7-9,8-10,9-9,5-12,1-6,-4-10,-2-6,-9-7,-28 17,25-22,-7 1,-18 21,9-29,-8 3,-14 4,-14 8,-11 5,-12 7,-6 6,-2 4,7-2</inkml:trace>
  <inkml:trace contextRef="#ctx0" brushRef="#br0" timeOffset="133310.5209">22537 8157,'24'-8,"12"3,9 1,10 5,2 7,-4 4,-5 5,-8 3,-8 3,-6 5,-3 4,-8 7,-6 8,-4 5,-2 3,-2 1,1-1,6-3,-1-3,-1-5,4 4,-8 3</inkml:trace>
  <inkml:trace contextRef="#ctx0" brushRef="#br0" timeOffset="133497.9675">22854 8573,'32'-10,"22"-1,20-1,22 4,12 1</inkml:trace>
  <inkml:trace contextRef="#ctx0" brushRef="#br0" timeOffset="133935.3589">23735 8261,'3'-8,"4"-8,7 3,7 1,10 5,9 6,5 10,5 4,-5 6,-4 1,-41-20,30 22,-13-2,-13-1,-4-19,-5 16,-10-4,15-12,-19 7,19-7,-17 4,7-1,14 6,9 2,14 6,8 4,2 6,-1 2,-3 4,-9-2,-10-3,-7-2,-11-3,-11-4,-10 0,-5-6,-10-4,-6-3,1-5,3-8,8-4,18-10,18-5,20-2,20-1,15-3,13-3</inkml:trace>
  <inkml:trace contextRef="#ctx0" brushRef="#br0" timeOffset="134279.0322">24824 8163,'0'-3,"-13"1,-8 1,-10 5,-11 7,-6 11,3 5,3 3,42-30,-31 31,11 0,15-1,11-7,9-8,8-6,5-9,3-5,0-8,1-4,-3-2,-1-6,-9-8,-1-2,-18 35,16-36,-16 36,12-34,-12 34,6-24,-3 21,-2 18,-4 21,3 14,0 11,-3 5,-1 2,6-1,3-3,13-8,13-17</inkml:trace>
  <inkml:trace contextRef="#ctx0" brushRef="#br0" timeOffset="134700.8179">25579 8114,'0'0,"-14"-7,-7 6,-16 5,-12 10,-3 9,3 6,6 2,5-4,13-2,25-25,-17 26,8-5,9-21,5 16,8-7,6-10,5-7,3-4,-1-8,0 1,-4-6,-3 0,-3 3,-16 22,17-18,-17 18,11-12,-2 8,-1 14,-2 11,-3 14,-1 9,0 13,-2 6,-1 9,-2 8,3 6,-6-1,1 1,-2-12,2-16,5-58,2 41,5-24</inkml:trace>
  <inkml:trace contextRef="#ctx0" brushRef="#br0" timeOffset="134981.9903">26744 8040,'-2'6,"-8"19,-6 10,-9 10,-12 14,-4 10,-8 6,-5 6,4 3,-4-6,9-7,10-8,7-11,11-10,8-10,8-16,5-20,5-20</inkml:trace>
  <inkml:trace contextRef="#ctx0" brushRef="#br0" timeOffset="135294.4209">26133 7974,'-6'5,"-4"9,-2 4,2 3,3 5,7-26,1 25,5-3,-6-22,12 16,0-7,4-13,2-5,-3-8,-2-3,-3-5,-10 25,7-23,-7 23,1-22,-10 3,-9 9,-8 10,-3 14,-1 4,3 11,9 7,8 10,10 9,6 1</inkml:trace>
  <inkml:trace contextRef="#ctx0" brushRef="#br0" timeOffset="135653.7285">26543 8789,'-9'21,"0"8,-4 8,7 4,4 0,7-6,-5-35,8 31,9-8,-17-23,21 16,6-10,0-11,-1-7,-1-5,-6-6,-4-3,-5 0,-10 26,7-25,-3 0,-9 2,-5 6,-9 4,-5 4,-10 10,-3 1,-1 7,4 5,11 2,11 5,11 3,13-6</inkml:trace>
  <inkml:trace contextRef="#ctx0" brushRef="#br0" timeOffset="135950.5192">27290 8361,'0'0,"0"0,0 3,-3 9,2 9,-3 7,2 8,-6 4,0 9,0-2,-1 6,5 5,0-8</inkml:trace>
  <inkml:trace contextRef="#ctx0" brushRef="#br0" timeOffset="136341.0436">27647 8385,'15'-9,"4"-4,1 3,5 9,3 9,2 6,-5 9,-1 4,-24-27,11 26,-8 2,-9 0,-13-4,-5-7,-4-5,28-12,-29 5,29-5,-26 4,26-4,-19 0,16 5,17 3,10 1,14-1,1 4,2 0,-2 1,-39-13,33 17,-33-17,21 19,-10 6,-15 1,-12 2,-14-7,-3-2,-7-5,-8-4,-10-2,-5-5</inkml:trace>
  <inkml:trace contextRef="#ctx0" brushRef="#br0" timeOffset="136544.1355">28636 8849,'45'15,"15"4</inkml:trace>
  <inkml:trace contextRef="#ctx0" brushRef="#br0" timeOffset="136715.9593">28455 8981,'38'18,"24"11,16 6,11 3,5-8</inkml:trace>
  <inkml:trace contextRef="#ctx0" brushRef="#br0" timeOffset="144110.3963">29640 8544,'19'-5,"10"4,8 2,8 2,1 1,4 3,2-1,-4-1,-4 4,-5 0,-39-9,33 11,-5 4,-8 8,-6 2,-6 5,-3 4,-4 6,-3 0,0 7,-3 3,-1 2,0 6,0 3,2-8,-2 6,1-1,3-4,0 0,2-1,-2-6,0-3,3 0,1-5,-7-4,2-5,-3-4,-4-13</inkml:trace>
  <inkml:trace contextRef="#ctx0" brushRef="#br0" timeOffset="144375.9743">29764 9076,'9'-4,"10"-6,14-1,13 1,11-2,9 7,4 3,4 1,-1 1,-3 0,-4-2,-10 0,-6-3,-10 1,-40 4,32-4,-32 4,20-1,-10 9,-15 5</inkml:trace>
  <inkml:trace contextRef="#ctx0" brushRef="#br0" timeOffset="172806.7931">19160 15850,'7'-2,"5"1,4-2,4-3,3 3,-23 3,24-4,1-3,5 2,1-4,1 1,2-1,6-1,-2-3,9 5,1-6,6-1,8-4,8 1,11-3,7 1,6 0,5 0,3 4,1 1,-2 4,0 0,0 5,2 0,0 3,6 3,4 1,8 1,2 5,6 1,1 2,3 10,-2 0,-3 8,-5 3,-9 3,-9-1,-16 0,-14-3,-16-3,-59-27,40 26,-19-3,-21-8</inkml:trace>
  <inkml:trace contextRef="#ctx0" brushRef="#br0" timeOffset="173181.6885">19501 16644,'16'-1,"13"-7,17-7,15-8,15-9,20-6,17-6,20-5,16 2,19 3,19 9,21 10,19 18,23 24</inkml:trace>
  <inkml:trace contextRef="#ctx0" brushRef="#br0" timeOffset="197582.2623">16600 6304,'0'0,"0"-5,0 5,2-11,5-2,15-2,7 2,11 2,12 3,6 1,3-1,10 1,3-4,5 2,8 0,6 0,4-3,2 3,1 6,-1 1,-5-1,0 2,-9 2,-5-1,-3 2,-13 0,-12-2,-52 0,45-2,-45 2,30-2,-13 1,-18-5</inkml:trace>
  <inkml:trace contextRef="#ctx0" brushRef="#br0" timeOffset="198004.0331">16756 6504,'20'-6,"11"-4,11-1,15-2,4-5,6 2,6-3,6 1,6 1,5 1,1 1,1-3,0 6,-5-2,-8 0,-4 1,-7 2,-15 0,-6 2,-47 9,37-7,-37 7,26-9,-12 4,-21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9T10:19:44.73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16384 5056,'-6'-45,"-10"-9,-11-1,-8-4,-17 8,-16 2,-13 4,-14-2,-17 9,-13 3,-8 10,-8 9,-8 6,-2 7,-2 12,5 6,2 15,1 8,-1 10,14 7,3 8,15 7,7 8,15 5,14 3,7 1,14 3,22 3,5 1,14 0,9-1,10-3,5-6,12-2,8-7,6-2,7-11,8-7,12-3,8-12,7-7,12-13,16-14,16-14,10-9,16-10,11-12,5-4,7-7,2-5,0-3,-8-6,0-1,-1-1,-3 2,-7-2,1 3,-10 0,-12 2,-12 1,-12 0,-18 2,-13 1,-17-1,-17 1,-18 2,-10 0,-17-3,-24-2,-22-1,-28 0,-28 0,-32 4,-29 5,-38 11,-34 15,-41 23,-34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9T10:20:18.80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19929 8898,'-11'-5,"-5"-2,-1 3,-10 4,-1 6,-10 7,-4 3,-1 10,-2 4,5 8,5 1,9 0,10-2,8 0,11-3,13 1,5-6,12-6,8-4</inkml:trace>
  <inkml:trace contextRef="#ctx0" brushRef="#br0" timeOffset="679.2691">20107 8998,'0'0,"-14"5,-3 6,-10 11,0 5,3 9,5-2,6 1,13-35,1 33,6-5,9-7,-16-21,22 14,3-11,0-11,-4-6,-1-6,-5-5,-2-1,0-1,-4-2,-9 29,12-26,1 3,-13 23,18-13,0 10,3 15,2 8,5 8,-11 2,-2 0,-1-3,-14-27,9 27,-9-27,4 22,-4-22,3 16,-3-10,0-13,0-7,0-6,0-7,3-5,5 0,-8 32,16-28,0 5,-16 23,27-13,-3 7,-4 13,-20-7,22 13,-22-13,17 16,-17-16,10 17,-10-17,11 16,-11-16,6 8,-2-11,4-8,0-6,4-5,3 4,3-2,-1 9,5 5,1 4,3 10,-2 8,-5 3,5 7,-6 5,0 0,-4 2,-14-33,13 34</inkml:trace>
  <inkml:trace contextRef="#ctx0" brushRef="#br0" timeOffset="1116.7176">21151 9226,'4'25,"-2"8,-1 8,-1 9,0-4,-1-6,5-4,-4-36,-4 31,4-31,-2 18,-1-9,-2-14,-6-13,2-9,-5-10,-1-10,3-6,3-4,4-5,10 5,7 8,4 9,6 12,-22 28,28-18,2 13,4 6,-2 8,-1 6,-10 4,0 1,-6 9,-7 1,-6 5,-8-5,-6-7,-3 0,-8-7,-4-3,-5 1,0-5,32-9</inkml:trace>
  <inkml:trace contextRef="#ctx0" brushRef="#br0" timeOffset="1475.9551">21777 9107,'-17'6,"-17"7,-3 11,-2 9,0 7,8 2,11 0,8-7,10-6,2-29,7 21,3-8,5-8,3-7,1-10,3-6,-1-7,-3-5,-6-5,4-3,-16 38,10-36,-10 36,9-29,-9 29,9-20,-3 16,0 17,-1 10,2 14,2 8,5 1,2 4,6 1,-22-51</inkml:trace>
  <inkml:trace contextRef="#ctx0" brushRef="#br0" timeOffset="1944.604">22101 9233,'9'5,"6"6,4 9,7 3,-2 3,-24-26,18 25,-2 1,-16-26,2 22,-10-13,-4-9,-1-9,0-7,9-3,5-1,10-1,9-2,8 3,7 1,7 5,4 1,2 4,0-4,-2 3,-3-2,-7 3,-4 5,-32 4,27-10,-27 10,20-10,-20 10,13-11,-13 11,4-12,-7 3,-8 6,-2 6,-6 12,1 6,3 8,7 4,2 4,12 2,3-6,11-3,5-5,8-11,8-5</inkml:trace>
  <inkml:trace contextRef="#ctx0" brushRef="#br0" timeOffset="2163.2875">23429 8965,'0'8,"-1"9,-2 14,-2 9,2 9,0 5,-5 1,2-3,6-52,-5 46,-1-10</inkml:trace>
  <inkml:trace contextRef="#ctx0" brushRef="#br0" timeOffset="2491.371">23780 8947,'-13'2,"-5"2,-3 5,0 2,8 4,5 3,8 3,8 4,14 3,5 3,7 3,3 2,-1-4,-2-1,-34-31,29 33,-8-6,-21-27,15 24,-10-3,-5-21,-8 19,-12-6,-14-2,-10-4,-1-4,-5-2,-3-10</inkml:trace>
  <inkml:trace contextRef="#ctx0" brushRef="#br0" timeOffset="2663.1703">23851 8912,'35'-2,"15"4,18 1,13 6,3 1</inkml:trace>
  <inkml:trace contextRef="#ctx0" brushRef="#br0" timeOffset="3741.0607">25095 9125,'0'0,"1"0,-1 0,-1-1,-2 10,-9 12,1 9,-1 7,0 5,4 1,10-2,7 0,6-10,4 0,6-10,2-9,-1-6,-2-6,-3-12,-3-4,-2-4,-7-6,0 0,-9 26,4-27,-4 27,2-24,-2 24,-1-19,1 19,-2-11,0 11,2 0,3 11,10 7,11 2,6-4,7-4,-2-8,1-7,-5-5,1-3,-8-3,0-5,-5-1,-1-5,-8-4,-10 29,12-27,1 0,-13 27,12-22,-12 22,13-15,1 11,0 14,2 10,-1 7,-2 2,4 2,-2-3,-15-28,12 26,-12-26,13 24,-3-6,-10-18</inkml:trace>
  <inkml:trace contextRef="#ctx0" brushRef="#br0" timeOffset="3897.2573">25455 8922,'0'0,"3"-7,8-6,19-5,7-3</inkml:trace>
  <inkml:trace contextRef="#ctx0" brushRef="#br0" timeOffset="4069.1578">25843 8720,'0'6,"4"10,1 10,2 7,1 12,-1 5,2 3,-1 3,0 6,0 4,-5-4,1-8,-4-54,5 49</inkml:trace>
  <inkml:trace contextRef="#ctx0" brushRef="#br0" timeOffset="4569.0167">25770 9076,'12'-8,"11"0,8-6,7-1,9 3,-1-2,-1-4,-6-5,-8-2,-3-4,-28 29,18-27,-4 1,-14 26,9-24,-9 24,3-17,-3 17,0-10,0 9,0 12,-3 11,6 12,-4 7,2 8,-1 3,4 0,-1-2,1-6,2-8,-6-36,2 29,-2-29,0 19,1-9,0-16,0-6,2-5,6-9,4-7,4-3,8 3,6 5,1 11,3 10,4 13,-2 6,-3 7,-1 6,-3 8,-6 2,-6-1,0-1,-4 3,-8-5,-6-31</inkml:trace>
  <inkml:trace contextRef="#ctx0" brushRef="#br0" timeOffset="4959.5053">27166 9017,'3'-14,"1"-3,0-8,3-1,0 2,-7 24,12-22,4 6,1 6,4 6,-3 8,0 7,1 9,-3 4,-4 7,-5 1,-3-2,-6 2,-6-3,8-29,-12 28,-3-4,15-24,-21 22,21-22,-17 15,17-15,-11 11,10-4,15-8,13-3,12-1,10-1,9-3,5 0,7-4</inkml:trace>
  <inkml:trace contextRef="#ctx0" brushRef="#br0" timeOffset="5318.8047">28124 8831,'-6'0,"-9"5,-10 8,-10 8,-8 9,1 10,-1 8,6 2,8 1,14-4,10-1,11-9,9-2,12-6,4-6,8-7,1-4,-2-9,-4-8,-3-3,-6-7,-5-5,-20 20,11-30,-6 0,-11-3,-10 6,-6 7,-6 9,-6 8,-8 11,0 7,-3 10,0 2</inkml:trace>
  <inkml:trace contextRef="#ctx0" brushRef="#br0" timeOffset="7552.6755">27224 8718,'0'0,"1"-1,-1 1,3-5,-2-3,-3-3,-8-3,-7-3,-4 0,-8-5,-7-3,-2 1,-2-2,-6 2,4 1,-6 4,1 1,-5-1,-5-1,-5 1,-11 0,0 2,-4 1,-2 1,-9 2,0 1,-1 0,-1 3,-3-1,-2 0,-1 5,-3 0,-2 0,0 5,-2 1,-2 2,1 5,3 0,5 4,-5 4,4-2,3 3,-3 3,3 3,-2-1,0 0,3 0,5 3,1 1,7-1,8 2,4-1,1-2,10-2,5 2,9-5,5-2,6 2,32-19,-28 14,6 0,22-14,-20 14,20-14,-15 12,15-12,-10 12,7-9,3-3,2-7,8-8,-10 15</inkml:trace>
  <inkml:trace contextRef="#ctx0" brushRef="#br0" timeOffset="7880.6959">23486 8564,'0'0,"4"-4,-4 4,4-10,-4 10,4-7,-1 3,-5 8,-7 3,-6 10,-4 4,-5-1,-2 3,3-5,23-18,-24 16,24-16,-15 16,8-2,7-14,1 11,11-6,15-4,6-7,5-2,3-1,2 2,-2 1,-4 1,-2 2,-5 2,-30 1,27 3,-27-3,21 1,-21-1,17 5,-17-5,10 6</inkml:trace>
  <inkml:trace contextRef="#ctx0" brushRef="#br0" timeOffset="8505.5462">27118 8465,'0'0,"-2"-5,2 5,2-3,-2 3,-2-1,6 9,1 7,4 4,-1 7,4-1,-6 0,4-2,-10-23,11 24,-2-5,-9-19,10 21,-10-21,8 16,-4-6,-12-5,-6-2,-14-5,-12-4,-12 1,-12 1,-9 2,-8 7,-3 6</inkml:trace>
  <inkml:trace contextRef="#ctx0" brushRef="#br0" timeOffset="21065.103">9152 9465,'25'-9,"9"-1,14-5,6 3,7-1,1 0,6 2,2-2,-5-1,2 2,-1 5,-1-2,-5 3,-4 1,-12 3,-44 2,35 2,-15 4,-16-1,-23 2</inkml:trace>
  <inkml:trace contextRef="#ctx0" brushRef="#br0" timeOffset="21283.8088">9197 9559,'0'0,"-23"4,23-4,-22 7,22-7,-19 5,11-4,31-8,10 1,18-6,8-2,6-2,5-1,9-1,6 3,1 1,-2 2,-8 3,-6 5,-7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9T10:25:09.26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31953 14958,'0'0,"-4"3,4-3,-4 7,4-7,-7 9,7-9,-7 10,7-10,-9 7,9-7,-6 3,6-3,-3 0,3 0,-3-1,3 1,-2-2,2 2,-4-4,-1-5,5 9,-12-15</inkml:trace>
  <inkml:trace contextRef="#ctx0" brushRef="#br0" timeOffset="10263.2154">16628 14479,'-11'-3,"-7"3,-13 8,-5 10,-8 5,1 5,2 6,10-1,6 2,25-35,-13 37,14-2,9-2,12-1,10-6,2-7,8-4,7-2,-3-6,5-2,-5-5,-2-1,-44 1,36-2,-36 2,30-2,-30 2,20-3,-20 3,13-1,-12-1,-20 1</inkml:trace>
  <inkml:trace contextRef="#ctx0" brushRef="#br0" timeOffset="10794.3407">20608 14674,'4'19,"-3"6,-1 8,0 2,3 1,-1-2,2-2,-4-32,5 29,-5-29,4 28</inkml:trace>
  <inkml:trace contextRef="#ctx0" brushRef="#br0" timeOffset="11091.1369">20473 14413,'9'-12,"3"-3,11 2,8 5,16 5,8 14,12 5,5 9,6 13,-7 4,-12 1,-16 1,-12-3,-14-4,-16-3,-15-4,-10-2,-18-4,-16-5,-12 3,-9-8,-3 0,-2 1,6-1,4 0,74-14</inkml:trace>
  <inkml:trace contextRef="#ctx0" brushRef="#br0" timeOffset="11669.1249">25271 14487,'3'8,"1"8,-3 10,2 9,0 7,3 3,1 2,1 4,-2-2,-5 0,-3-3,2-46</inkml:trace>
  <inkml:trace contextRef="#ctx0" brushRef="#br0" timeOffset="11965.9347">25134 14423,'9'-7,"9"0,10 5,12 3,10 3,6 15,13 7,4 8,-6 9,-4 3,-11-1,-16-6,-11 0,-9-9,-12-1,-11-5,-13-2,-9-1,-12-2,-20-2,-29 0,-28-1,-29 6,-28 5</inkml:trace>
  <inkml:trace contextRef="#ctx0" brushRef="#br0" timeOffset="24728.6089">22962 14631,'0'8,"-1"11,-2 3,0 5,0 2,-2-2,5-27,-2 27,1 0,1-27,0 24,0-24,1 19,-1-19,0 12,2-10,1-14,-1-5,1-3,-1-5,1-1,-1-1,-2 27,3-28,-3 28,2-26,-2 26,0-18,0 18,0-13,0 10,1 13,-4 7,0 8,-3 3,3 8,-1 4,5 6</inkml:trace>
  <inkml:trace contextRef="#ctx0" brushRef="#br0" timeOffset="25431.5341">23213 15192,'0'0,"0"0,-2 1,-10 3,-3 9,-4 7,2 2,0 4,7-1,10-25,-3 23,10-2,8-3,9-6,3-5,1-6,-2-5,-3-6,-7-4,0-4,-8-5,-5 0,-7-2,4 25,-5-24,-10 5,-9 2,-4 7,-2 8,-6 8,3 4,0 6,5 6,8 0,4 1,11 4,6-1,8-2,8-4,11-1,6-7,5-6,3-5,-1-6,-7-7,-6-3,-10-6,-5-2,-13 23,2-24,-9 1,-13 3,-8 5,-6 6,-4 8,1 5,1 5,36-9,-31 12,3 4,10 1,5 4,11 0,17-4,8-3,11-5,2-2,-36-7,37 4,-37-4,31 1,-10 0,-12 6,-13 3,-11 5,-7 6,-7 3,3 0,1 5,25-29</inkml:trace>
  <inkml:trace contextRef="#ctx0" brushRef="#br0" timeOffset="146836.7005">5089 9417,'22'18,"4"8,9 9,7 4,-6 2,-36-41</inkml:trace>
  <inkml:trace contextRef="#ctx0" brushRef="#br0" timeOffset="147008.5513">5305 9461,'-12'19,"-7"10,-1 7,-6 8,-2 4,-3 2,3 1</inkml:trace>
  <inkml:trace contextRef="#ctx0" brushRef="#br0" timeOffset="147211.612">5454 9494,'0'17,"-2"12,1 2,1 10,0 4,3-6,6-8</inkml:trace>
  <inkml:trace contextRef="#ctx0" brushRef="#br0" timeOffset="147570.916">5828 9432,'-3'7,"-5"4,-3 7,-1 10,-2 4,2 0,9 0,3-2,6-5,8-9,3-3,4-7,4-7,0-7,-1-5,-2-7,-6-2,-1-6,-5-4,-5 0,-5 32,1-33,-4 5,-9 0,-4 9,-5 7,-5 9,-6 6,1 4,3 4,2 4,7 1,19-16,-13 19,14-3</inkml:trace>
  <inkml:trace contextRef="#ctx0" brushRef="#br0" timeOffset="147898.9589">6116 9072,'-4'7,"-9"6,13-13,-19 24,4 1,4 3,11-28,-7 27,14-6,-7-21,19 15,4-13,0-6,-23 4,23-13,-6-6,-9-7,-7 0,-5 0,-6 2,10 24,-13-18,-11 5,-10 8,-2 10,-3 6</inkml:trace>
  <inkml:trace contextRef="#ctx0" brushRef="#br0" timeOffset="148305.1213">3248 9486,'16'18,"4"7,5 5,1-2,4 2,9 9,-39-39,38 31</inkml:trace>
  <inkml:trace contextRef="#ctx0" brushRef="#br0" timeOffset="148476.9659">3414 9497,'-18'16,"-8"11,-2 9,2 7,-3 3,1 5,0 2,7-2,21-51</inkml:trace>
  <inkml:trace contextRef="#ctx0" brushRef="#br0" timeOffset="148664.4293">3662 9546,'-2'7,"-2"12,-2 8,-3 11,5 6,-2-3,2 4,1-2,3-43</inkml:trace>
  <inkml:trace contextRef="#ctx0" brushRef="#br0" timeOffset="149023.7013">3945 9565,'-15'11,"-5"11,-1 5,-1 5,8 4,2-3,12-33,-5 31,7-7,-2-24,10 23,12-12,5-11,0-9,4-10,-3-2,-5-5,-3-2,-4-2,-3-1,-13 31,6-28,-6 0,-2 2,-5 7,-10 6,-2 5,-4 5,-6 9,0 5,-6 4,35-15,-30 14</inkml:trace>
  <inkml:trace contextRef="#ctx0" brushRef="#br0" timeOffset="149211.1813">4175 9111,'1'10,"-2"7,-3 12,1 14,4 11,-2 7</inkml:trace>
  <inkml:trace contextRef="#ctx0" brushRef="#br0" timeOffset="149773.5213">2350 9495,'1'3,"8"3,2 4,8 7,10 5,9 7,7 1,4 5,3-4,-4 3,-48-34</inkml:trace>
  <inkml:trace contextRef="#ctx0" brushRef="#br0" timeOffset="149992.2128">2620 9486,'-10'18,"-13"9,-3 16,-10 15,-3 12,-5 4,-2 4</inkml:trace>
  <inkml:trace contextRef="#ctx0" brushRef="#br0" timeOffset="150539.0255">1268 9529,'0'2,"0"6,3 8,5 8,6 5,9 3,4 2,3-2,11 3,-3-1,-8-4</inkml:trace>
  <inkml:trace contextRef="#ctx0" brushRef="#br0" timeOffset="150726.4137">1479 9547,'-10'7,"-6"10,-4 7,-3 10,-5 13,-5 6,0 4,-1 4,-3 1,4-6</inkml:trace>
  <inkml:trace contextRef="#ctx0" brushRef="#br0" timeOffset="150960.7891">1786 9603,'0'10,"0"14,0 10,-3 7,-3 7,3 6,-1-2,4-1,0-51,4 46</inkml:trace>
  <inkml:trace contextRef="#ctx0" brushRef="#br0" timeOffset="151382.5209">2039 9588,'-6'7,"-4"8,-4 8,-1 9,-4 10,8 1,5 1,7-6,8-5,4-5,9-8,4-4,4-6,2-7,4-10,-1-4,-5-3,2-4,0-3,-8-1,4-1,-5-4,-4 0,-3-4,-8 1,-8 30,2-29,-5 3,3 26,-15-29,-6 10,-5 5,-3 5,29 9,-29-1,3 7,0 8,8 6,18-20,-10 20,16-1</inkml:trace>
  <inkml:trace contextRef="#ctx0" brushRef="#br0" timeOffset="152007.3622">2382 9178,'3'-9,"-3"9,4-14,6-3,5 3,-15 14,18-14,4 10,0 11,-2 5,-4 7,-6 3,-7 4,-6 1,-6 5,-7-2,2 1,-5-4,19-27,-19 24,19-24,-19 22,19-22,-18 18,18-18,-13 15,8-4,17-8,14-4,7-3,5-4,5 2,-5 0,-2 2,-4 2,-32 2,27-1,-27 1,23-1,-23 1,19 0,-6 2,-13-2</inkml:trace>
  <inkml:trace contextRef="#ctx0" brushRef="#br0" timeOffset="169644.0319">3076 6618,'0'-6,"-3"-11,3-4,0-2,0-4,3-2,6-3,5-5,2-4,8 1,4-6,-1 4,4 2,-4 6,-3 4,-1 6,-23 24,20-16,-4 2,-16 14,20-7,2 6,5 12,1 1,-1 9,1 2,-1 4,1-3,2 1,2-2,1 1,5-3,2-2,1-4,2-4,3 1,1-4,-1 0,2-5,-2-1,2-3,1-1,0 0,2-5,-1-1,1 0,-6-3,5-1,-6 1,2 2,-4-3,-7-4,1 0,-3-1,-2-4,-2 1,1-3,-6 1,-2 2,-2 0,-20 20,19-16,-2 2,-17 14,12-16,-12 16,9-10,1 3,-10 7,10 0,2 8,6 5,4 2,1 5,2-4,1-1,3-2,0-2,8-2,4 0,0-3,6 0,1-6,0-2,6 1,-2-5,2-2,2 2,-2-3,1 0,3-1,-3 0,1 0,3 0,4 1,-5-1,4-1,1 1,-3-3,-1-4,-1 0,1-1,-4-3,3 0,-1 0,0 2,0-1,3 5,3 2,-1 1,-1 3,5 5,-5 2,1 1,-4 5,1 4,-5-1,0 5,-4 1,-6 0,0 5,-1 0,1 5,-5 2,6 6,-4 5,1-5,-2 3,-6 0,-4-2,-6-1,-6 1,-10-3,0 0,-6 0</inkml:trace>
  <inkml:trace contextRef="#ctx0" brushRef="#br0" timeOffset="172940.0913">7549 10875,'-2'0,"-1"7,0 8,1 6,2 6,2 8,-1 7,1 3,-4 3,-2-3,0-1,3-8,0-1,1-35,0 30,1-1,-1-29,-1 28,1-28,0 24,-1-13</inkml:trace>
  <inkml:trace contextRef="#ctx0" brushRef="#br0" timeOffset="173674.2825">8012 10994,'0'0,"-3"-3,3 3,-8-8,-7 7,-9 2,-4 10,-2 7,1 8,0 3,5 7,2 0,7 0,8-3,7-2,4-3,7-3,7-4,-18-21,19 16,8-3,5-7,2-4,-3-5,1-8,-4 0,-4-3,-4-7,0-1,0-2,-6-4,0-1,-14 29,8-27,-7-2,-3-1,-4 2,6 28,-11-25,-6 0,-5 1,-6 7,28 17,-29-15,-5 3,-5 5,5 6,2 3,6 7,26-9,-25 9</inkml:trace>
  <inkml:trace contextRef="#ctx0" brushRef="#br0" timeOffset="175111.4523">8343 10183,'-3'5,"-5"3,-4 5,-2 2,-1 5,0 3,2 3,5 3,-1-1,6 0,3 0,4-5,3 1,11-5,-18-19,18 17,8-6,7-3,-1-8,-1-3,-3-7,-1-3,-5-1,-2-3,-3-1,-2-1,-6-6,-4 1,-5 24,2-25,-4-2,-6 1,-2 1,-3 5,13 20,-16-18,-4 4,-6 4,-2 3,-3 2,1 7,30-2,-31 4,0 3,-6 7,5 5,5 3,6 3</inkml:trace>
  <inkml:trace contextRef="#ctx0" brushRef="#br0" timeOffset="175673.8079">5525 11189,'0'0,"0"2,0-2,-3 6,3 9,3 10,-8 5,7 7,-5 6,3-3,-2 1,2 3,0-2,-5 0,4-6,1-36,3 32,5-6,9-9</inkml:trace>
  <inkml:trace contextRef="#ctx0" brushRef="#br0" timeOffset="176126.8259">5891 11250,'-6'1,"-8"6,-8 2,-2 9,-5 7,1 8,2 7,4 5,5 0,6-2,7-2,7-5,8-6,7-7,1-4,8-4,4-5,2-10,5-1,-4-9,-2-3,0-5,-4-2,-3-8,-2-2,-5-5,-5-2,-3-1,-4 1,-6 1,-4 4,-5 3,-2 6,-3 0,-1 5,-8 5,1 3,-4 2,-5 7,2 1,-3 9,0 2,32-11,-30 15,30-15,-26 17,6-2</inkml:trace>
  <inkml:trace contextRef="#ctx0" brushRef="#br0" timeOffset="176626.7259">6180 10411,'0'0,"1"-1,-1 1,0 0,0 0,0 1,0-1,0 10,-1 6,-2 12,3 2,-3 3,2 2,-5 3,4 0,0 2,1-1,1-1,0-3,0-35,2 34,-1-1,1-2,-2-31,4 29,-4-29,3 24,-3-24,3 20,-3-20,1 17,-1-17,2 10,-2-10,1 7,-2-10,-1-5,-3-9</inkml:trace>
  <inkml:trace contextRef="#ctx0" brushRef="#br0" timeOffset="177173.4583">3322 11299,'1'14,"1"5,1 9,1 4,0 5,-1 5,3 1,0 4,-2 1,0-3,-2-2,-1-4,4-3,-1-4,7-13,4-9</inkml:trace>
  <inkml:trace contextRef="#ctx0" brushRef="#br0" timeOffset="177595.2315">3828 11376,'-7'1,"-13"8,-1 1,-5 9,-1 8,1 9,0 3,1 5,8 3,2-2,13-2,3-4,12-7,3-7,10-9,4 0,5-9,-2-6,-1-5,-2-3,-2-7,-5-2,-3-3,-1-4,-3-1,-7-3,-1-2,-5-3,-9 2,2-2,-6 4,-6-2,-2 6,-3 5,-2 5,-5 2,1 7,-2 3,29 2,-26 0,0 5,6 2,4 5,16-12</inkml:trace>
  <inkml:trace contextRef="#ctx0" brushRef="#br0" timeOffset="178290.9756">3929 10799,'-8'-3,"0"-6,8 9,-7-12,1-6,5-2,4 0,4 0,5 2,6 4,4 4,-22 10,22-5,1 5,0 5,-4 7,-19-12,19 16,-2 8,-7 6,-4 2,-3-1,-9-2,6-29,-6 26,-3-1,-9 0,18-25,-19 23,-1-4,20-19,-26 20,7-4,19-16,-18 16,18-16,-11 11,11-11,-7 8,7-8,1 4,8 1,11-6,9-3,6 1,2-2,7-2,-1 1,0 1,-5-5,0 1,-2 3,-7 0,-29 6,26-4,-26 4,26-3,-26 3,16-4,-16 4,16-4,-16 4,8-3,-9 5,-22 6</inkml:trace>
  <inkml:trace contextRef="#ctx0" brushRef="#br0" timeOffset="201457.5263">3304 10583,'3'-8,"-3"8,6-15,-6 15,3-14,-5 4,-6 13,-10 13,-12 14,-9 9,-7 8,-5 9,2 8,0 2,1 5,2 6,10 3,10 0,1 1,10 2,4 0,8 1,5-4,2-1,7-6,4-5,4-6,-2-2,9-6,-1-4,4-10,2-6,-3-7,1-5,-29-22,29 16,-5-3,-24-13,22 11,-22-11,17 5,-17-5,9 4,-9-4,5 2,-5-2,4-3</inkml:trace>
  <inkml:trace contextRef="#ctx0" brushRef="#br0" timeOffset="202535.4258">3805 13056,'0'0,"0"1,0 3,-4 7,4 5,-3 8,6 4,-3 7,0 6,0 7,0 4,-3 3,0 0,1-6,4-7,-2-42,6 34,1-3,9-7,5-12</inkml:trace>
  <inkml:trace contextRef="#ctx0" brushRef="#br0" timeOffset="202941.6324">4205 13155,'-7'2,"-7"3,-8 11,-8 9,-2 8,2 7,7 7,2 2,11-7,6-4,7-3,7-6,12-11,3-5,9-5,-1-8,3-1,-3-7,-4-4,0-6,-4-6,1-1,-6-6,-4-2,-5-5,-5 1,-4-1,-5 3,-3 4,-4 5,-5 3,-2 0,-6 8,-3 4,-5 4,0 7,-4 7,1 3,6 0,28-10,-26 12,6-4,15-6</inkml:trace>
  <inkml:trace contextRef="#ctx0" brushRef="#br0" timeOffset="203191.4939">4600 12442,'0'1,"0"6,2 4,-3 9,2 6,-1 9,-1 5,-4 8,5 5,-1 4,2-3</inkml:trace>
  <inkml:trace contextRef="#ctx0" brushRef="#br0" timeOffset="203566.4067">5763 13087,'2'16,"1"9,4 10,-4 7,1 4,-1 0,3 4,-6-4,5-5,-5-41,3 35,7-9</inkml:trace>
  <inkml:trace contextRef="#ctx0" brushRef="#br0" timeOffset="203956.9625">6181 13141,'-4'3,"-13"4,-5 8,-4 10,-3 6,3 4,4 2,9-1,4-3,10-3,10-7,6-5,6-3,3-9,0-7,2-6,0-4,-2-7,0-3,-3-4,-7-1,-6-1,-3-6,-1-3,-5 1,-2 2,-9-1,-5 5,-7 4,-5 8,-2 1,29 16,-36-7,-2 6,4 3,34-2,-31 7,14 0,14-2</inkml:trace>
  <inkml:trace contextRef="#ctx0" brushRef="#br0" timeOffset="204300.627">6437 12603,'-6'3,"-6"7,-6 8,1 7,1 1,2 2,14-28,-8 30,11-4,10-1,1-9,6-5,-20-11,26 5,-2-8,-24 3,23-11,-3-6,-2-7,-6-1,-7-2,-2 1,-7 2,-6 4,-8-3,-12 2,-13 5,-14 1,-23 1,-14 4</inkml:trace>
  <inkml:trace contextRef="#ctx0" brushRef="#br0" timeOffset="205611.8333">3744 12379,'-7'-5,"-5"-1,-5 3,-3 1,-5 5,-2 12,-8 12,-4 8,-10 18,-3 11,1 8,-1 0,8 3,11-2,10 1,12-1,11 0,7 3,7 2,8-3,4 0,4-4,2-6,4-4,3-1,6-9,-1-4,1-8,-2-5,-7-5,-3-7,-7-3,-26-19,25 13,-3-5,4-7,0-15</inkml:trace>
  <inkml:trace contextRef="#ctx0" brushRef="#br0" timeOffset="206080.4787">6776 12498,'1'3,"9"7,5 5,4 6,5 10,6 9,3 10,0 9,1 9,-6 6,-8 4,-4-2,-11 4,-9-3,-4-3,-7-2,-8-2,-7-6,-4-2,-2-4,-10-2,-2-5,-5-5,-8-2,0-5,-2-6,-10-9,-2-17</inkml:trace>
  <inkml:trace contextRef="#ctx0" brushRef="#br0" timeOffset="206533.4859">2370 13096,'1'1,"2"7,-1 5,4 10,1 4,-3 10,2 6,1 6,-4 2,-1 4,-1-2,-2-3,-2-7,-3-6,9-2,-3-35,3 30,8-10,7-15</inkml:trace>
  <inkml:trace contextRef="#ctx0" brushRef="#br0" timeOffset="207017.7787">2872 13171,'0'-3,"0"3,-4-2,-5 1,-8 2,3 9,-6 3,1 7,1 5,4 5,0 3,8 3,5-4,2 1,4-1,5-3,3-2,3-3,3-4,2-6,-21-14,27 12,1-8,3-5,1-8,-5-4,-2-3,-2-3,-7-1,1-1,-5 0,-12 21,8-22,-2-5,-5-1,-1-1,-1 2,-4 0,-1 3,-3 4,-6-1,1 4,14 17,-18-15,-3 1,-5 7,-3 5,3 4,-2 7,2 9,-3 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10:31.232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2074 1278,'3'2,"4"7,0 8,3 7,-3 11,0 8,-5 5,1 8,1 6,1-5,-4 0,2-10,-3-9,0-38,0 29,0-29,0 21,0-21,-2 13,2-13,-2 6,-6-6,-1-12,-6-11,-1-3,1-9,-1-8,-1-8,0-9,7-5,2-1,8-2,9 6,11 4,3 9,4 8,4 13,-3 5,2 9,-30 14,34-10,0 8,-1 9,-2 4,-12 6,-1 5,-12 9,-3 3,-9 4,-1 4,-15-2,-4-3,2-2,-4-6,3 4,1-4,24-29</inkml:trace>
  <inkml:trace contextRef="#ctx0" brushRef="#br0" timeOffset="147.8895">2552 1508,'26'-3,"15"4,9-1,6 6</inkml:trace>
  <inkml:trace contextRef="#ctx0" brushRef="#br0" timeOffset="319.7676">2769 1748,'44'-9,"14"-4,7-4</inkml:trace>
  <inkml:trace contextRef="#ctx0" brushRef="#br0" timeOffset="616.5423">3890 1367,'0'0,"2"1,-2 1,-9 7,-7 7,-12 3,-3 12,-8 5,3 4,5 8,1-1,9 1,9-4,12-6,8-7,14-7,7-8,10-5,6-9,8-6,11-6,4-5</inkml:trace>
  <inkml:trace contextRef="#ctx0" brushRef="#br0" timeOffset="804.0504">4595 1364,'3'3,"1"7,7 8,-2 5,0 7,-2 5,-4 4,-3 2,-7 4,7-45,-9 43</inkml:trace>
  <inkml:trace contextRef="#ctx0" brushRef="#br0" timeOffset="1085.2241">4607 1286,'22'-9,"10"5,7-2,7 8,5 3,-2 7,0 1,-6 4,-5 9,-13 3,-9 5,-12 3,-7 5,-12 0,-7 1,-12-1,-6 0,-9-6,-9-6,-7-2,4-5,6 0,12-8</inkml:trace>
  <inkml:trace contextRef="#ctx0" brushRef="#br0" timeOffset="1529.9336">5483 1449,'5'17,"0"4,2 14,-6 5,-4 2,-4 0,-4 1,-8-9,19-34,-19 31,2-12,4-16,-2-12,7-9,5-8,-3-5,-3-2,1-5,-1-3,2-7,6-1,6 3,7 5,8 8,4 5,10 9,5 11,6 2,1 12,6 7,-3 10,-1 6,-5 6,-11 3,-13 4,-3 5,-13 1,-6 0,-12-1,-4-4,-12-1,-17-6,-21-3,-14 1,-22 2,-15 4</inkml:trace>
  <inkml:trace contextRef="#ctx0" brushRef="#br0" timeOffset="2611.209">1786 3093,'0'3,"1"6,1 7,5 9,-3 6,2 8,1 1,-1 6,3 5,-2 1,-3 1,-4 2,0-1,-4-4,-3-2,4-4,-4-8,7-36,-5 34,-2-7</inkml:trace>
  <inkml:trace contextRef="#ctx0" brushRef="#br0" timeOffset="2791.6749">1475 3256,'26'-18,"16"-4,17-6,19-2,16 3,0 4,6 6,4 13,-8 4</inkml:trace>
  <inkml:trace contextRef="#ctx0" brushRef="#br0" timeOffset="2980.0823">2755 3331,'37'1,"8"5,10 5,-55-11</inkml:trace>
  <inkml:trace contextRef="#ctx0" brushRef="#br0" timeOffset="3136.348">2590 3646,'13'-5,"15"-4,15-3,14 2,9 3,5 2,0-1</inkml:trace>
  <inkml:trace contextRef="#ctx0" brushRef="#br0" timeOffset="3828.0124">3974 3331,'-9'31,"-2"10,-5 10,-7 6,5 3,-3-1,0-1,4-9,17-49,-17 38,17-38,-13 30,6-12,4-14,-2-11,7-9,4-9,1-14,7-6,3-11,4-6,2-9,4-5,1-4,4 5,-5 2,2 13,-3 10,-26 50,20-38,-20 38,19-24,-1 14,0 13,-2 13,2 12,-10 5,1 10,0 7,-2 8,0 4,-1 3,1 1,2-3,0-7,5-3,-1-5,1-5,-2-2,-3-6,-5-1,-7-3,-8-11</inkml:trace>
  <inkml:trace contextRef="#ctx0" brushRef="#br0" timeOffset="3984.1895">4058 3512,'22'-3,"11"-1,6-2,19 5,-2 3</inkml:trace>
  <inkml:trace contextRef="#ctx0" brushRef="#br0" timeOffset="8119.4576">4764 3378,'3'11,"4"8,-1 11,4 10,0 5,0 7,1 0,-6 2,-2 0,-2-7,-1-47,-1 40,1-40,0 28,-2-8,2-20,-1 2,-1-14,-7-18,4-9,-1-10,-1-4,1-8,2-3,0-4,4-4,3 4,5 0,7 10,3 3,8 12,5 4,2 15,2 5,1 14,-4 8,-3 8,-3 4,-6 8,-1 8,-16 5,-2 5,-10 0,-11 2,-10 3,-2-4,-4-1,36-41,-41 35,41-35,-33 26,6-9,27-17,-10 9,15-12,23-6,11-2,10-1,5 4,3 6,-6 9,-2 4,-7 4,-42-15,35 19,-13 3,-8 4,-10 2,-7 0,-7-1,-9-3,-12-1,-11-3,-10 0,-9 0,-4-3,-6 4,-1-4,5-4</inkml:trace>
  <inkml:trace contextRef="#ctx0" brushRef="#br0" timeOffset="8481.096">5940 3025,'-26'8,"-11"8,-15 4,-5 10,3 9,-4 3,6 6,-3 9,21-6,19-6,15-8,12-10,24-4,14-6,17-7,10-8,21-3,-1-8</inkml:trace>
  <inkml:trace contextRef="#ctx0" brushRef="#br0" timeOffset="8762.9365">6813 2980,'-9'5,"-16"10,-10 6,-14 11,-6 6,-6 5,5 4,6-4,14 4,12-6,15-3,13-4,15-4,10-5,12-2,15-7,9-2,12-4,10-5,2-5</inkml:trace>
  <inkml:trace contextRef="#ctx0" brushRef="#br0" timeOffset="9439.1101">3889 3605,'0'0,"0"-3,10-4,9-7,13-1,14 1,13 1</inkml:trace>
  <inkml:trace contextRef="#ctx0" brushRef="#br0" timeOffset="11153.3753">7633 2981,'3'0,"-3"0,8 5,3 8,1 13,1 5,-5 10,-1 1,-5 6,0 3,-3 3,-7 2,-1 1,-5 0,14-57</inkml:trace>
  <inkml:trace contextRef="#ctx0" brushRef="#br0" timeOffset="11497.0231">7492 3062,'9'-18,"9"-1,12 0,7 2,10 3,5 8,3 4,3 11,0 5,-1 8,-1 4,-8 7,-3 2,-10 4,-12 0,-6 0,-7-2,-13-3,-4-3,-10 0,-10-2,-7 2,-11 2,-10 1,-12 1,-1 4,0 0,2 1,8-1,58-39,-48 35</inkml:trace>
  <inkml:trace contextRef="#ctx0" brushRef="#br0" timeOffset="11715.7214">8687 3068,'9'17,"2"10,0 9,5 8,0 9,-2 2,-5 9,-8-1,-5-5</inkml:trace>
  <inkml:trace contextRef="#ctx0" brushRef="#br0" timeOffset="11996.91">8694 2962,'23'-9,"14"5,8-1,8 7,5 5,0 14,-6 7,-3 8,-11 3,-9 3,-13 5,-11-3,-14 1,-9-1,-8-2,-15-2,-15 2,-10 10,-15 6,-13 10,-11 15</inkml:trace>
  <inkml:trace contextRef="#ctx0" brushRef="#br0" timeOffset="14294.8605">9944 2963,'-5'24,"-3"9,0 10,1 3,-1 11,-6 4,0 4,-8 7,3 1,-7-2,1-3,1-13,24-55,-23 44,23-44,-15 29,6-12,2-18,4-10,8-13,0-9,6-5,-2-9,5-4,1-5,1-5,2-4,1-2,-3 0,0 5,-2 5,0 7,-1 9,-13 41,16-34,-16 34,11-24,-4 12,6 12,-1 8,2 15,1 7,3 10,3 9,6 2,3 5,1 4,2-5,0-1,-5-2,0-7,-2-5,-11 1,2-5,-7-7,-4 4,-11-9</inkml:trace>
  <inkml:trace contextRef="#ctx0" brushRef="#br0" timeOffset="14451.0469">9916 3345,'32'0,"13"-3,21 3,5 0</inkml:trace>
  <inkml:trace contextRef="#ctx0" brushRef="#br0" timeOffset="15169.635">10695 2962,'8'5,"0"8,1 8,-1 8,1 10,-6 4,-2 5,-3 3,-2 2,-2 3,2-7,-2-1,2-8,1-1,3-8,1-1,2-6,4-2,-7-22,9 21,9-6,9-5,3-4,6-5,10-5,3-7,5 0,2-3,0-3,2-1,-5 2,-5 0,-4 0,-44 16</inkml:trace>
  <inkml:trace contextRef="#ctx0" brushRef="#br0" timeOffset="15341.5116">10867 3325,'0'0,"10"-4,16-1,9-2,10-2,1 3,7-2</inkml:trace>
  <inkml:trace contextRef="#ctx0" brushRef="#br0" timeOffset="15528.9155">10675 3028,'13'-13,"11"-2,14-3,22 0,13 4,12 4,10 5,2 5</inkml:trace>
  <inkml:trace contextRef="#ctx0" brushRef="#br0" timeOffset="16060.065">10666 3405,'10'-7,"8"-2,12 0,13 3,4 1,6 1</inkml:trace>
  <inkml:trace contextRef="#ctx0" brushRef="#br0" timeOffset="16719.1286">11874 3091,'4'22,"-1"10,1 10,-5 6,0 3,5 4,2-1,-1 0,3-10,-4 0,-4-44,4 37,-4-37,5 29,-5-29,4 23,-4-23,3 14,-2-14,4-19,0-6,-9-14,3-1,-6-8,-1-4,-5-5,5 0,3-2,1-2,5 3,7 0,7 6,5 6,10 5,8 9,4 5,9 9,5 5,0 5,6 5,-3 3,-2 1,-9 9,-48-10</inkml:trace>
  <inkml:trace contextRef="#ctx0" brushRef="#br0" timeOffset="16937.827">11925 3264,'21'-3,"18"-2,14-3,7-1,8 2,4 2,2 0</inkml:trace>
  <inkml:trace contextRef="#ctx0" brushRef="#br0" timeOffset="18737.3607">13286 2832,'0'0,"0"-1,0 1,-1-6,-5 6,-6 7,-4 5,-9 8,-2 5,-9 5,-4 6,-4 4,4 3,2 4,3 5,8-3,9 0,7-4,11-8,10-8,-10-29,20 24,8-4,18-6,-2-3,1-6,-1-7,-6-4,-1-3,-37 9,37-13,-37 13,34-13,-9 1,-25 12,17-16,-13-1,-4 17,-8-13,-7-2,15 15,-17-14,4 4,13 10,-7-11,8-2,-1 13,8-12,-8 12,15-13,1 5,-16 8,16 3,-2 9,3 12,-3 8,0 6,0 4,0 7,-2 2,-5 11,-3 12</inkml:trace>
  <inkml:trace contextRef="#ctx0" brushRef="#br0" timeOffset="98045.6081">24570 1270,'-2'18,"-1"4,-2 5,2 4,-4 10,0 3,-2 6,1 10,-3 4,6 8,-3 6,4 1,-1 9,1 3,-2 10,1 3,6 7,2 6,4 5,-1 6,-3 6,2 6,1 0,-9 8,3 7,-1 7,0 7,-7 7,10 6,0 9,0 5,2 3,3 3,-2 6,-3 2,6 8,-17 4,-12 7,25 5,-12 6,19 3,-18 3,7 3,7 4,-12-1,11 4,7 3,-12-2,10 2,-1 4,-7 1,-13 0,5 1,-1 6,-2 1,3 0,-3 3,-9-6,-1 4,1-6,-5 3,4 1,9 1,-10 2,5 3,1-3,7 1,8 3,5 2,-7 1,5 7,-3 0,-3 5,1 9,-13 7</inkml:trace>
  <inkml:trace contextRef="#ctx0" brushRef="#br0" timeOffset="125826.6551">25458 2551,'3'-2,"-2"5,1 8,-2 7,-2 6,-4 9,-3 3,-7 3,0 2,-2 1,-1-2,9 2,10-42,-11 42,3-6,8-36,-5 35,5-35,-3 26,3-26,-2 15,3-10,1-13,3-16,-1-5,-1-11,-1-8,-1-4,-2 0,2-7,-1 0,1 5,0 4,0 1,1 12,-2 37,4-35,-4 35,4-27,-4 27,6-20,-6 20,8-12,-1 12,4 12,1 7,3 7,-1 5,7-2,2 7,8 2,8 1,6 1,9 1,0 1,-1-2,-9 3</inkml:trace>
  <inkml:trace contextRef="#ctx0" brushRef="#br0" timeOffset="125998.4861">25188 2834,'30'-12,"17"-2,17-3,22 0,12 7</inkml:trace>
  <inkml:trace contextRef="#ctx0" brushRef="#br0" timeOffset="126123.4555">25969 2724,'17'4,"14"0,15 1,10 3</inkml:trace>
  <inkml:trace contextRef="#ctx0" brushRef="#br0" timeOffset="126279.6833">26022 2857,'28'-7,"12"2,16-2,10-4</inkml:trace>
  <inkml:trace contextRef="#ctx0" brushRef="#br0" timeOffset="126467.1256">26600 2703,'-3'22,"1"9,2 8,-6 11,8 6,-2 8,4 10,-2 6,-5 2</inkml:trace>
  <inkml:trace contextRef="#ctx0" brushRef="#br0" timeOffset="127060.7357">25821 3567,'-2'17,"1"9,7 9,0 5,0 5,4-1,0-2,-3-5,-7-37,5 32,-5-32,3 27,-3-27,2 16,-2-10,-5-18,-6-7,-4-9,0-6,-2-9,6-3,1-8,12-1,11-2,3 8,15 8,6 9,1 12,5 10,-2 7,-9 7,-5 9,-6 3,-6 5,-3 6,-11 2,-4 4,-16 6,-1-3,-5-6,25-30,-22 26,22-26,-17 19,15-5,14-4,15-2,7 1,4 1,-38-10,38 14,-9 3,-9 4,-10 0,-12-2,-10 1,-16 2,-12-1,-9 5,-16 3</inkml:trace>
  <inkml:trace contextRef="#ctx0" brushRef="#br0" timeOffset="127216.9634">26504 3822,'23'-1,"11"2,7 5</inkml:trace>
  <inkml:trace contextRef="#ctx0" brushRef="#br0" timeOffset="127435.6544">26379 4068,'23'-5,"16"4,16-5</inkml:trace>
  <inkml:trace contextRef="#ctx0" brushRef="#br0" timeOffset="127779.6742">26956 3785,'11'-3,"12"-1,9-1,-32 5,37-3,3 8,-3 9,-8 5,-9 4,-12 6,-10 4,-10 4,-8-4,-9 2,-3-6,-5-1,37-28,-34 24,7-3,16 0,20-3,18-4,21 4,11-2,12-1</inkml:trace>
  <inkml:trace contextRef="#ctx0" brushRef="#br0" timeOffset="128185.82">26031 4839,'0'0,"-4"-3,-1 3,-10 7,-2 6,-10 5,-5 13,-7 7,0 4,2 4,6 3,6 0,16-4,6-1,21-2,14-6,16-4,14 0,13-13</inkml:trace>
  <inkml:trace contextRef="#ctx0" brushRef="#br0" timeOffset="128357.6623">26413 5102,'4'-2,"10"0,15 0,10 2,11 4,11 1,2 4</inkml:trace>
  <inkml:trace contextRef="#ctx0" brushRef="#br0" timeOffset="128529.4816">26497 5318,'18'-6,"18"1,16-2,12-1</inkml:trace>
  <inkml:trace contextRef="#ctx0" brushRef="#br0" timeOffset="128913.7131">27132 4955,'10'-6,"5"-1,12 2,5 5,2 5,-1 6,-3 6,-5 5,-13 2,-7 0,-10 5,-11-2,-14-3,-7 0,-2-1,39-23,-38 15,38-15,-31 15,15-3,19 1,16-1,12 0,8 2,8 2,-5 8,-6 4,2 5,-10 0,-12-4,-9 1,-10-4,-12-1,-11 0,-10 2,-16-5,-16 6,-22 2,-21 4,-19-2</inkml:trace>
  <inkml:trace contextRef="#ctx0" brushRef="#br0" timeOffset="129148.0456">25880 6292,'0'11,"2"8,6 9,-2 7,2 7,0-1,2 8,-7 1,-3-50</inkml:trace>
  <inkml:trace contextRef="#ctx0" brushRef="#br0" timeOffset="129413.6652">25839 6170,'23'-6,"16"-1,9 3,13 10,1 8,-10 10,-6 12,-11 7,-13 7,-19 0,-8 4,-19 2,-17 1,-9 2,-13 1,-10-2,-8 3,-5-3,3-9,16-19</inkml:trace>
  <inkml:trace contextRef="#ctx0" brushRef="#br0" timeOffset="129538.6325">26447 6441,'38'-7,"8"1,5 6,-2 3</inkml:trace>
  <inkml:trace contextRef="#ctx0" brushRef="#br0" timeOffset="129710.5139">26489 6563,'29'-7,"14"-4,18-1,8-3</inkml:trace>
  <inkml:trace contextRef="#ctx0" brushRef="#br0" timeOffset="130007.3463">27034 6337,'-1'17,"-6"10,-6 10,-3 6,-3 3,-4-5,3-1,0-3,20-37,-17 31,17-31,-10 25,10-7,11-13,13-8,6-4,8-9,2-3,-5-3,-2-3,-33 25,30-24,-30 24,25-16,-25 16,15-13,-1 14,-3 22,0 20,0 17,-1 24,2 14,-5 19</inkml:trace>
  <inkml:trace contextRef="#ctx0" brushRef="#br0" timeOffset="133894.5514">25350 12862,'1'-3,"-1"3,7-6,6-1,11 2,3 0,6 1,-1 3,1 4,-2 4,-2 3,-5 3,-4 3,-9 4,-8 2,-11 4,-7 4,-12 3,-11 0,-2-4,-4-1,44-28,-36 22,36-22,-30 20,30-20,-20 14,14 1,13-4,16 0,14-6,21-5,12-3,22-4,10-1</inkml:trace>
  <inkml:trace contextRef="#ctx0" brushRef="#br0" timeOffset="134051.2747">26145 13125,'6'-2,"10"-2,5 6,7 0,8 0,5 6,3 5</inkml:trace>
  <inkml:trace contextRef="#ctx0" brushRef="#br0" timeOffset="134194.0485">26098 13340,'0'0,"6"-1,14 0,19 0,15 0,13 3,7-3</inkml:trace>
  <inkml:trace contextRef="#ctx0" brushRef="#br0" timeOffset="134933.3239">26749 13147,'0'-6,"-3"-13,3-2,5-4,7-3,8 8,4 5,4 7,3 5,2 5,-2 9,-2 8,1 6,-10 7,-4 2,-7 2,-9 3,-9 0,-9 0,-5-3,-10-1,3-6,30-29,-30 22,30-22,-27 16,27-16,-20 11,10-2,14-4,12-2,16-5,11-2,16-4,4-1,16-5,6 0,-2-3,-5 2,-11 1,-7 0,-9 0,-10 6,-41 8,37-11,-8-2,-29 13,20-18,-9 2,-9-7,-11 7,-11 7,-6 7,-6 6,-7 11,-4 7,-1 9,2 9,2 6,10 2,5 2,11-3,11-5,13-1,3-7,13-7,4-6,1-8,3-8,-34-5,34 1,-34-1,28-4,-6-6,-22 10,11-18,-9-5,-13-3,-17 0,-13 7,-16 7,-4 8,2 7,7 10,52-13</inkml:trace>
  <inkml:trace contextRef="#ctx0" brushRef="#br0" timeOffset="153704.8277">25405 7556,'0'8,"-2"6,-1 10,-7 10,2 7,-2 0,2 4,-3-3,4 3,-1 2,0-7,6-5,2-35,2 27,-2-27,5 21,-5-21,8 13,7-5,7-8,6-5,2-3,6-4,1 3,2-2,4 1,-3 0,-3 0,-4-2</inkml:trace>
  <inkml:trace contextRef="#ctx0" brushRef="#br0" timeOffset="153876.6883">25340 7779,'27'-5,"9"-3,12 5,9 0,1 3</inkml:trace>
  <inkml:trace contextRef="#ctx0" brushRef="#br0" timeOffset="154018.206">25453 7562,'0'0,"0"0,6-5,9-2,10 2,10 3</inkml:trace>
  <inkml:trace contextRef="#ctx0" brushRef="#br0" timeOffset="154955.4269">25425 8589,'0'0,"0"10,1 12,4 9,-3 6,1 1,1 5,-1 0,3 1,0 2,-3 1,0-1,-3-6,-10-9</inkml:trace>
  <inkml:trace contextRef="#ctx0" brushRef="#br0" timeOffset="155127.3817">25391 8574,'10'-28,"4"-4,10-3,4 2,5 8,5 5,8 11,1 3,4 10,-7 7,-9 9,-11 5</inkml:trace>
  <inkml:trace contextRef="#ctx0" brushRef="#br0" timeOffset="155299.2181">25462 8820,'21'-3,"7"0,16-1,6 4,4 4,-54-4</inkml:trace>
  <inkml:trace contextRef="#ctx0" brushRef="#br0" timeOffset="155818.5343">25542 9560,'-6'8,"-14"9,-6 8,-2 6,-4 13,4-1,4 3,5-1,7-4,4-5,6-6,6-4,4-3,-8-23,11 21,9-6,-20-15,26 10,1-9,1-11,-5-5,-2-1,-8-6,-13 22,13-22,-13 22,9-19,-9 19,11-17,-11 17,13-9,3 9,-5 16,0 4,-7 10,-4 9,-1-1,-5-1,3 2,1-1,3 2,1 7,-2-47,-2 46</inkml:trace>
  <inkml:trace contextRef="#ctx0" brushRef="#br0" timeOffset="156084.097">25396 10908,'-7'34,"-2"8,1 7,2 4,2-4,4 1,0-50,6 41</inkml:trace>
  <inkml:trace contextRef="#ctx0" brushRef="#br0" timeOffset="156396.5333">25445 11048,'28'-5,"6"-5,10 2,2 4,1-4,-47 8,38-8,-7 0,-12-7,-16-3,-3 18,-7-18,-4 1,11 17,-18-14,3 4,15 10,-16-1,3 9,0 17,2 11,4 5,4 6,4-1,1-2,2 0,-4-44,8 38</inkml:trace>
  <inkml:trace contextRef="#ctx0" brushRef="#br0" timeOffset="157142.4019">27287 7503,'-5'1,"5"-1,-10 3,-8 5,-9 7,-1 7,28-22,-22 20,7 7,12 3,8-1,12-2,2-2,12 1,1 2,-2-3,-3 0,-2-1,-25-24,22 22,-10 2,-6 3,-9-3,-8 0,-15-4,-9-2,-8-2,-7-7</inkml:trace>
  <inkml:trace contextRef="#ctx0" brushRef="#br0" timeOffset="157298.6141">27375 7514,'53'-6,"8"2,1 6,-7 7,-12 7,-9 5</inkml:trace>
  <inkml:trace contextRef="#ctx0" brushRef="#br0" timeOffset="157782.914">27253 8702,'-29'22,"-11"4,-5 9,3 5,8 0,11 2,13-5,9 0,13-4,9-8,5-4,7-7,3-8,0-4,-36-2,37-2,-37 2,32-5,-8-7,-14-4,-9-1,-9 3,-11 4,-6 8,-9 9,-9 8,-1 9,-3 5,4 3,6 2</inkml:trace>
  <inkml:trace contextRef="#ctx0" brushRef="#br0" timeOffset="158111.8193">26980 9904,'7'-1,"18"-4,9 0,11-2,4 4,0 1,-49 2,41 5,-7 7,-12 11,-13 4,-12 9,-9 3,-6 6,-6 8,3 6,0 3,-1-1,5 3,2-3,4 0,6-7</inkml:trace>
  <inkml:trace contextRef="#ctx0" brushRef="#br0" timeOffset="158579.8683">27255 10937,'0'0,"-1"5,-1 6,2 8,3 8,7 7,7 9,10 3,1 3,5 1,0 5,-3-5,-11-2,-6-4,-8-6,-11-4,-9-9,-4-7,-6-9,-4-3,3-6,-5-6,5-3,7-7,3-4,3-5,5-9,4-4,5-8,9-1,7-2,5 2,8 1,-1 4,1 5,-5 8,-25 29,21-27,-5 5,-16 22,10-23,-10 3,0 20,-8-20,-10 4,-17 7,-7 8,-9 4,-9 7</inkml:trace>
  <inkml:trace contextRef="#ctx0" brushRef="#br0" timeOffset="158782.9477">26428 11033,'3'-2,"11"-2,13-1,8 4,5 3</inkml:trace>
  <inkml:trace contextRef="#ctx0" brushRef="#br0" timeOffset="158923.6393">26425 11118,'8'-4,"18"-7,12 0,11 2,7-3</inkml:trace>
  <inkml:trace contextRef="#ctx0" brushRef="#br0" timeOffset="159142.3785">26406 10072,'37'4,"4"6,-41-10</inkml:trace>
  <inkml:trace contextRef="#ctx0" brushRef="#br0" timeOffset="159282.9209">26282 10268,'10'-9,"10"-3,11-1,18-4,5-3,4 1</inkml:trace>
  <inkml:trace contextRef="#ctx0" brushRef="#br0" timeOffset="159517.2403">26294 9087,'25'-5,"5"1,7 2,3 5,-40-3</inkml:trace>
  <inkml:trace contextRef="#ctx0" brushRef="#br0" timeOffset="159673.4689">26140 9269,'3'-5,"12"-10,16-1,13-2,13 0,6 2,4-2</inkml:trace>
  <inkml:trace contextRef="#ctx0" brushRef="#br0" timeOffset="159925.1396">26298 8015,'8'-3,"14"-4,8 0,9 0,8 3</inkml:trace>
  <inkml:trace contextRef="#ctx0" brushRef="#br0" timeOffset="160097.0319">26404 7621,'10'0,"4"-3,15 3,11 6,12 8</inkml:trace>
  <inkml:trace contextRef="#ctx0" brushRef="#br0" timeOffset="162803.7092">25810 11343,'0'0,"3"0,-1 3,-6 9,-2 7,-3 2</inkml:trace>
  <inkml:trace contextRef="#ctx0" brushRef="#br0" timeOffset="162944.3264">25740 11786,'3'7,"-3"-7</inkml:trace>
  <inkml:trace contextRef="#ctx0" brushRef="#br0" timeOffset="163069.2784">25811 12016,'0'0,"1"3,0 7,-1 7,0-17</inkml:trace>
  <inkml:trace contextRef="#ctx0" brushRef="#br0" timeOffset="163850.3443">25187 12887,'0'0,"0"0,0 0,0-1,0 1,-1-2,4-2,6-4,7 4,13 1,6 3,9 0,3 6,2-3,5 0,0 0,-5-6,-5-1,-44 4,37-2,-37 2,32-4,-32 4,23-2,-23 2,15 0,-9 1,-16 8,-7 2,-9 3,-5 4,-8-2,0 3,3 2,-6 1,5 0,7 4,3 1,4-3,5 0,3-2,15-22,-13 23,13-23,-7 22,7-22,0 22,8-1,13-2,2-7,2-4,4-7,1-5,-2-6,3-4,3-2,3-2,-1 3,7 1,-1 2,2 3,0 6,0 5,-44-2</inkml:trace>
  <inkml:trace contextRef="#ctx0" brushRef="#br0" timeOffset="194113.7893">3613 663,'3'-4,"3"-9,5-3,3-1,8-1,4 3,4 5,-2 3,1 6,-3 2,-7 7,-19-8,14 12,-2 5,-10 2,-3 4,-5 3,-4-2,-1-2,11-22,-12 21,12-21,-16 20,6-3,10-2,0-15,6 11,-6-11,14 8,4-1,-18-7,20 9,-4 2,-3 3,-13-14,8 18,-8 0,-11 2,-8 1,-10 0,-9 1,-9 5,-8-1,-3 7</inkml:trace>
  <inkml:trace contextRef="#ctx0" brushRef="#br0" timeOffset="195019.8689">4774 521,'0'6,"0"9,-3 6,0 7,-4 2,-3 3,0 1,-2 1,1 1,3-5,8-31,-6 30,6-30,-1 26,5-3,5-7,10-4,3-4,2-8,7-3,-2 0,-2-7,-1-3,-9-1,-1-3,-16 17,13-21,-3 2,-10 19,5-23,-5 23,0-24,0 24,0-20,0 20,-2-12,1 5,1 7,-2 4,1 13,1 8,-2 5,1 1,-1-1,4 4,2-3,3 6,5-3,7-8</inkml:trace>
  <inkml:trace contextRef="#ctx0" brushRef="#br0" timeOffset="195519.7693">5605 544,'0'5,"-1"7,0 7,-7 5,1 7,-1-1,-1 1,3-1,6-30,-10 27,3-2,7-25,-3 25,3-25,0 21,9-7,14-5,4-5,1-5,5-3,-4-4,1-2,-1-3,-5-5,-24 18,21-16,-7-3,-4-1,-10 20,1-22,-1 22,-1-17,1 17,-4-14,3 8,1 6,-6 4,-3 11,2 12,-3 17,1 2,4 7,9 9,1 3,6 5</inkml:trace>
  <inkml:trace contextRef="#ctx0" brushRef="#br0" timeOffset="328463.4066">6485 6893,'13'-16,"2"-4,2-3,-17 23,13-23,-13 23,11-21,-11 5,-15 7,-14 9,-13 8,-12 8,-10 8,-4 5,3 7,2 6,11-1,14 1,8 7,7 2,7-1,9-1,8-4,9-1,5-6,9-6,8-8,5-4,8-10,10-10,7-4,-1-3,3-6,-2-3,-11-2,-2 2,-10-1,-39 17,35-17,-35 17,26-14,-26 14,20-11,-20 11,11-11</inkml:trace>
  <inkml:trace contextRef="#ctx0" brushRef="#br0" timeOffset="328697.7246">8114 6763,'7'18,"-5"11,4 13,-4 6,1 9,0 1,-6 3,-4-2</inkml:trace>
  <inkml:trace contextRef="#ctx0" brushRef="#br0" timeOffset="329041.5054">8058 6590,'37'-3,"19"1,12 7,12 7,5 13,-2 7,-8 4,-10 5,-13 4,-14 1,-14-1,-11-4,-10 5,-16-2,-18-2,-15 5,-27 1,-19 5,-13-1,-15 4,1 0,7 3,15-6,97-53,-74 46,32-11,39-21,39-20,33-22</inkml:trace>
  <inkml:trace contextRef="#ctx0" brushRef="#br0" timeOffset="329244.5991">10142 6670,'16'17,"3"14,3 12,1 11,-1 9,-10 6,-5 4,-7 2,-13-1</inkml:trace>
  <inkml:trace contextRef="#ctx0" brushRef="#br0" timeOffset="329510.1422">10125 6466,'28'-2,"15"2,14 7,13 5,2 10,1 15,-3 6,-5 13,-12 8,-3 5,-18 4,-15 0,-7-5,-12-2,-15-2,-17-4,-13 1,-20 0,-27-3,-31 0,-35 7</inkml:trace>
  <inkml:trace contextRef="#ctx0" brushRef="#br0" timeOffset="330236.0776">3215 7031,'-2'22,"1"14,4 9,2 8,7 7,3 0,2 1,0-2,-2-6,-15-53,6 43,-6-43,5 33,-5-33,2 20,-4-11,-12-19,0-11,-4-12,-4-7,2-10,0-5,3-10,5-3,7-4,11 0,9 4,8 5,7 13,7 9,6 16,2 5,4 13,0 9,0 4,-8 10,-2 6,-9 6,-10 1,-5 6,-8 0,-7 1,-12-3,-12 4,-16 2,-10 7,-16 11,-15 8,-7 2</inkml:trace>
  <inkml:trace contextRef="#ctx0" brushRef="#br0" timeOffset="331125.1508">4602 7355,'10'-5,"14"-6,8-2,9 1,7 3,2 8,-50 1</inkml:trace>
  <inkml:trace contextRef="#ctx0" brushRef="#br0" timeOffset="331265.7114">4587 7591,'5'-2,"15"-9,17-5,17-10,23-5,11-4</inkml:trace>
  <inkml:trace contextRef="#ctx0" brushRef="#br0" timeOffset="331800.472">6184 5782,'7'-16,"12"-4,2-4,12 5,11 5,10 10,-11 6,-2 11,-5 5,-13 7,-7 4,-12 7,-12-2,-11 5,-8 0,-2-10,29-29,-28 26,28-26,-20 21,7-8,17-6,12-5,7-1,9-2,2 7,-1 2,3 3,-10 6,-26-17,23 20,-12 2,-11 4,-11 0,-12 0,-14 0,-12 0,-6-1,-14-1,1-4</inkml:trace>
  <inkml:trace contextRef="#ctx0" brushRef="#br0" timeOffset="332302.8471">8145 5549,'-2'13,"-3"9,-2 10,-6 12,-5 10,-5 3,-3 1,3-8,23-50,-18 39,18-39,-12 33,12-33,-8 22,18-14,16-8,17-5,9-7,-1-5,7 5,-7-2,-10-3,-41 17,36-16,-6 0,-30 16,21-16,-21 16,17-18,-17 18,5-13,-3 7,-5 8,-1 10,-1 8,5 5,1 6,1 1,0 3,4 5,-1 3,7-2</inkml:trace>
  <inkml:trace contextRef="#ctx0" brushRef="#br0" timeOffset="332756.8546">10173 5329,'1'5,"-5"5,-2 16,-7 8,-2 9,-8 3,0 8,0-9,4-1,19-44,-17 34,8-4,9-30,3 24,5-8,18-6,9-3,3-7,5 0,3-8,-4-5,-2-4,-6 0,-4-7,-30 24,21-22,-21 22,21-20,-21 20,15-20,-9 8,-10 15,-6 7,-4 20,-4 13,2 14,-4 15,1 12,0 8</inkml:trace>
  <inkml:trace contextRef="#ctx0" brushRef="#br0" timeOffset="345325.1004">10737 9040,'0'0,"1"-3,-1 3,3-6,-2 5,4 10,-4 5,0 9,3 7,1 7,-5 8,10-1,-1 2,-5 1,1-1,-3-1,1-3,-2-1,0-2,1-2,-4-4,4-4,-2-4,0-25,1 25,1-2,-8-6</inkml:trace>
  <inkml:trace contextRef="#ctx0" brushRef="#br0" timeOffset="345809.414">11131 9079,'0'0,"-4"-3,-6-1,-8 9,-4 1,-5 7,-5 10,6 1,5 7,0 3,7 3,5-3,4 1,5 2,5-5,3-5,3-1,8-1,1-6,2-5,3-4,-25-10,29 5,1-6,7-4,-4-9,-2-3,-3-6,-6-5,-3-2,-6-1,-4-7,-7 0,1 0,-6 0,2 2,-5 7,-5 4,5 1,6 24,-12-17,-3 3,-7 3,-1 6,-3 10,1 1,-4 7,3 1,26-14,-26 11,26-11</inkml:trace>
  <inkml:trace contextRef="#ctx0" brushRef="#br0" timeOffset="346340.5732">11315 8224,'0'0,"-1"-1,-2 4,-7 7,0 5,-3 8,-2 5,3 5,1 0,5 0,6-33,-5 28,5-28,-2 26,7-3,6-6,-11-17,16 8,6-7,4-8,-4-7,3-4,-5-1,-1-1,-4 0,-15 20,13-21,-10-3,-4 0,1 24,-6-24,-2 3,8 21,-13-20,-5 4,-2 7,-3 1,-2 5,0 3,0 7,-3 3,-2 2</inkml:trace>
  <inkml:trace contextRef="#ctx0" brushRef="#br0" timeOffset="346859.3362">8069 9410,'0'0,"2"2,-2-2,6 9,4 8,0 17,2 7,-1 7,-2 4,-5 2,-4-1,-2 2,-1 3,-2-4,0-2,1-7,1-8,3-37</inkml:trace>
  <inkml:trace contextRef="#ctx0" brushRef="#br0" timeOffset="347312.9459">8393 9561,'-11'11,"0"3,-3 11,-3 8,-1 5,5 2,3 7,6-1,6-5,10-2,4-5,4-7,4-8,3-7,-1-8,-1-8,-1-9,2-2,-4-6,-3-4,-2-4,0 1,-7-2,-2-1,-4-3,-4 2,-9-4,-1 1,-4 6,-2-1,-6 3,-1 8,-6 2,-2 3,1 5,3 4,1 4,-2 4,8 6,-2 1,22-10,-21 14,4 2,17-16,-17 21</inkml:trace>
  <inkml:trace contextRef="#ctx0" brushRef="#br0" timeOffset="347580.5322">8571 8671,'1'7,"2"14,-3 9,3 13,-6 13,-4 8,-6 7</inkml:trace>
  <inkml:trace contextRef="#ctx0" brushRef="#br0" timeOffset="348017.9297">5822 9483,'4'6,"7"15,-2 7,2 12,6 8,-6 7,-5 2,-1 2,1 1,0 1,-3-4,-3-57,7 49</inkml:trace>
  <inkml:trace contextRef="#ctx0" brushRef="#br0" timeOffset="348408.936">6235 9534,'-5'0,"-6"6,-5 5,-3 12,2 6,-1 8,0 9,6 0,2 5,7-2,11-5,7-11,10-6,6-7,6-12,-2-9,1-6,-1-11,-8-5,-1-3,-4-6,-11-2,-7 0,0-2,-10-1,-2 1,-4 2,-8-1,-6 6,-4 5,-8 10,-7 4,-2 8,5 3,-3 1,45-2,-33 5,10 2</inkml:trace>
  <inkml:trace contextRef="#ctx0" brushRef="#br0" timeOffset="348783.873">6459 8959,'0'0,"1"-7,-1 7,2-11,6 2,12 1,0 9,1 9,-2 7,-3 6,-6 3,-4 5,-6 3,-9 0,-7-1,-5-2,-5-5,-2-2,28-24,-22 22,22-22,-16 18,16-18,-11 14,17-7,17-7,14-11,18-3,12-4,7 4</inkml:trace>
  <inkml:trace contextRef="#ctx0" brushRef="#br0" timeOffset="351111.5592">12506 8703,'27'-5,"13"-1,11 2,10 3,4 1,5 4,-3 2,-5 4</inkml:trace>
  <inkml:trace contextRef="#ctx0" brushRef="#br0" timeOffset="351298.9723">12594 8978,'39'0,"14"-2,16 1,10 3,-3 2,-7 3</inkml:trace>
  <inkml:trace contextRef="#ctx0" brushRef="#br0" timeOffset="352578.975">13609 8049,'0'0,"-5"1,5-1,-9 3,9-3,-11 5,11-5,-14 2,-4-7,18 5,-16-13,0-4,16 17,-13-26,7-1,14 0,12 5,13 7,3 10,8 10,-3 5,-6 7,-5 9,-7 1,-13 3,-7 6,-3-2,-11-2,-7 1,-8-1,-4-7,1-3,29-22,-27 17,27-17,-22 12,22-12,-14 2,9-7,14-2,7 1,7 0,7 5,-30 1,34 2,0 6,-1 8,-7 3,-8 2,-10 3,-6-3,-12 0,-12-1,-4 0,-8 0,-8 0,-2-2,-7-2,-11 0</inkml:trace>
  <inkml:trace contextRef="#ctx0" brushRef="#br0" timeOffset="352783.7918">14076 8103,'35'15,"11"11,4 6,3 5,-9 0,-8 0,-36-37</inkml:trace>
  <inkml:trace contextRef="#ctx0" brushRef="#br0" timeOffset="352971.2702">14290 8027,'-1'4,"-1"7,-1 17,-11 9,-2 11,1 7,-5 3,-5-3,-1 0,2 1,3-9</inkml:trace>
  <inkml:trace contextRef="#ctx0" brushRef="#br0" timeOffset="353189.9634">14598 8047,'2'15,"0"9,0 10,0 9,7 5,-3 10,-5-5,1 2,-2-55</inkml:trace>
  <inkml:trace contextRef="#ctx0" brushRef="#br0" timeOffset="353549.2591">15121 8051,'0'0,"0"2,-5 7,-10 14,-2 5,-3 8,2 5,2-5,16-36,-7 36,8-5,12-4,6-10,2-9,3-14,3-4,1-5,-1-8,1 3,-4-4,-7-5,-3 0,-8 1,-3 1,-4 1,-6 4,-8 4,-3 2,-6 6,24 10,-27-5,1 6,26-1,-27 9</inkml:trace>
  <inkml:trace contextRef="#ctx0" brushRef="#br0" timeOffset="353924.1546">15524 7531,'-4'-7,"4"7,-2-12,2 12,3-13,1 6,10 9,7 7,4 9,2 6,-1 4,-8 5,-8-2,-7 0,-10-2,-7-1,-9-6,1-2,22-20,-25 16,25-16,-21 11,21-11,-14 9,7-4,13 2,6-2,13-1,12-1</inkml:trace>
  <inkml:trace contextRef="#ctx0" brushRef="#br0" timeOffset="354158.4858">16000 7468,'20'18,"11"14,12 8,7 13,-2 12,-1 12,-2 2,-10 6,-10 2,-16 0,-18-3,-20 5,-22-7,-20-2,-27-2,-24-7,-29-7</inkml:trace>
  <inkml:trace contextRef="#ctx0" brushRef="#br0" timeOffset="354517.7772">13296 7585,'-23'23,"-7"16,-8 14,-3 17,3 13,10 7,9 3,11-3,11-2,13-9,13-4,14-4,6-11,9-6,5-6,-2-7,1-5,0-8,-1-5,5-10,4-13</inkml:trace>
  <inkml:trace contextRef="#ctx0" brushRef="#br0" timeOffset="354923.9306">16579 8308,'0'0,"-4"0,1-1,3 1,6 1,10 3,17-1,9 5,14 0,-2 0,3 0,-57-8,50 10,-50-10,44 7,-44-7</inkml:trace>
  <inkml:trace contextRef="#ctx0" brushRef="#br0" timeOffset="355127.0059">16746 8156,'2'12,"-4"6,4 14,-2 11,-2 9,4-2,-8 8,0 4,-5 2,0 0,11-64</inkml:trace>
  <inkml:trace contextRef="#ctx0" brushRef="#br0" timeOffset="355548.7845">17762 7556,'-1'1,"-11"5,-6 12,-17 5,-12 10,-10 15,-3 11,-9 8,2 11,2 8,5 4,13-4,16-1,17-13,17-6,10-13,15 1,7-7,5-4,3-10,12 0,0-10,10-5,0-3,4-7,-1-8,-3-5</inkml:trace>
  <inkml:trace contextRef="#ctx0" brushRef="#br0" timeOffset="356378.7238">17823 7802,'0'0,"0"0,0 0,-1 5,-6 8,0 7,-4 5,-3 7,-7 3,2 3,1-6,18-32,-18 30,3-2,15-28,-6 28,4-6,10-2,9-4,4-8,5-4,-1-5,2-1,-27 2,30-9,-2 1,0-9,-6-3,-22 20,16-20,-6 0,-10 20,4-20,-4 20,-2-15,2 15,-4-12,-2 10,1 14,1 10,1 13,5 8,3 1,2 1,2 3,1-2,-10-46</inkml:trace>
  <inkml:trace contextRef="#ctx0" brushRef="#br0" timeOffset="356566.2296">18322 8111,'31'25,"6"10,10 12,1 5,-2 5,-7-3,-3-10</inkml:trace>
  <inkml:trace contextRef="#ctx0" brushRef="#br0" timeOffset="356769.2603">18603 8120,'-1'11,"-12"16,-4 12,-4 12,-10 4,-7 2,3-4,-8 1,-2-1,9-8</inkml:trace>
  <inkml:trace contextRef="#ctx0" brushRef="#br0" timeOffset="356972.327">18741 8150,'0'7,"2"4,-6 10,4 13,-1 9,-4 3,-6 3,7 0,4-49</inkml:trace>
  <inkml:trace contextRef="#ctx0" brushRef="#br0" timeOffset="357378.4898">19040 8171,'-2'7,"-5"4,-4 12,-3 8,-1 7,3 3,5-1,7-40,-5 37,9-6,9-7,9-12,5-8,2-9,1-4,-3-8,-4-2,-4-5,-3-4,-5-2,-4-5,-4 4,-3 31,0-29,-4 4,4 25,-10-24,-6 4,-5 7,21 13,-28-6,-1 10,0 12,29-16,-23 20,7 3,9 1,14-10</inkml:trace>
  <inkml:trace contextRef="#ctx0" brushRef="#br0" timeOffset="357628.4185">19292 7504,'0'9,"5"16,-4 9,-6 9,-4 6,0 7,9-56</inkml:trace>
  <inkml:trace contextRef="#ctx0" brushRef="#br0" timeOffset="357893.9839">19743 7565,'23'29,"6"13,0 9,3 14,-1 8,-7 4,-10 2,-5 0,-10-6,-12-5,-16-2,-4-1,-15-5,-20-2,-13-3,-26-1</inkml:trace>
  <inkml:trace contextRef="#ctx0" brushRef="#br0" timeOffset="359886.5651">20356 8219,'29'4,"16"0,18 5,13 9,-1 1,-6 3</inkml:trace>
  <inkml:trace contextRef="#ctx0" brushRef="#br0" timeOffset="360073.9705">20607 8118,'1'18,"0"11,-1 13,3 7,-5 2,-3 2,-3 1,-4 3,12-57</inkml:trace>
  <inkml:trace contextRef="#ctx0" brushRef="#br0" timeOffset="360392.858">21504 7783,'-5'2,"-8"7,-15 2,-17 12,-9 11,-14 11,-1 6,0 5,7 4,9 0,14 0,14-1,13-5,13 0,12-7,14-4,11-6,17-4,13-9,10-10,-1-11</inkml:trace>
  <inkml:trace contextRef="#ctx0" brushRef="#br0" timeOffset="360788.9953">21796 7947,'0'1,"0"7,-9 10,-3 11,-3 5,-2 5,-8 2,7-4,3-5,15-32,-5 28,7-3,-2-25,16 17,5-6,13-6,4-4,-1-4,-3-8,-34 11,30-14,-5-3,-25 17,24-17,-24 17,19-12,-19 12,10-7,-2 10,-5 15,-3 7,0 1,2 5,0 0,6 3,-8-34,6 32</inkml:trace>
  <inkml:trace contextRef="#ctx0" brushRef="#br0" timeOffset="360945.2213">22361 8248,'25'23,"10"5,8 9,1 4,-2-7,-5-9</inkml:trace>
  <inkml:trace contextRef="#ctx0" brushRef="#br0" timeOffset="361132.6711">22548 8179,'-11'15,"-7"9,-5 9,-3 14,-1 0,-3 8,3-3,27-52,-22 49</inkml:trace>
  <inkml:trace contextRef="#ctx0" brushRef="#br0" timeOffset="361335.7372">22843 8176,'-1'13,"-2"9,-8 13,-1 8,-5 10,0 4,0-5,0-5</inkml:trace>
  <inkml:trace contextRef="#ctx0" brushRef="#br0" timeOffset="361710.6473">23129 8225,'-17'13,"-6"8,-5 8,1 7,4 1,10 3,7-5,11 0,9-9,10-6,8-11,4-6,1-12,-4-4,-2-8,-6-7,-8-5,-5-1,-2-1,-6-1,-4 3,-9 5,-4 3,-4 4,-8 4,-5 5,-2 4,32 8,-39-5,6 8,33-3,-30 9,12 2</inkml:trace>
  <inkml:trace contextRef="#ctx0" brushRef="#br0" timeOffset="362054.8904">23337 7750,'-12'6,"0"5,12-11,-12 16,-1 5,8 4,8-1,7-6,-10-18,17 12,7-7,1-9,-25 4,27-13,-5-4,-22 17,14-20,-7-4,-7 24,-2-24,-10 3,-9 0,-8 7,-1 1,-2 4,32 9,-31-5</inkml:trace>
  <inkml:trace contextRef="#ctx0" brushRef="#br0" timeOffset="362289.9573">23690 7690,'21'17,"6"11,3 8,5 14,-5 8,-5 1,-9 8,-11-2,-10 4,-10 1,-12 3,-10 1,-15 10,-12-2,-15 8,-20 9,-19 4</inkml:trace>
  <inkml:trace contextRef="#ctx0" brushRef="#br0" timeOffset="362992.9037">12623 10168,'1'-4,"10"-9,21-2,18-2,15 1,14 6,1 4,-6 10</inkml:trace>
  <inkml:trace contextRef="#ctx0" brushRef="#br0" timeOffset="363133.4713">12639 10426,'9'-4,"11"-1,19-7,20 0,17-1,18 4</inkml:trace>
  <inkml:trace contextRef="#ctx0" brushRef="#br0" timeOffset="365029.8222">14076 10037,'15'-11,"9"2,9 4,10 6,2 8,-1 6,-5 3,-10 3,-6 3,-14 2,-10-2,-15-2,-9-2,-3-3,-1-6,29-11,-28 6,28-6,-23 3,23-3,-15 2,11-2,20 0,7-5,7 7,9-2,6 6,0 6,-5 6,-6 2,-11 3,-7 0,-10 2,-10-3,-7 1,-7-2,-14-5,-1 1,-12-4,-1-2,-5-3,4 1,-2-5,12-4,15-7</inkml:trace>
  <inkml:trace contextRef="#ctx0" brushRef="#br0" timeOffset="365561.1042">15166 10077,'0'0,"-1"-2,-10-1,-20 6,-9 8,-8 9,-11 4,10 6,7 4,42-34,-31 29,12-1,19-28,-2 25,11-7,15-11,4-7,3-9,1-6,2-3,-6-3,-1 1,-27 20,20-22,2 1,-22 21,25-14,-7 9,3 13,0 12,-4 5,-2 5,0-1,4 0,-19-29,18 25,6-1,4-8,0-7,-2-8,-1-4,-5-8,1-8,-4-2,-4 0,-4-3,-7-3,-4-2,-6-3,-8-2,-2 4,-7 4,-8 6,0 5,-3 6,-1 8,2 5,7 7,4 5,24-16</inkml:trace>
  <inkml:trace contextRef="#ctx0" brushRef="#br0" timeOffset="365780.1344">15903 10307,'22'-3,"12"-1,16 6,7 6,2 8,2-3,-13 1,-2-6,-10-11</inkml:trace>
  <inkml:trace contextRef="#ctx0" brushRef="#br0" timeOffset="365983.2637">16014 10099,'2'5,"4"15,3 10,7 11,-5 7,-1 2,-2 3,-6 0,-8-2,1 3,-2-5,7-49</inkml:trace>
  <inkml:trace contextRef="#ctx0" brushRef="#br0" timeOffset="366520.8716">16834 9902,'1'8,"-1"8,-9 10,1 13,-4 7,-7 2,-1-1,1-3,19-44,-24 35,12-3,12-32,-4 26,10-6,14-5,16-6,5-3,4-3,1-1,0-4,-5-1,-3-3,-6-4,-7-4,-9-5,-6-4,-8-1,-8-3,-2 0,-3 1,11 26,-12-22,12 22,-11-17,11 17,-8-10,0 8,-2 14,4 8,-3 10,4 10,3 1,-2 5,4 1,-1-1,1-3,0-43,5 36,5-15</inkml:trace>
  <inkml:trace contextRef="#ctx0" brushRef="#br0" timeOffset="366946.739">17493 10023,'-6'0,"-11"3,-7 8,-3 10,-5 6,0 7,3 2,7 4,22-40,-15 39,12-2,13-1,8-7,7-11,4-6,5-10,2-4,1-7,0 0,-4-9,-2 1,-4-7,-4-3,-5-5,2-4,-9 0,-11 36,9-34,-5 3,-6 2,-9 7,-7 5,-3 5,-7 7,-1 8,3 7,0 5,5 6,9 5</inkml:trace>
  <inkml:trace contextRef="#ctx0" brushRef="#br0" timeOffset="367102.9242">18025 10284,'26'-2,"11"1,15 2,11 6,7 4,-6 4,-1 0,-9-7</inkml:trace>
  <inkml:trace contextRef="#ctx0" brushRef="#br0" timeOffset="367290.3738">18229 10048,'0'0,"3"8,4 14,2 8,-2 8,5 5,-6 5,2-2,-7-1,0 1,-4-3,3-43</inkml:trace>
  <inkml:trace contextRef="#ctx0" brushRef="#br0" timeOffset="367727.8215">18800 10013,'0'0,"3"8,-8 12,-2 11,-8 9,-1 7,-2-2,2-3,0-3,8-6,7-5,7-3,10-6,8-6,10-4,3-2,7-4,0-3,-4-3,-40 3,35-7,-5-5,-6-10,-6-3,-18 25,13-28,-13 28,8-26,-8 26,7-23,-6 8,-3 12,-6 14,0 11,-3 15,-2 11,-1 7,1 9,-2 8,-1 3,4-5</inkml:trace>
  <inkml:trace contextRef="#ctx0" brushRef="#br0" timeOffset="368118.2998">13575 11301,'0'0,"-1"-2,3-1,17-4,15 1,10-1,13 6,1 3,-58-2</inkml:trace>
  <inkml:trace contextRef="#ctx0" brushRef="#br0" timeOffset="368290.1264">13547 11522,'11'-5,"13"-2,21-1,14-1,19 2,14 4</inkml:trace>
  <inkml:trace contextRef="#ctx0" brushRef="#br0" timeOffset="368790.0434">14657 11342,'-2'-8,"0"-6,2 14,2-20,4-3,13 3,9 6,5 8,5 11,1 5,4 6,-10 9,-9 1,-2 2,-12 3,-10-3,-10 1,-6-2,-13-4,-5-4,0-6,2-2,32-11,-32 6,32-6,-21 5,21-5,-15 2,12-2,17 0,6-2,5 1,7 5,3 1,2 8,-5 2,-1 0,-9 4,-2 0,-8 0,-12-19,5 20,-6 1,-13-2,-8 0,-16-3,-10-5,1-1,-1-5,-3-4,2-6,4-1,45 6,-32-14,8-2</inkml:trace>
  <inkml:trace contextRef="#ctx0" brushRef="#br0" timeOffset="369282.512">15481 11314,'0'2,"0"8,-3 7,-2 9,-1 6,-9 6,-1 0,-8 0,3 1,21-39,-21 35,9-5,12-30,-4 31,16-6,17-8,7-8,12-4,0-7,2-1,-7-6,2 1,-11-5,-5-5,-9-2,-5-1,-15 21,7-24,-7 24,2-26,-2 26,-1-26,1 26,-5-21,-2 4,-4 14,0 12,3 7,3 11,-4 8,0 2,8 5,-4 2,1 2,1-3,3-43,3 39,1-16</inkml:trace>
  <inkml:trace contextRef="#ctx0" brushRef="#br0" timeOffset="369695.3756">16179 11355,'0'0,"0"5,-2 10,-5 9,-3 9,-4 4,-3 5,3 0,3-7,1-3,7 0,6-6,-3-26,12 22,6-5,13-6,2-4,4-6,-2-4,3-3,-6-4,-3-5,-1-4,-9-3,-7-5,-1 0,-11 27,7-27,-7 27,-1-23,1 23,-1-16,-6 9,-5 23,-1 12,-3 14,-5 14,5 7,-4 6,0 4</inkml:trace>
  <inkml:trace contextRef="#ctx0" brushRef="#br0" timeOffset="423905.8147">3899 4193,'0'0,"0"-4,1 1,-1 3,9-3,6 1,6 2,7 0,5 0,5-1,3-2,9 0,3 2,8-4,5-1,9 2,4-6,5 3,7-3,6 0,-3-2,4-2,6 6,-4-4,-3 5,0-6,-2 3,-4-4,0-1,-2 3,-3 0,-3 2,-11 4,-5 0,-11-1,-56 7,45-4,-45 4,32-4,-14 4</inkml:trace>
  <inkml:trace contextRef="#ctx0" brushRef="#br0" timeOffset="425872.7771">2833 11364,'0'0,"0"7,-3 10,-1 7,-12 11,0 10,-3 13,-1 3,-2 10,-4 2,0-1,-3-3,2-11,27-58,-19 46,19-46,-13 31,13-31,-7 22,4-13,3-19,4-16,2-15,7-12,1-9,6-11,5 0,1-7,3 5,4 6,-5 10,-28 59,29-45,-29 45,23-32,-3 12,-2 20,-4 11,-1 15,3 12,3 14,-2 5,-1 9,7 1,-1 3,-3 3,1-4,0-2,-1-9,0-5,-19-53</inkml:trace>
  <inkml:trace contextRef="#ctx0" brushRef="#br0" timeOffset="426044.5781">2587 11760,'12'-6,"24"-4,14-2,27 1,26-2,18 2</inkml:trace>
  <inkml:trace contextRef="#ctx0" brushRef="#br0" timeOffset="426653.9548">4198 11583,'3'23,"6"10,-1 10,3 10,-1 1,0 0,-4 1,-6-55,6 49,-6-49,0 38,-2-16,-8-21,-2-18,-8-14,0-8,1-4,2-4,8 0,7-4,11-4,7-2,12 0,9 7,11 12,7 10,0 12,0 13,-3 12,-2 8,-7 8,-13 7,-4 2,-13 2,-12-1,-9-3,-10-1,-6-4,-7-7,31-20,-36 16,36-16,-33 12,33-12,-26 6,12-2,19-5,10-1,14 5,7 3,2 8,2 5,-6 5,-2-1,-7 6,-9-2,-13 4,-6-3,-12-1,-11-6,-10-2,-14-6,-14-2,-11-4,-3-2,-3-6,13-8</inkml:trace>
  <inkml:trace contextRef="#ctx0" brushRef="#br0" timeOffset="427060.0998">5643 11538,'-10'-4,"-19"-2,-9 2,-8 6,-5 9,-1 12,0 12,2 8,1 6,9 4,6-1,11 1,11-3,9-5,13-6,11-5,5-3,9-2,12-8,7-3,6-5,7-2,-5-4,-1-2,-6-3,-7 1,-8-3,-40 0,35 0,-35 0,24 1,-11-2,-14-6,-18 0</inkml:trace>
  <inkml:trace contextRef="#ctx0" brushRef="#br0" timeOffset="429109.9466">2072 13449,'0'4,"2"15,-1 7,6 6,-3 5,1 5,2-1,2 5,-2 4,2-3,-1 5,-8-52</inkml:trace>
  <inkml:trace contextRef="#ctx0" brushRef="#br0" timeOffset="429298.2889">2277 13605,'5'6,"5"10,6 7,7 9,6 5,7 5,2-2,1 1,-39-41,39 37</inkml:trace>
  <inkml:trace contextRef="#ctx0" brushRef="#br0" timeOffset="429480.1245">2483 13747,'-19'30,"-5"14,-5 15,0 5,1 1,5 0,23-65,-17 52,8-19</inkml:trace>
  <inkml:trace contextRef="#ctx0" brushRef="#br0" timeOffset="429698.779">2859 13615,'-2'8,"-1"17,2 6,-2 9,3 7,0 1,1-6,-1-42,6 40,2-15</inkml:trace>
  <inkml:trace contextRef="#ctx0" brushRef="#br0" timeOffset="430028.1975">3171 13575,'0'4,"-1"3,-9 11,-5 7,1 7,1 5,4 4,9-4,4-5,4-6,9-4,3-8,5-7,4-7,-29 0,27-8,-1-5,-1-10,-6-3,-5-1,-5-2,-9-1,-6-2,-7 1,-4 6,-9 0,-6 10,-3 6,-12 11,-4 6,2 5</inkml:trace>
  <inkml:trace contextRef="#ctx0" brushRef="#br0" timeOffset="430356.2327">1783 13107,'-29'25,"-12"18,-9 19,-2 17,-2 16,4 8,2 10,12-1,13-6,18-8,18-9,13-12,18-13,18-10,12-11,11-19,13-21</inkml:trace>
  <inkml:trace contextRef="#ctx0" brushRef="#br0" timeOffset="430653.032">3491 13022,'23'12,"3"9,4 10,4 10,-5 13,-9 8,-4 3,-13 6,-6 1,-10 0,-6-1,-11-3,-8-2,-8-5,-5-5,-2-6,4-9,49-41</inkml:trace>
  <inkml:trace contextRef="#ctx0" brushRef="#br0" timeOffset="430824.8646">3795 13738,'13'-1,"9"-5,11 3,8 4,6-1,-47 0</inkml:trace>
  <inkml:trace contextRef="#ctx0" brushRef="#br0" timeOffset="431012.3201">3902 13587,'2'20,"-3"10,1 9,-1 7,1 3,1 2,2-3,0 0,-3-48,4 39,2-9</inkml:trace>
  <inkml:trace contextRef="#ctx0" brushRef="#br0" timeOffset="431309.1794">4432 13243,'-33'19,"-19"17,-8 11,-6 12,13 7,14 0,14-3,17-1,18-4,8 0,17-5,13-4,4-5,7-3,4-8,0-12,-6-13,-4-11</inkml:trace>
  <inkml:trace contextRef="#ctx0" brushRef="#br0" timeOffset="432355.7857">4628 13506,'-2'-9,"-2"-5,3-5,2-5,5 2,5 1,4 1,5 7,6 10,3 3,-7 8,1 6,-6 6,-4 4,-5 7,-8 5,-5 3,-11 0,-3 3,-7-7,0-1,1-9,25-25,-27 22,27-22,-23 14,23-14,-14 14,11-4,16-7,18-6,15-7,5-4,-4-7,1-4,-9 0,-39 25,34-27,-34 27,28-23,-5 7,-23 16,27-6,-4 1,4 10,3 1,5 3,2 6,7 5,-1 5,0 4,-3 0,-40-29,29 31,-29-31,25 24</inkml:trace>
  <inkml:trace contextRef="#ctx0" brushRef="#br0" timeOffset="432543.2085">5354 13571,'-3'3,"-7"15,-6 10,-6 11,-7 9,-2 8,-3-1,1-2,33-53</inkml:trace>
  <inkml:trace contextRef="#ctx0" brushRef="#br0" timeOffset="432761.9056">5608 13565,'-2'15,"0"9,-4 8,-5 8,4-1,7-39,-9 42,9-42</inkml:trace>
  <inkml:trace contextRef="#ctx0" brushRef="#br0" timeOffset="433127.7475">5888 13551,'-12'7,"-5"10,-8 8,-1 5,3 4,3 2,20-36,-12 32,9 1,3-33,12 29,8-7,-20-22,33 12,0-12,-33 0,34-11,-2-6,-12-13,-4 1,-10-4,-6 3,-3 1,-10 2,0 2,-6 7,-4-2,-3 8,26 12,-25-4,25 4,-22 0,11 4,11-4</inkml:trace>
  <inkml:trace contextRef="#ctx0" brushRef="#br0" timeOffset="433441.5643">6305 13101,'12'-1,"10"0,2 6,7 6,0 7,-2 10,-4 8,6 9,-8 9,-6 7,-8 2,-9 1,-12-2,-8 1,-6-4,-6 1,-6-6,1 1,-2-7,39-48,-35 40,35-40</inkml:trace>
  <inkml:trace contextRef="#ctx0" brushRef="#br0" timeOffset="433647.8941">6860 13632,'14'-5,"17"4,13 1,10 8,5 0,5 2,-8-5</inkml:trace>
  <inkml:trace contextRef="#ctx0" brushRef="#br0" timeOffset="433851.0214">7048 13497,'0'19,"-4"12,0 11,-3 12,3 3,0-1,-1 2,5-58,-3 52,3-52</inkml:trace>
  <inkml:trace contextRef="#ctx0" brushRef="#br0" timeOffset="434417.2905">7781 13391,'0'0,"1"2,-1-2,2 3,-2-3,2-3,-2 3,3-3,-3 3,7-5,-7 5,7-6,-7 6,7-6,-2 2,-5 4,-4-6,-7 2,-2 3,-9 3,-1 6,-5 6,1 8,-1 3,4 5,2 4,8-1,4-1,10 0,5-3,5-1,7 0,4-9,4 0,4-7,2 0,2-5,1-3,-1-5,1 0,-3-3,-31 4,28-9,-5 1,-23 8,12-14</inkml:trace>
  <inkml:trace contextRef="#ctx0" brushRef="#br0" timeOffset="434999.8022">7702 13037,'-5'2,"-20"9,-9 6,-9 9,-11 14,-6 9,0 5,5 6,4 1,11-3,10-3,15-3,9 0,13-3,4-4,6 0,7-6,8-4,3-4,5-2,4 0,3-3,0-3,1-1,-4-4,-3-3,-41-15,30 15,-30-15,26 10,-11-5,-18-12</inkml:trace>
  <inkml:trace contextRef="#ctx0" brushRef="#br0" timeOffset="436757.5102">7643 13676,'1'-7,"0"-7,1-8,2-2,6-3,2-1,11 1,4 2,8 3,0 6,9 11,-1 4,0 10,-10 6,-3 7,-9 3,-10 3,-9 1,-8 3,-9 2,-9-3,-8 0,-5-6,37-25,-39 23,4-6,35-17,-32 14,32-14,-21 10,8-3,16-3,12-2,11 5,6-1,9 4,3 3,4 3,-6 5,-5 2,-37-23,29 23,-11 1,-10 2,-10-2,-5-3,-7-3,-6-2,-7-4,-8-2,-3-9,-8-1,1-5,2-12,9-7</inkml:trace>
  <inkml:trace contextRef="#ctx0" brushRef="#br0" timeOffset="436944.9564">8346 13657,'21'16,"10"10,13 9,7 12,-6 5,-1-1,-44-51,35 45</inkml:trace>
  <inkml:trace contextRef="#ctx0" brushRef="#br0" timeOffset="437140.0789">8592 13677,'-10'17,"-1"15,-8 7,-3 12,-6 10,4 0,-3-2,27-59,-24 56,7-12</inkml:trace>
  <inkml:trace contextRef="#ctx0" brushRef="#br0" timeOffset="437343.1486">8945 13620,'-6'14,"-2"14,-4 5,-5 12,2 7,1-1,10-2,4-49</inkml:trace>
  <inkml:trace contextRef="#ctx0" brushRef="#br0" timeOffset="437671.2157">9274 13713,'-11'6,"-8"5,-2 11,-5 4,2 7,6 3,6 1,11-2,8-3,11-4,9-7,8-9,4-9,-3-11,1-8,-3-3,-8-8,0 0,-5-5,-6-2,-3 2,-12 32,3-28,-7 0,-13 0,-9 3,-10 7,-7 7,-9 4,-1 6,5-2</inkml:trace>
  <inkml:trace contextRef="#ctx0" brushRef="#br0" timeOffset="441806.7294">9595 12993,'-6'0,"-8"0,-4 8,-14 11,-1 4,5 6,9 3,4-1,11 2,8-3,6-6,-10-24,16 17,7-5,4-6,1-10,-5-4,-23 8,22-15,-4-4,-5-7,-4 0,-3-1,-2 1,-5 2,1 24,-7-21,-8 4,-12 6,-6 6,-3 6,-2 4,6 4,32-9,-21 14,8 2</inkml:trace>
  <inkml:trace contextRef="#ctx0" brushRef="#br0" timeOffset="442087.96">10176 13122,'16'17,"9"17,1 8,4 18,0 14,-4 10,-4 6,-3 8,-14-5,-9-6,-9-11,-15-7,-3-13,-10-5,-16-8,-11-5,-17-6,-9-8</inkml:trace>
  <inkml:trace contextRef="#ctx0" brushRef="#br0" timeOffset="442681.5386">6025 12871,'0'0,"0"0,-3 8,3 4,3 12,0 7,1 5,0 1,-1 3,0-3,-2-3,-2-2,0-5,1-27,-3 23,3-23,-3 22,3-22,-1 19,1-19,-3 15,3-7,0-11</inkml:trace>
  <inkml:trace contextRef="#ctx0" brushRef="#br0" timeOffset="443450.8682">3041 13020,'0'0,"-1"-5,2-1,-1 6,12-6,3-4,9 8,3 4,-1 5,-1 7,-5 4,-5 5,-7 2,-8 2,-8 3,-7-3,-2-2,17-25,-23 21,23-21,-19 19,19-19,-16 15,16-15,-10 10,5-2,13-4,6-2,8-5,5-1,2-2,-29 6,31-5,-1 1,-30 4,26-4,-26 4,19-2,-6 2</inkml:trace>
  <inkml:trace contextRef="#ctx0" brushRef="#br0" timeOffset="444091.9083">10706 13792,'4'-5,"5"-3,16 2,9-2,5 6,11 5,3 10,1 2,2 7,-6 2,-50-24</inkml:trace>
  <inkml:trace contextRef="#ctx0" brushRef="#br0" timeOffset="444279.3746">10740 13938,'0'0,"0"0,6 1,19 3,18 0,11 7,15 2,6 2,-2 1,0-2</inkml:trace>
  <inkml:trace contextRef="#ctx0" brushRef="#br0" timeOffset="448962.8599">11566 13664,'0'0,"0"2,3 7,-1 11,2 7,2 6,-5 12,-1-2,0 6,0 5,2 0,-1 3,5-1</inkml:trace>
  <inkml:trace contextRef="#ctx0" brushRef="#br0" timeOffset="449290.9203">11914 13917,'8'-15,"-8"15,7-19,7 0,10 8,0 8,3 9,1 8,-5 6,-8 5,-1 4,-8 2,-8 3,-4 0,-9-2,-2-3,-5-7,22-22,-23 17,23-17,-21 14,21-14,-18 11,9-4,16 2,18-1,18-3,19 0,6 1</inkml:trace>
  <inkml:trace contextRef="#ctx0" brushRef="#br0" timeOffset="449654.3302">12530 13883,'0'0,"3"-9,3 0,15 8,6 5,3 11,2 7,-9 8,-4 1,-10 0,-10 2,-4-5,-6-6,11-22,-15 18,15-18,-14 13,14-13,-11 7,2-4,13-1,4 4,10 1,6 2,5 5,4 8,-5 3,-7 3,-9 1,-8-1,-14 0,-13 1,-16-4,-24-7,-22-4,-20-2</inkml:trace>
  <inkml:trace contextRef="#ctx0" brushRef="#br0" timeOffset="506767.8836">17931 11110,'1'5,"-4"10,-9 6,-8 10,-4 2,-9 12,-5 5,-6 8,-2 3,-8 3,0 2,0 1,-4 1,1 0,6-4,6-3,2-7,6-6,8-7,6-6,2-4,21-31,-13 27,-2-4,15-23,-13 20,3-8,6-14,-2-20</inkml:trace>
  <inkml:trace contextRef="#ctx0" brushRef="#br0" timeOffset="507205.2703">17324 11168,'-13'0,"-2"4,-6 6,-5 4,1 8,0 2,6 5,3 0,9-1,7-3,10-2,7-5,8-1,4-5,2-3,2-9,-5-6,-3-3,0-5,1-6,-6 3,0-3,-20 20,17-24,0-2,-17 26,11-28,-1-1,-10 29,3-24,-9 6,-14 6,-5 10,-6 5,-7 8,1 9,1 8,-1 9,1 10,11 10,0 10,13-1,12 2</inkml:trace>
  <inkml:trace contextRef="#ctx0" brushRef="#br0" timeOffset="507690.8381">17823 12125,'0'0,"-1"-3,-10 3,-8 4,-4 5,-4 8,-4 7,4 7,3 7,8 2,7-1,1 0,9-9,9-1,0-5,9-3,8-1,-1-6,6-4,5-6,-5-4,1-9,-2-4,-4-8,-5-5,-1-5,-1-8,-8 2,-4 1,-8 36,4-34,-8 3,-8-2,-8 6,1 1,-5 6,-2 6,1 6,-3 5,-3 0,-2 4,-1 4,1 6,4 4,29-15,-31 14,9-2</inkml:trace>
  <inkml:trace contextRef="#ctx0" brushRef="#br0" timeOffset="508254.2243">18579 11504,'0'0,"0"-1,0 1,0 1,0-1,-1 1,1-1,0 2,0-2,1 3,-1-3,2 7,-2-7,2 12,-2 3,-1 6,0 4,-6 0,-5-1,-2 2,2 1,-4 0,7 1,0 0,-5-2,3 2,11-28,-8 29,-2 0,3 0,0-1,7-28,-8 24,8-24,-9 22,1-1,8-21,-9 19,9-19,-6 16,6-16,-7 16</inkml:trace>
  <inkml:trace contextRef="#ctx0" brushRef="#br0" timeOffset="509235.0571">18796 11782,'0'-6,"4"-8,7-4,-11 18,8-20,1-3,-9 23,18-23,0 6,5 0,3 8,6 6,-3 6,2 7,-3 5,-7 3,-5 4,-4 1,-7 0,-7-3,-1 4,-7-2,-4-1,14-21,-20 18,-5-3,-6-3,31-12,-31 5,31-5,-28 2,28-2,-26 0,26 0,-19-3,19 3,-12-3,12 3,-7-3,7 5,0-2,9 4,4 3,6 8,3 0,7 5,-4 3,-4 1,-21-24,16 25,-2 2,-14-27,13 29,-7 0,-2 0,-4-29,-10 24,-5-2,15-22,-21 20,-2-1,-4-1,27-18,-26 12,26-12,-23 13,1-6,-1-1,4-3,19-3,-22 2,22-2,-20 0,20 0,-15-2,15 2,-14-4,14 4,-13-3,13 3,-8-2,8 2,-5-1,5 1,-5-1,5 1,-1 0,1 0,0 0,0 0,0 0,0 0,-1 1,1-1,-1 1,1-1,0 0,0 0,-1 0,1 0,0 0,0 0,0 0,0 0,1 0,-1 0,0-1,0 1,1 0,-1 0,1 0,-1 0,0 0,0 0,0-1,0 1,0 0,0 0,0 0,0 0,0 0,0 0,-1-1</inkml:trace>
  <inkml:trace contextRef="#ctx0" brushRef="#br0" timeOffset="510282.3695">16128 13640,'0'0,"-1"-4,1 4,1-9,4 0,9-5,7-3,22 1,13 3,7 3,11 3,5 5,-8 6,-11 2</inkml:trace>
  <inkml:trace contextRef="#ctx0" brushRef="#br0" timeOffset="510496.9488">16164 14019,'27'-12,"15"-5,21-3,19-1,13 4,10 5,-5 2</inkml:trace>
  <inkml:trace contextRef="#ctx0" brushRef="#br0" timeOffset="523347.1926">21255 11671,'-10'-10,"-16"6,-7 1,-13 2,-5 6,-8 10,-4 2,4 12,3 6,13 9,0 3,12 3,11 2,4 2,10 2,11 2,6-1,9-4,7-4,6-4,4-7,8-3,0-9,5-9,-9-8,3-7,-9-9,-2-3,-8-7,-5-6,-7-2,-5-1,-7-3,-6 4,-6 0,-10 1,-10 5,-10 1,-2 2,-8 5,-2 8,0 4,2 4,7 4,-2 4</inkml:trace>
  <inkml:trace contextRef="#ctx0" brushRef="#br0" timeOffset="523597.1426">19677 12338,'4'-4,"9"-2,24-4,13 4,10 4,1 7,4 6,-65-11,56 16,-16 5</inkml:trace>
  <inkml:trace contextRef="#ctx0" brushRef="#br0" timeOffset="523737.7313">19609 12637,'13'-1,"9"-2,16-5,23 2,19 2,9 0</inkml:trace>
  <inkml:trace contextRef="#ctx0" brushRef="#br0" timeOffset="524391.7216">21493 11329,'-20'-19,"-8"-8,-15 0,-15-1,-9 4,-11 8,-11 11,0 8,-1 14,0 8,1 8,3 10,1 11,6 7,4 13,5 8,8 7,9 5,7 6,10 4,14 5,6 2,22-2,10-4,13-5,12-10,12 2,6-11,11-4,8-7,3-8,5-14,-3-12,-2-15,4-14,4-14,1-9,7-15,6-8,6-8,6-4,3-2,-5-3,-6-3,-9-4,-10-4,-11-1,-14-4,-9-7,-12-3,-11-3,-12-4,-10-1,-16 1,-13-1,-17 1,-15-3,-22 2,-21 4,-25 6,-20 9,-18 11,-15 11,-13 17,-12 21,-8 21,-4 24</inkml:trace>
  <inkml:trace contextRef="#ctx0" brushRef="#br0" timeOffset="534327.8016">14072 13975,'-3'8,"-4"16,-9 7,-8 11,-7 6,-6 6,-4 4,-7 6,-2 1,-2 0,0-3,2-6,8-7,5-7,5-8,32-34,-26 25</inkml:trace>
  <inkml:trace contextRef="#ctx0" brushRef="#br0" timeOffset="534655.8027">13596 13834,'-14'0,"-3"3,-2 9,-3 4,7 7,4 1,8 2,9 0,8-3,3-3,-17-20,23 15,1-8,-24-7,22-4,-4-5,-2-7,-16 16,5-21,-6-4,-11 0,-8 3,-9 8,-6 7,-1 9,1 10,9 12,5 9,17 10,10 8</inkml:trace>
  <inkml:trace contextRef="#ctx0" brushRef="#br0" timeOffset="534968.98">13900 14726,'-15'12,"-5"3,2 4,0 2,10 4,5-1,8 0,6-1,8-1,6-7,1-7,-1-8,-25 0,22-9,-8-8,0-8,-14 25,4-29,-8 0,-14-7,-2 7,-9 9,-1 6,30 14,-29-8,29 8,-20-2,15 2</inkml:trace>
  <inkml:trace contextRef="#ctx0" brushRef="#br0" timeOffset="535351.9932">14786 14318,'-24'2,"-16"5,-15 7,-8 11,2 9,0 7,11 9,10-2,10 1,14 0,12 0,15-9,1-1,9-7,2-9,-23-23,25 19,-2-8,-23-11,28 1,-6-7,-22 6,18-12,-5-5,-7-4,-6-1,-8-1,-9 0,-11 2,-11 6,-4 4,43 11,-46-9</inkml:trace>
  <inkml:trace contextRef="#ctx0" brushRef="#br0" timeOffset="535523.8913">15179 14825,'15'4,"9"8,10 1,-34-13</inkml:trace>
  <inkml:trace contextRef="#ctx0" brushRef="#br0" timeOffset="535664.4896">14985 14944,'31'6,"12"7,20 8,8 9,5 6,0-2</inkml:trace>
  <inkml:trace contextRef="#ctx0" brushRef="#br0" timeOffset="540054.4009">15975 14865,'4'-12,"0"-8,5-2,1-3,1 1,3 2,6 7,1 2,7 4,3 7,4 6,7 7,-3 4,-9 2,-30-17,27 19,-15 6,-14 2,-10 2,-7-2,-10-2,-1-3,-4-7,0-4,1-4,33-7,-32 5,32-5,-30 2,30-2,-19 1,8 2,16 4,16 3,14 6,8 5,4 7,1 6,0 3,-4-1,-44-36,32 36,-10-6,-11 0,-14-1,-13-5,-9-2,-17-5,-17-2,-20 1,-25-6,-27 8</inkml:trace>
  <inkml:trace contextRef="#ctx0" brushRef="#br1" timeOffset="560245.2472">4700 2996,'0'0,"-4"-1,4 1,-2-1,2 1,-1-4,1 4,7-2,5-1,11-3,8 3,1-3,5 2,5 0,-1-2,2 0,-3 1,3 1,-2 1,0 0,-3-2,-1 2,0 0,2 0,0 1,-3 0,1-2,-1 2,3 4,5-1,-4-2,-2 2,0 1,-2-2,1 0,-1-2,2 1,-3 1,0 0,0-2,-3-3,1 5,-2-1,0 1,-2 0,-1 1,-1-1,3 0,-2 1,-2-1,2-1,-4-2,-24 3,25-2,2 2,3 1,-1 0,-29-1,32 3,-1-2,3-1,1-1,-2-2,-2 3,-5 3,-3-4,-23 1,26-2,-3 0,-23 2,29-3,1 2,-30 1,29 0,0 0,-29 0,28-1,-28 1,26-4,-26 4,22-1,-22 1,20-2,-20 2,12-1,-12 1,8 1,-8-1</inkml:trace>
  <inkml:trace contextRef="#ctx0" brushRef="#br1" timeOffset="562347.6657">1926 14787,'0'0,"3"-3,0 3,4 6,5 6,-2 15,0 8,-1 9,2 4,-1 7,0 4,-1 1,-9-2,0-58,-2 52,2-52,-4 39,4-39,-4 26,1-12,0-17,-1-10,1-12,0-9,1-10,2-2,5-5,5-4,4-5,4-3,3 5,7 5,4 9,3 9,4 10,4 10,2 10,-3 10,0 9,-6 6,-4 8,-11 5,-6 5,-12 4,-5 3,-11 1,-8-3,21-43,-31 39,-2-9,-5-10,2-6,36-14,-33 7,33-7,-23-1,23 1,-16-2,13-2,16 2,9 4,10 7,11 4,0 10,2 5,-6 4,-10 3,-11 1,-9-5,-10 2,-12-6,-7-4,-14-9,-9-3,-9-8,-6-4,-4-5,4-4,5-7,16-11</inkml:trace>
  <inkml:trace contextRef="#ctx0" brushRef="#br1" timeOffset="562613.2381">3407 14836,'-3'-2,"-11"0,-14 2,-15 7,-17 5,-6 7,-5 9,11 11,7 7,14 4,16 0,12-4,18 0,9-8,16 0,15-3,20-9,18-4,13-15</inkml:trace>
  <inkml:trace contextRef="#ctx0" brushRef="#br1" timeOffset="562956.9019">4430 14881,'-22'0,"-14"8,-6 5,-10 9,-9 16,8 4,2 8,8 4,14-3,14-6,9-3,12-8,12-4,6-5,11-2,8-5,11-7,4-1,5-5,0 1,-1-1,-7 0,-4-4,-8 4,-7-3,-36-2,29 3,-29-3,18 1,-13-1</inkml:trace>
  <inkml:trace contextRef="#ctx0" brushRef="#br1" timeOffset="566624.8933">6362 16210,'0'-6,"0"-5,4-4,-4 15,6-17,9 3,11 5,4 4,6 5,0 3,-3 7,1 5,-6 7,-5 0,-8 4,-5 1,-8-2,-4 3,-6-3,-4 0,12-25,-21 20,-1-2,-4-6,0-3,26-9,-25 3,25-3,-25 0,25 0,-22-4,22 4,-15-6,15 6,-11-7,9 3,2 4,10-4,8 6,10 4,3 1,-1 7,-3 2,-27-16,25 17,-2 0,-23-17,21 20,-21-20,14 18,-14-18,7 18,-7-18,3 16,-9-2,-8-5,-3-3,-5-3,-4-5,-3-2,-1-1,1-3,1-3,8-5,20 16</inkml:trace>
  <inkml:trace contextRef="#ctx0" brushRef="#br1" timeOffset="566859.2002">7010 16307,'14'10,"9"8,4 7,1 8,4 4,3 3,-2 0,-4-2,-29-38,28 35,-28-35,23 26</inkml:trace>
  <inkml:trace contextRef="#ctx0" brushRef="#br1" timeOffset="567064.2625">7293 16341,'0'0,"0"0,0 0,0 3,-8 14,-1 5,-2 7,-5 7,-6 5,-4-1,-3 6,-3 2,2-8,5-6,1-9</inkml:trace>
  <inkml:trace contextRef="#ctx0" brushRef="#br1" timeOffset="567314.2124">7586 16383,'0'0,"0"3,-2 12,-3 6,-1 6,-2 5,1 5,-1 1,8-38,-5 42,7-10</inkml:trace>
  <inkml:trace contextRef="#ctx0" brushRef="#br1" timeOffset="567689.1324">7975 16448,'-3'0,"-6"1,-8 4,-6 6,2 5,-5 4,5 5,21-25,-23 26,12 4,8 4,3-34,6 32,9-6,-15-26,25 22,3-12,3-10,-3-6,1-7,-4-4,-5-5,-2-3,-4-4,-14 29,10-29,-2 0,-9 1,-10 4,-3 0,-11 3,-15 5,-5 2,-6 3,-6-3</inkml:trace>
  <inkml:trace contextRef="#ctx0" brushRef="#br1" timeOffset="569667.9768">8302 15834,'0'0,"-4"-1,-6 3,-10 8,-6 5,0 8,3 4,8 2,8 2,7-4,7-3,7-3,4-7,6-5,-24-9,19 1,4-6,-5-10,-18 15,15-19,-3-3,-7-7,-6 1,1 28,-7-29,-2 3,9 26,-17-27,17 27,-15-16,15 16,-12-10,13 6</inkml:trace>
  <inkml:trace contextRef="#ctx0" brushRef="#br1" timeOffset="569920.844">8709 15841,'15'10,"4"9,9 6,4 13,2 14,-2 11,1 12,-10 10,-9 4,-11-2,-11-2,-8-8,-13-7,-8-5,-8-8,-8-13,-9-2,-13-8,-9-6,-5-4,2-15</inkml:trace>
  <inkml:trace contextRef="#ctx0" brushRef="#br1" timeOffset="570359.1872">6074 15790,'-24'23,"-4"7,-11 14,-3 9,3 8,5 1,6 2,11 0,8-8,12-4,10-7,10-3,7-9,9-3,7-6,4-6,2-3,4-7,-3-3,-4 0,-3-3,-10-1,-36-1,29 0</inkml:trace>
  <inkml:trace contextRef="#ctx0" brushRef="#br1" timeOffset="570671.6272">5179 16301,'9'-1,"3"-4,11 0,8-1,14 3,5 1,3 3,3 0,-2 1,-3 2,-51-4,45 6,-5-5,-40-1</inkml:trace>
  <inkml:trace contextRef="#ctx0" brushRef="#br1" timeOffset="570890.3296">5428 16045,'0'0,"0"1,0 7,0 13,3 12,0 6,4 9,-2 7,0 6,1 0,-3 3,4 1,0-4,-7-61</inkml:trace>
  <inkml:trace contextRef="#ctx0" brushRef="#br1" timeOffset="571640.6152">3426 15927,'0'0,"0"0,-4 0,-7 7,-6 13,-9 14,-9 17,1 16,-4 7,3 1,14 0,2-2,12-9,13-5,2-5,8-6,6-6,5-4,3-7,4-11,-3-8,4-12,-1-9,-6-10,0-6</inkml:trace>
  <inkml:trace contextRef="#ctx0" brushRef="#br1" timeOffset="572144.0534">3550 16279,'0'0,"-1"-4,1 4,-6-6,6 6,-4-7,5-3,8-1,4-1,4 2,5 6,-22 4,27-3,-1 9,2 9,-6 7,-7 2,-7 4,-5 1,-3-29,-3 26,-5-2,8-24,-12 22,12-22,-14 15,14-15,-11 8,11-8,-9 5,5-5,4 0,6-3,7 1,6 4,-19-2,21 5,1 8,-5 6,-17-19,13 20,-10 5,-10 3,-8-2,-2-4,-8-4,-1-7,2-13,-1-10,9-13</inkml:trace>
  <inkml:trace contextRef="#ctx0" brushRef="#br1" timeOffset="572320.2596">3825 16270,'14'11,"7"8,8 6,0 5,1 5,2 3,-6-1,-26-37,27 33,1-9</inkml:trace>
  <inkml:trace contextRef="#ctx0" brushRef="#br1" timeOffset="572539.06">4061 16284,'-14'17,"-4"8,1 10,-5 13,3 4,0 1,6-1,13-52,-10 49,10-49,-8 36,11-14</inkml:trace>
  <inkml:trace contextRef="#ctx0" brushRef="#br1" timeOffset="572742.1379">4291 16301,'0'0,"0"0,-4 11,-2 10,-5 8,0 6,4 4,2-1,5-38,2 39,5-9,15-10</inkml:trace>
  <inkml:trace contextRef="#ctx0" brushRef="#br1" timeOffset="573101.9636">4529 16352,'-5'0,"-4"6,-8 8,-3 5,2 6,1 2,4 1,13 0,0-1,8-1,8-7,2-3,2-4,-20-12,23 2,-1-6,1-5,-2-7,-9-3,1-2,-4-3,-6-3,-3 1,-6-2,-6 3,1 3,-9 3,20 19,-22-12,-1 4,23 8,-26-3,26 3,-23 2,11-2,12 0</inkml:trace>
  <inkml:trace contextRef="#ctx0" brushRef="#br1" timeOffset="573309.3203">4692 15967,'0'0,"-3"2,1 1,-2 13,2 7,1 11,1 5,0 0,6 0,-6-39,9 35</inkml:trace>
  <inkml:trace contextRef="#ctx0" brushRef="#br1" timeOffset="573559.6632">4917 15977,'9'5,"11"9,5 7,2 13,1 10,-8 11,-7 4,-7 8,-9 2,-9-2,-8-2,-7-4,-8-5,-3-5,-5-4,-6-2,-3-13,-1-13</inkml:trace>
  <inkml:trace contextRef="#ctx0" brushRef="#br1" timeOffset="574028.3032">2604 16368,'0'0,"0"0,2 0,-2 0,13-2,10-1,17-1,8 0,6 3,-2 2,-52-1,49 3,-10 1</inkml:trace>
  <inkml:trace contextRef="#ctx0" brushRef="#br1" timeOffset="574247.0976">2782 16165,'0'0,"0"0,2 5,-4 12,8 13,-3 9,-2 17,1 5,1 4,1 5,2-2,-6-68</inkml:trace>
  <inkml:trace contextRef="#ctx0" brushRef="#br1" timeOffset="574840.8422">963 15925,'0'0,"-3"-1,-10 4,-10 13,-6 6,-4 13,-2 10,-2 12,10 5,3 7,2-5,15-2,11-5,9-10,7-4,8-3,5-8,5-5,5-4,2-10,1-9,-5-8</inkml:trace>
  <inkml:trace contextRef="#ctx0" brushRef="#br1" timeOffset="575562.9448">1031 16309,'-2'-6,"2"6,-2-10,-3-6,4-2,-1-1,10 1,9 0,3 1,8 3,5 4,-4 5,-2 5,-27 0,25 5,-5 9,-8 9,-8 4,-8 5,-5 1,-5 1,-4-4,18-30,-19 27,2-3,17-24,-16 22,16-22,-10 16,7-4,6-4,13-4,6-7,8-4,6-3,2-1,2-3,-2-3,-8-2,-4 0</inkml:trace>
  <inkml:trace contextRef="#ctx0" brushRef="#br1" timeOffset="575751.8094">1456 16228,'0'0,"2"1,6 2,4 10,11 4,4 6,5 7,1 4,-2 0,-4 2,-2 0,-25-36,22 30,-22-30,14 20</inkml:trace>
  <inkml:trace contextRef="#ctx0" brushRef="#br1" timeOffset="575939.2579">1676 16286,'0'0,"0"0,-1 4,-1 11,-4 12,-1 10,-9 10,0 6,-1-2,-1-1,18-50,-15 48,15-48</inkml:trace>
  <inkml:trace contextRef="#ctx0" brushRef="#br1" timeOffset="576176.9303">1903 16329,'0'0,"0"1,-3 6,0 11,-3 7,1 7,2 8,0-1,3 1,3-3,-3-37,10 31,0-12,-10-19,23 2,2-9</inkml:trace>
  <inkml:trace contextRef="#ctx0" brushRef="#br1" timeOffset="576509.4708">2133 16361,'0'0,"0"-2,0 2,-4-1,-4 2,-5 7,-1 4,-2 6,3 7,1 2,5-1,10 1,-3-27,3 25,8-1,7-5,-1-6,-17-13,22 5,1-7,-23 2,22-10,-2-8,-20 18,12-25,-3-4,-7-6,-2 1,-10 4,1 2,9 28,-14-21,-5 6,-4 5,23 10,-25-4,25 4,-23-1</inkml:trace>
  <inkml:trace contextRef="#ctx0" brushRef="#br1" timeOffset="577562.8413">2007 15958,'0'0,"-1"-3,-5-5,6 8,-8-14,-1-3,9 17,-6-18,6 18,-3-19,9 3,9 5,3 2,-18 9,23-2,0 5,-23-3,22 13,-6 4,-7 6,-11 3,-8-2,-7-2,-4-4,21-18,-20 16,0-3,20-13,-16 14,7-3,9-2,10 1,12-3,10-1,4-3,4-6</inkml:trace>
  <inkml:trace contextRef="#ctx0" brushRef="#br1" timeOffset="577828.4335">2357 15904,'0'7,"9"7,4 6,4 8,1 7,3 3,-2 7,0 4,-5 2,-2 3,-6-2,-3-2,-8-1,-4 2,-5-3,-12 0,-8 5,-10 2,-11 3,-12 1,-1-11</inkml:trace>
  <inkml:trace contextRef="#ctx0" brushRef="#br1" timeOffset="581987.794">9178 16515,'9'-2,"13"3,14 4,14 2,7 7,3 2,1 4,-9-2</inkml:trace>
  <inkml:trace contextRef="#ctx0" brushRef="#br1" timeOffset="582143.985">9104 16694,'0'0,"0"0,5 1,16 0,20 4,19 0,15 5,9 2</inkml:trace>
  <inkml:trace contextRef="#ctx0" brushRef="#br1" timeOffset="582518.9017">9935 16570,'1'-11,"1"-6,4-4,4-1,10 3,6 8,8 5,0 12,2 6,-8 5,-5 8,-8 2,-9 4,-13 4,-10 3,-11-4,-11-2,-1-3,1-7,1-9,4-4,34-9,-27 6,27-6,-21 4,10 0,15 0,14-3,18 0,16-2,11 1,8 0,3-1</inkml:trace>
  <inkml:trace contextRef="#ctx0" brushRef="#br1" timeOffset="582940.6825">10533 16495,'0'0,"6"-15,4-4,3-2,9 8,5 8,4 11,2 11,-3 6,-8 6,-3 5,-9-3,-11-2,-6-3,-7-3,-7-8,21-15,-24 10,24-10,-24 5,24-5,-22-1,7-3,13-6,10 2,12 2,11 6,7 7,2 7,1 11,-6 1,-7 5,-5-4,-13-1,-6-1,-10-3,-12-5,-4-2,-9-4,-7-5,-2-4,-3-4,1-4,11-7,11-5,16-2</inkml:trace>
  <inkml:trace contextRef="#ctx0" brushRef="#br1" timeOffset="583365.6166">11334 16607,'13'-1,"6"-1,5 3,0-1,-1 9,1 3,-8 5,-5 8,-11-1,-5 0,-10 0,-10-7,-2-7,27-10,-25 6,25-6,-25 3,25-3,-18 0,8 0,11 1,11 5,7 3,10 5,6 4,1 7,0 4,-4 4,-13 1,-5 0,-8-1,-8-4,-12-2,-3-9,-9-3,-7-4,-5-10,-6-5,-2-5,-1-6,2-9,13-5,8 1,15 1</inkml:trace>
  <inkml:trace contextRef="#ctx0" brushRef="#br1" timeOffset="583709.2899">12725 16658,'-12'17,"-2"5,-8 11,-8 8,-7 8,-5 8,-5 5,-2 1,6-3,0-5,6-5,0-6,5-3,5-9,8-3,19-29,-14 24,3-8,15-9,6-11,4-10</inkml:trace>
  <inkml:trace contextRef="#ctx0" brushRef="#br1" timeOffset="584063.0787">12247 16513,'0'0,"0"0,-3-1,3 1,-9 3,2 5,1 6,5 3,8 1,-7-18,16 15,5-2,4-7,-25-6,26-4,-4-2,-22 6,13-17,-6-7,-7 24,-6-29,-6 2,-8 3,-3 10,-6 4,2 12,1 8,2 11,2 7,9 8,5 7,10 2,8 2</inkml:trace>
  <inkml:trace contextRef="#ctx0" brushRef="#br1" timeOffset="584382.8944">12618 17265,'-3'2,"3"-2,-12 7,2 8,2 5,8-20,-9 30,9 0,7 3,4-8,9-4,0-8,-20-13,22 1,-1-9,-21 8,19-14,-5-9,-14 23,12-27,-4-2,-8 29,-1-30,-9 10,-15 5,-6 9,-6 4,-2 4</inkml:trace>
  <inkml:trace contextRef="#ctx0" brushRef="#br1" timeOffset="587721.5932">13270 16836,'6'8,"-3"9,-1 13,-4 5,0 8,-8-2,3 1,-2 1,1 4,4 1,-1-1,5 4,-3-3,3-48</inkml:trace>
  <inkml:trace contextRef="#ctx0" brushRef="#br1" timeOffset="588237.0959">13510 16939,'7'-13,"-7"13,9-18,6 2,13 3,1 8,2 7,0 7,-3 8,-7 4,-8 4,-6 0,-10 1,3-26,-14 25,-5-2,19-23,-32 21,-2-6,34-15,-33 9,33-9,-24 5,24-5,-15 2,7-3,11 0,12 1,7 0,3 7,6 1,3 4,-4 7,-30-19,26 18,-6 2,-20-20,11 22,-8-3,-9 0,-7-4,-4-2,-7-3,-5-8,-2-2,-6-3,-4-5,1-4,4-3</inkml:trace>
  <inkml:trace contextRef="#ctx0" brushRef="#br1" timeOffset="588455.7949">14214 17158,'11'1,"11"0,3 4,10 4,-1 1,-34-10,28 14,-14-1</inkml:trace>
  <inkml:trace contextRef="#ctx0" brushRef="#br1" timeOffset="588596.3852">14050 17261,'0'-3,"8"4,11 1,13 4,16 10,9 6,7 4,6 5</inkml:trace>
  <inkml:trace contextRef="#ctx0" brushRef="#br1" timeOffset="594070.6176">14153 14245,'1'7,"0"7,2 11,-2 4,-1 10,-2 3,-3 4,-4 3,0-1,0 1,0-6,2-4,3-3,2-3,2-5,0-28,1 26,-2-3,4-2</inkml:trace>
  <inkml:trace contextRef="#ctx0" brushRef="#br1" timeOffset="594602.7788">14394 14440,'0'0,"-4"-12,0-2,1-3,3 17,3-20,7 7,12 4,5 8,4 8,0 9,-5 7,-5 9,-4-3,-12 4,-2 3,-10 2,-6-2,-7-2,0-4,-3-7,-4-5,27-18,-26 14,26-14,-24 14,24-14,-19 9,19-9,-16 7,16-7,-5 4,11-1,17 3,8 4,3 3,3 9,-2 4,-3 1,-7 2,-5 0,-11-2,-5-1,-6-3,-4-2,-7-2,-6-5,-8-4,-5-5,-12-2,-7-4,-9-5,-4-1,5-13,11-4</inkml:trace>
  <inkml:trace contextRef="#ctx0" brushRef="#br1" timeOffset="595118.2382">14400 14379,'2'-6,"-2"6,3-10,5 0,9 2,7 4,3 10,4 11,-7 8,2 6,-7 4,-4 3,-12 1,-5 1,-14-1,-8-3,-2-8,-2-8,1-4,27-16,-25 12,25-12,-21 6,21-6,-18 3,18-3,-10 0,13 1,12-1,7 4,11 4,2 5,-1 7,2 6,-6 5,-4 2,-10 4,0-5,-8-1,-7-4,-7-4,-1-4,-8 1,-5-5,-7 0,-10-5,-10-2,-6-5,-13 0,-5-5,8-8</inkml:trace>
  <inkml:trace contextRef="#ctx0" brushRef="#br1" timeOffset="595790.3436">17067 15190,'0'0</inkml:trace>
  <inkml:trace contextRef="#ctx0" brushRef="#br1" timeOffset="596627.961">20501 13414,'-7'20,"-3"14,-11 13,-5 11,-9 9,-4 15,-8 2,-4 6,-4 5,-3 3,-4-4,2-2,-5 1,-3-8,-1-2,-8-2,-4-8,-8-4,-7-6,-9-4,-7-3,-5-3,-6-4,-4-3,-6-4,-4-6,-6-5,-9-5,1-5,-6-4,3 0,3 1,7-2,8 1,12-1,14-1,14-4,16 2,16-1,13-3,12-6,7-3,15-8</inkml:trace>
  <inkml:trace contextRef="#ctx0" brushRef="#br1" timeOffset="596929.7629">17197 15145,'0'0,"-1"-1,-8 4,-16 3,-4 2,-8 6,1 2,-4 1,3 5,1 2,5 2,6 1,7 4,4 2,7 1,6 0,5-3,13-1,7-8,11-3,11 3,12-2,9-4,13 1,-3 0,4-2,-4-2,-4-7,-3-8</inkml:trace>
  <inkml:trace contextRef="#ctx0" brushRef="#br1" timeOffset="597498.7106">20287 13576,'-16'4,"-12"5,-9 7,-4 4,-9 1,50-21,-42 25,42-25,-37 23,37-23,-26 21,17-7,17-8,11-8,13-7,4-5,4-6,6 1,-1-5,3 0,-1 1,-3 3,-8 1,-36 19,35-12,-8 7,-4 9,-6 10,-5 12,-10 8,-6 13,-3 8,-6 8,-5 9,-3 13</inkml:trace>
  <inkml:trace contextRef="#ctx0" brushRef="#br1" timeOffset="597921.3469">19415 15202,'-2'18,"-10"8,7 7,-3-3,-2-3,10-27,-10 23,10-23,-5 16,5-16,-4 8,3-11,3-14,5-6,8-1,2-4,9 5,3 2,4 7,2 8,0 12,2 8,-3 8,-5 9,-7 2,-5 5,-8 3,-2 0,-1 1,-6-42,2 41</inkml:trace>
  <inkml:trace contextRef="#ctx0" brushRef="#br1" timeOffset="598219.0563">19925 15412,'-5'4,"-7"5,-1 7,1 6,1 7,10 4,11 3,9 2,6-1,11-7,1-11,-37-19,35 11,-1-13,-4-11,-8-8,-5-3,-14-5,-6-5,-11-1,-2-1,-10 2,3 4,-4 2,9-1</inkml:trace>
  <inkml:trace contextRef="#ctx0" brushRef="#br1" timeOffset="598415.5766">20453 15145,'2'8,"-1"14,-5 12,2 14,-3 8,-7 6,1 1,-5 3,-6-6</inkml:trace>
  <inkml:trace contextRef="#ctx0" brushRef="#br1" timeOffset="598603.0284">20413 15373,'34'0,"17"3,6 8,9 10,-11 8,-2 7,-13 2,-13-4</inkml:trace>
  <inkml:trace contextRef="#ctx0" brushRef="#br1" timeOffset="598994.6113">19389 15823,'7'1,"14"-1,19 7,9-4,8 1,3-1,-4 1,-56-4,45 0,-45 0,35 3,-14-3,-16-6,-13 0,-7 0,-12-1,-5 3,-4 5,-4 5,-3 2,-1 4,10 3,34-15,-25 18,9 4,12 8,18 7,12 0,20-1,12-1,6-3,7-11,-6-6</inkml:trace>
  <inkml:trace contextRef="#ctx0" brushRef="#br1" timeOffset="599322.6864">20100 16010,'-4'-6,"-8"-4,-3-3,-11 4,-2 5,-3 5,-2 7,2 3,7 4,24-15,-19 19,9 5,10-24,0 28,9-5,-9-23,22 18,4-7,-26-11,30 3,-1-8,-1-1,-28 6,26-5,-26 5,22-4,-3 10,-1 12,-13 9,0 4,-7 9,-1 2,-7 1,3-3,-3 2,-1 0,-2-2,13-40,-7 35</inkml:trace>
  <inkml:trace contextRef="#ctx0" brushRef="#br1" timeOffset="600102.0613">20233 16247,'-2'8,"2"12,8 6,4 4,5-1,5-3,-22-26,26 17,3-10,1-13,-8-5,2-2,-5-4,-4 0,-15 17,16-12,-16 12,12-8,-5 1,-7 7,6 5,0 8,4 13,8 4,6 4,3 2,9-7,5-8,0-3,-1-9,0-5,-9-7,-2-3,-1-2,-28 8,16-14,0-2,-16 16,9-19,-9 2,-9 2,-7 9,-5 5,-5 7,-1 3,4 8,-2-4,25-13,-15 20,7 0,8-20,5 24,-5-24,9 17,10-3,4-9,-23-5,23 3,-23-3,23 3,0 5,0 7,-3 5,-1-3,3-1,2-2,0-6,2-6,1-8,-3-5,3-7,-2-6,-3-3,-5-7,0-2,-2-7,3 0,0-8,-1-6,-4 1,2-1,-4 5,-11 52,10-44,-10 44,10-31,-4 13,-15 19,-5 18,-12 23,-11 19,-7 25,-7 25</inkml:trace>
  <inkml:trace contextRef="#ctx0" brushRef="#br1" timeOffset="604087.5861">16179 14955,'-7'3,"-6"5,-3 5,-2 8,-1 4,2 3,3 1,2 1,0 1,12-31,-6 34,5-3,1-31,5 26,6-8,9-8,3-13,2-6,-1-8,3-5,-4-5,2-1,-8-6,0-6,-7-4,-8 1,-5 0,-3 0,-3 0,-5 3,-2 8,-8 3,-6 7,-1 6,-4 11,-1 3,0 10,4 9,2 10,4 8,7 6,7 7,-2 7,14 0,6 4,4-6,2-3,6-7,-2-7,7-7,2 0,4-9,1-7,-2-7,0-3,-4-9,-2-4,0-3,-4-3,-1-7,-3-2,-3-7,-10 0,0-1,-12 1,0 3,-10 2,-2 5,-8 4,-3 8,-3 4,3 8,0 8,4 4,1 4,8 8,1 6,9 4,7 6,6-1,9 4,2-8,6 0,2-5,7-4,0-6,12-2,-4-9,1-4,-6-7,-2-5,-2-5,-9-7,-3-11,-8-6,-1-7,-5-3,-3 1,-5 5,-7 4,-4 0,-5 8,-1 4,-4 6,28 16,-29-9,-1 9,-2 15,4 12,3 10,7 13,4 14,12 11</inkml:trace>
  <inkml:trace contextRef="#ctx0" brushRef="#br1" timeOffset="620689.3119">17316 14640,'-11'-11,"-4"-2,-14 1,-7 3,-4 4,-12 8,-5 6,0 8,-4 1,1 10,5 2,2 6,7 2,3 1,11-2,8 3,9-4,5-3,8 0,7-4,6-4,5-1,7-4,3-5,0-6,2-9,3-2,-31 2,27-10,-4-5,-5-8,-2 0,-11-2,-5 0,-7 2,-8 3,-8-1,-7 1,-3 6,-2 3,-1 8,-1 6,4 7,6 5</inkml:trace>
  <inkml:trace contextRef="#ctx0" brushRef="#br1" timeOffset="622921.0016">19573 15326,'9'-11,"8"-4,8 0,11 0,11 8,11 7,7 7,13 6,8 8,3 4,6 3,-2 3,-7-1,-3-3,-16-5,-13-3,-54-19,39 14,-39-14,24 10,-18 2,-25-5,-22 0,-15-7,-15 0,-9-4,-8-2,3 0,-4-1,1-2,4 3,7-2,5 4,16-2,10 4,46 2,-36-1,36 1,-22 0,13-1,23 2,21-2,22 4,22 2,9 3,11 5,6 4,1 1,-6-1,-9 0,-16-2,-75-15,58 9,-58-9,38 3,-17-3,-26-12,-23-4,-20-7,-16-4,-12 0,-8 3,-9-1,2 4,1 7,1 1,6 5,8 5,11 4,13 3,51-4,-42 10,42-10,-28 11,12 1,19 5,17 3,19 1,22 4,17 0,12-1,3 2,12-1,-3-6,-6 0,-6-6,-13-5,-77-8,59 1,-59-1,43-5,-18-4,-22-11,-19-5,-19-5,-20-2,-10 0,-10 0,-8 5,2 7,7 9,9 11,12 11,17 15,21 14</inkml:trace>
  <inkml:trace contextRef="#ctx0" brushRef="#br1" timeOffset="655548.4969">15268 16931,'-2'9,"-9"15,3 10,-7 12,-3 11,-1 9,1 12,-8 10,-2 13,-1 11,-4 4</inkml:trace>
  <inkml:trace contextRef="#ctx0" brushRef="#br1" timeOffset="660097.9028">15432 17034,'14'2,"7"5,9 2,3 4,3 2,2 0,-4 0,-4 3,-3-1,-6-3,-5 6,-16-20,10 19,-6 4,-6 8,-6 5,-7 0,-2 3,-2 3,-1 2,2 2,2-3,4 3,1-2,3 0,2-5,0-5,-3-6</inkml:trace>
  <inkml:trace contextRef="#ctx0" brushRef="#br1" timeOffset="660269.7849">15394 17430,'23'-1,"14"3,14 9,18 12,10 7,8 5,3 9,1 4</inkml:trace>
  <inkml:trace contextRef="#ctx0" brushRef="#br1" timeOffset="663449.4557">15798 17265,'0'-3,"0"3,1-10,-6-6,5 16,-9-21,-8 0,-13 5,-2 3,-2 7,0 6,0 7,2 4,2 6,2 5,1 4,7 0,7 5,2-3,11-28,0 32,8-1,12-2,6-2,5-6,1-4,2-9,-3-4,-3-8,-3-3,-25 7,25-15,-3-7,-2-10,-3 0,-10 0,-3 4,-8 5,-3 1,-7 4,-1 1,-6 1,-2 5,-3 3,-2 4,3 7,-2 8,0 3,1 5,3 4,1 5,8 0,6 4,5 0,6 0,6 1,4 3,9-5,-1-2,7-2,3-8,-31-19,31 15,-2-7,1-3,-30-5,25-4,-2-7,-23 11,16-15,-2-1,-14 16,8-19,-9 1,-7-3,-5 6,13 15,-18-13,-7 1,-3 7,3 10,0 1,1 2,24-8,-17 16,3 4,14-20,-9 21,7 1,8 4,6-6,2-2,7-6,-2-6,2-6,-21 0,19-6,-2-5,-17 11,19-17,-6-2,-13 19,13-22,-13 22,7-20,-8 4,1 16,-9-13,-9 5,-4 7,22 1,-24 1,1 8,3 4,20-13,-14 15,4 1,10-16,-3 17,5 4,-2-21,11 18,5-1,-16-17,24 14,1-8,-25-6,25 4,-25-4,21 0,-21 0,19-2,-19 2,12-2,-12 2,8-1,-8 1,3-1,-3 1,0 0,0 0,-2 0,2 0,-6 0,6 0,-6 1,6-1,-6 1,6-1,-5 0,5 0,-6-2,6 2</inkml:trace>
  <inkml:trace contextRef="#ctx0" brushRef="#br1" timeOffset="664355.9124">16025 17346,'7'-8,"3"-4,5-6,4-2,7 3,0 7,4 7,2 8,2 5,-3 5,-1 6,-30-21,21 27,-7-2,-15 8,-12 1,-11-3,-8 0,-7 1,2-9,-1-4,5-3,2-8,31-8,-27 4,27-4,-19 7,19-7,-13 7,7-4,7 6,12 0,17 1,14 3,12 4,4 4,4-1,1 5,-3-2,-11-5,-51-18,42 13,-42-13,34 9,-34-9,23 3,-23-3,16 3,-9-3,-13-7,-13-5</inkml:trace>
  <inkml:trace contextRef="#ctx0" brushRef="#br1" timeOffset="674159.6708">21660 15871,'2'-1,"11"-6,13 1,12 4,16 3,11 1,8 7,4 3,4 3,3-3,-3 1,-8-3,-9-6,-64-4,49 0,-14-3,-11-5,-12-6,-12-4,-11-7,-14-4,-10-1,-6 2,0-1,41 29,-35-20,35 20,-26-17,26 17,-16-11,13 12,16 10,13 9,11 6,2 5,-2-1,-3 0,-9 0,-6-2,-19-28,10 26,-7 2,-12 0,-5-2,-10-3,-6-1,-2-3,-7 0,4 2,35-21,-33 20,33-20</inkml:trace>
  <inkml:trace contextRef="#ctx0" brushRef="#br1" timeOffset="674597.1738">23335 15883,'-1'-11,"-11"-4,-6-3,-13-1,-10 3,-32 6,3 7,-3 7,9 5,11 4,16 4,13 2,8 3,12 5,10 2,12 3,9 2,9 6,12 0,4 2,0 1,-2-4,-7-2,-6-2,-7-1,-30-34,18 30,-8 0,-11 1,-11-4,-6-9,-10-3,-5-7,-6-6,-8-4,-4-4,-1-3,0-2,52 11,-47-14</inkml:trace>
  <inkml:trace contextRef="#ctx0" brushRef="#br1" timeOffset="674784.7681">23387 16451,'0'0,"0"0,0 0,-1 0,1 0,0-2,3-4</inkml:trace>
  <inkml:trace contextRef="#ctx0" brushRef="#br1" timeOffset="675051.0442">23860 16058,'-4'16,"1"10,-5 10,0 7,0 8,-3 2,2 3,0 1,-1 1,0-6,0-3,3-8,-1-8,8-33,-5 31,5-31,-5 24,4-9,3-22</inkml:trace>
  <inkml:trace contextRef="#ctx0" brushRef="#br1" timeOffset="675333.4054">23902 16015,'13'-15,"6"-6,6 1,10 3,-1 9,7 12,3 10,4 6,-8 10,-2 4,-7 4,-8 0,-15-2,-10 0,-5 0,-11-5,-8-3,-6-3,-2-4,-3-5,-2-6,-6-5,0-2,-8-3,1-1,1-5,51 6</inkml:trace>
  <inkml:trace contextRef="#ctx0" brushRef="#br1" timeOffset="676008.3839">24058 16029,'0'0,"0"0,0 4,-4 8,-8 9,-4 7,-3 9,0 5,-2 5,2 5,-4 5,3 2,0 1,0-4,3-6,4-3,1-10,12-37,-12 32,12-32,-9 28,9-28,-7 22,7-22,-5 14,2-4,0-15,3-12,2-12</inkml:trace>
  <inkml:trace contextRef="#ctx0" brushRef="#br1" timeOffset="676701.6782">24086 15986,'0'0,"-1"0,0 0,1 0,-3 5,0 9,-4 14,-5 12,-5 9,-7 6,-5 3,2 5,0-1,2-4,4 1,5-6,-1-5,3-3,3-7,-3-4,6-6,8-28,-9 28,9-28,-6 19,6-19,-4 14,4-14,-3 8,3-12,3-18,4-11,-1-13,-2-7,3-6,-1 0,2 0,-3 0,-1 6,6 1,1 4,1 7,0 2,8 5,-2 1,6 4,0 0,-24 29,25-25,-1 4,-24 21,23-16,-23 16,16-10,-7 6,-3 9,-5 8,-7 10,2 5,-2 8,-2 7,0 3,-5 5,3 3,0 0,0 2,-4-5,3-3,1-5,0-1,2-6,0 1,0-6,8-31,-10 36,10-36,-9 26</inkml:trace>
  <inkml:trace contextRef="#ctx0" brushRef="#br1" timeOffset="677125.2206">23957 16434,'17'-5,"11"1,11 1,6 6,9 2,0-2,-2-1,-4 0,-3-5,-45 3,41-4,-7-4,-34 8,30-13,-9-3,-2-5,-19 21,5-23,-5 23,4-24,-4 24,-1-22,1 22,-2-17,-1 10,-1 14,-2 15,-6 10,4 11,-2 9,3 4,-7 4,7 2,1-1,-6-3,0-2,5-7,-1-7,8-42,-5 34,3-6,2-28</inkml:trace>
  <inkml:trace contextRef="#ctx0" brushRef="#br1" timeOffset="677437.6436">24120 16152,'0'0,"0"0,-2 0,-1 9,-6 11,-2 11,-3 9,-6 12,0 7,3 2,-2 1,2-3,-1 0,4-8,14-51,-12 43,12-43,-10 35,8-19</inkml:trace>
  <inkml:trace contextRef="#ctx0" brushRef="#br1" timeOffset="677770.6098">24122 16430,'18'2,"11"2,5 3,3 3,8-1,-5-1,1-1,-41-7,38 3,0-3,-5-6,-7-6,-8-3,-3-5,-7-6,-3-3,0 0,-3-3,-1 1,0 3,-1 28,-1-24,1 24,-1-17,1 7,-5 13,-3 13,-2 22,-5 18,-6 21,2 22,-7 20,-7 24,-18 20,-10 9</inkml:trace>
  <inkml:trace contextRef="#ctx0" brushRef="#br1" timeOffset="704452.6544">5871 2902,'-25'7,"-6"7,-6 5,-4 8,1 6,-3 2,-3 2,4 3,2 6,1 0,6 1,-1 3,6 3,2-3,8 6,-1 0,5 1,5 0,8 2,4-1,5-3,7 0,8-1,6-5,4-2,6-6,12 3,3-5,3-5,14-4,0-4,4-7,2-4,9 1,1-9,6-3,4-4,2 1,6-4,-1 3,1-1,1-2,-3-4,0-3,0-4,-7-1,-1 0,-3-3,-4-3,-7-2,-2-3,-3-5,-4 1,-4-3,-4-2,1-3,-4-3,-1-3,-5-1,-5 1,-4-5,-7 2,-9 0,-6-3,-5 1,-8-3,-4 0,-7-1,-7-1,-2 5,-1-1,-1 2,-9 2,0 1,-8 1,-6 4,-6 4,-5 0,-9 2,-7 2,-5 1,-12 0,-1 5,-3 5,1 0,-9 6,4 5,-8 4,-1 5,-7 4,-5 5,-12 6,-2 8,-11 7,-9 10,-4 6,1 10,1 9</inkml:trace>
  <inkml:trace contextRef="#ctx0" brushRef="#br1" timeOffset="706946.8505">6379 2584,'0'0,"-3"-2,3 2,-4-6,4 6,-4-9,4 9,-2-10,2 10,2-12,4-2,7 3,4 1,5 2,0 0,8 3,-3 0,8 1,1-4,6 2,-2 0,8 2,2 0,-2-1,7-3,2 3,-3-1,4 0,6 1,-4 1,8-1,0 1,-1-1,-1 2,2 0,-2-5,3 4,2 1,3-1,-2 1,3 1,2-1,-4 0,1-1,1 1,-7 3,-3-5,-2 2,-8-2,0 0,-5-1,-7 0,0 0,1 0,-3 1,5 0,-3 1,-4-2,2 2,-41 4,35-4,-1 0,-34 4,25-1,-25 1,21 5,-6 4,-9 6,-6-15</inkml:trace>
  <inkml:trace contextRef="#ctx0" brushRef="#br1" timeOffset="710476.0789">10641 3962,'0'3,"6"0,9-3,5 2,14 2,8-3,14 0,11 4,13-4,11-3,13 0,6-2,12 0,9-2,5 3,3-3,5 0,-2-4,-8 5,3-4,-5 4,-1-2,-5 9,-3-1,-3 1,-10 2,-8-1,-7 4,-14 0,-19 2,-62-9,53 9,-17 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19T10:26:33.73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6982 7954,'0'3,"0"-3,-3 11,-1 6,4 8,4 2,1 2,1-2,4-2,-10-25,11 29,-11-29,9 29,-9-29,9 27,-9-27,6 19,-6-19,7 13,-5-9,4-11,-8-11,4-3,-2-3,0-6,0-1,-2 4,2 27,0-26,0 26,0-22,0 22,-2-13,2 13,1-6,-4 12,3 15,-4 8,-1 5,5 2,0 3,4 0,0 1,3 1</inkml:trace>
  <inkml:trace contextRef="#ctx0" brushRef="#br0" timeOffset="546.7824">7155 8535,'-3'2,"-7"4,-3 3,13-9,-15 13,1 5,14-18,-12 20,12-20,-4 21,4-21,1 18,8-5,7-11,0-6,-1-6,-15 10,14-17,-4-3,-5-5,-5 25,-3-26,-2 5,5 21,-14-17,-1 6,-5 11,-4 7,1 4,23-11,-20 14,0 5,20-19,-13 19,13-19,-9 19,9-19,-1 14,11-5,9-12,2-2,-21 5,21-12,-21 12,20-16,-20 16,16-19,-16 19,7-14,-9 9,-9 7,-9 11,0 5,-4 5,1 6,7 0,13 3,15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18:41.17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6598 7034,'0'0,"3"-5,6 0,14-2,9 0,11 0,6 0,12 1,9 3,11 0,11-5,5 4,4-1,3 2,-3-4,-3 4,-5-1,-11 2,-11 1,-9 0,-62 1,46 3,-46-3,35 5</inkml:trace>
  <inkml:trace contextRef="#ctx0" brushRef="#br0" timeOffset="321.7629">6471 7184,'27'-7,"15"-3,14-3,18 2,9-2,9 2,11-1,7 4,0 1,0-1,-6 1,-5 0,-6-2,-12 4,-9 1,-4 1,-11 0,-12 3,-45 0,39 3,-39-3,28 7,-17 9,-23 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6T08:05:35.41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2195 7059,'0'0,"0"0,0 4,3 7,4 6,2 3,-3 4,1 5,0 1,2 0,-2 5,5 8,2-2,1 1,-1 0,-1-5,-13-37,16 30,-16-30,10 24,-10-24,7 20,-7-20,6 11,-6-11,1 5,-1-5,-1-2,1 2,-6-11,-1-5,7 16,-10-23,-2-4,12 27,-11-28,0 1,11 27,-12-30,3 1,2 1,1 1,0 2,6 1,0 0,0 1,0 23,-1-22,1 22,0-20,0 20,-2-20,2 20,0-16,2 8,-2 8,3 1,8 12,-2 12,7 9,-6 3,-1 7,-2 0,1 1,1 2,-3-5,0-8,-6-34,4 32,-1-2,-3-30,3 26,-3-26,3 22,-3-22,3 14,-2-11,-5-18,1-12,0-9,-7-12,7-11,6-5,0-4,7 0,9 4,-2 7,7 12,0 8,-1 9,6 11,1 8,2 6,-6 9,3 12,1 8,1 12,-5 11,-4 10,-2 2,-8 0,-4-5,-2-6,-3-6,1-7,9-8,4-6,6-1,8-12,14-6,14-6,17-10</inkml:trace>
  <inkml:trace contextRef="#ctx0" brushRef="#br0" timeOffset="172.7229">3712 7253,'0'0,"18"1,18 1,20 2,-56-4</inkml:trace>
  <inkml:trace contextRef="#ctx0" brushRef="#br0" timeOffset="329.5749">3690 7599,'0'0,"14"-5,10 0,18-2,18-1,9-5</inkml:trace>
  <inkml:trace contextRef="#ctx0" brushRef="#br0" timeOffset="1051.6725">4660 7621,'0'0,"7"-6,9-7,5-14,8-5,-1-7,-2-2,-4-5,-2-4,-6-9,-4-3,-5-6,-1-1,-5 5,1 3,-2 9,2 52,-4-46,4 46,-3-35,3 35,-4-26,-1 16,-8 24,-4 14,-2 14,-1 11,-3 6,7 1,4 7,5 1,7-2,9-2,8-1,8-8,9-5,11-3,9-10,6-10,4-4,6-10,-1-8</inkml:trace>
  <inkml:trace contextRef="#ctx0" brushRef="#br0" timeOffset="1398.4439">5292 7463,'0'0,"0"0,4-5,8-3,5-2,5-5,4-2,0 3,-26 14,23-17,-4-4,-19 21,13-21,-13 21,3-22,-9 0,-10 7,-3 10,-4 8,1 13,-2 12,0 5,4 6,4 3,6 3,6-3,10 6,4-7,10-2,11-8,9-2,6-16</inkml:trace>
  <inkml:trace contextRef="#ctx0" brushRef="#br0" timeOffset="1743.7546">5636 7414,'0'0,"0"0,4 4,10 13,3 4,3 2,-5 5,6 1,-21-29,13 26,-13-26,10 21,-4-12,-7-11,-6-12,-1-6,4-8,4-6,4 1,5-1,4 3,-13 31,16-26,2 10,3 11,2 7,3 11,2 4,1 8,-1 8,-2 2,-1 4,1 5,-4-4</inkml:trace>
  <inkml:trace contextRef="#ctx0" brushRef="#br0" timeOffset="2183.9241">6340 7297,'0'0,"0"0,-4 5,-7 9,-4 8,1 5,-3 1,9 5,8-33,-7 30,7-30,-3 21,10-10,1-9,6-11,-5-6,-9 15,5-18,-5 18,3-18,-3 18,1-14,7 13,8 13,5 15,10 10,-1 6,5 7,-3 4,-6 4,-5-4,-7-7,-14-47,6 38,-9-8,-9-6,-3-6,-13-4,-11-10,-8-4,-9-10,9-11,10-17</inkml:trace>
  <inkml:trace contextRef="#ctx0" brushRef="#br0" timeOffset="2372.9933">6627 6921,'0'0,"3"5,3 15,-6-20,7 38,6 12,4 13,-3 10,1 4,-9 2,-5-5</inkml:trace>
  <inkml:trace contextRef="#ctx0" brushRef="#br0" timeOffset="2843.6181">6530 7281,'0'0,"6"-7,11-9,12-8,13-2,3-3,0-1,-6 1,-11 2,-6-5,-12 2,-10 30,5-29,-5 29,1-21,-1 8,0 12,6 18,2 9,0 10,-2 9,4 8,-3-4,0-3,0-3,2-4,-5-8,-4-31,0 26,0-26,0 21,3-11,-1-12,-1-5,4-14,2-8,4-1,-11 30,13-34,3 8,5 11,2 9,0 10,4 15,8 4,1 7,12 1,9 5,12-4</inkml:trace>
  <inkml:trace contextRef="#ctx0" brushRef="#br0" timeOffset="3442.7563">8178 7085,'0'0,"-4"9,-4 6,-1 9,-4 10,1 3,2 0,10-37,-4 34,4-34,-2 26,4-13,7-11,2-12,5-8,-3-6,3-6,1-2,2-5,-1 6,-18 31,21-28,4 11,3 16,3 17,4 15,-2 18,0 18,-5 10,-3 15,-13 3,-4 4,-3-9,-3-5,-5-11,-3-10,6-64,-3 55,3-55,-4 37,2-18,5-21,9-15,7-19,3-5,1-6,-7 8,-9 2,-14 3,-10 5,-13 0,30 29,-30-24,3 4,27 20,-22-18,12 0,23-8,21-6,18-1,18-5,11-5,4-1</inkml:trace>
  <inkml:trace contextRef="#ctx0" brushRef="#br0" timeOffset="3647.5178">9318 6874,'0'0,"3"7,1 5,4 16,3 19,2 10,0 15,0 9,-5 6,-3 10,-8-9</inkml:trace>
  <inkml:trace contextRef="#ctx0" brushRef="#br0" timeOffset="3820.2923">9134 6954,'0'0,"24"-3,24-6,25 3,22 3,16 6</inkml:trace>
  <inkml:trace contextRef="#ctx0" brushRef="#br0" timeOffset="3975.8783">10495 7075,'0'0,"30"6,23 7,18 8,3 4</inkml:trace>
  <inkml:trace contextRef="#ctx0" brushRef="#br0" timeOffset="4126.5842">10638 7390,'0'0,"30"7,27 10,21 10</inkml:trace>
  <inkml:trace contextRef="#ctx0" brushRef="#br0" timeOffset="5271.5263">2385 9084,'0'0,"0"0,0 0,0 0,0 3,4 13,3 12,2 10,0 15,5 7,2 2,0 7,4 5,0-1,-3-5,-2-3,-15-65,16 51,-16-51,6 37,-6-37,6 23,-9-23,-11-24,-7-14,-5-11,-4-15,1-3,6-7,4-9,6-5,10 2,9 4,8 10,9 11,4 11,4 10,4 7,2 8,5 13,0 7,-1 14,-1 5,-2 10,-5 9,-7 8,-4 8,-15 0,-8 2,-7-3,-15-4,-6-1,-5-6,0 1,4-4,4-6,13-2,13-13</inkml:trace>
  <inkml:trace contextRef="#ctx0" brushRef="#br0" timeOffset="5428.7647">3464 9117,'0'0,"20"-2,15-2,16 3,6 11,-2 8,-15 12</inkml:trace>
  <inkml:trace contextRef="#ctx0" brushRef="#br0" timeOffset="5564.0886">3552 9489,'0'0,"16"-4,15-7,23-6,12-1,16-2</inkml:trace>
  <inkml:trace contextRef="#ctx0" brushRef="#br0" timeOffset="6199.0665">4531 9651,'0'0,"14"-11,16-10,11-19,13-6,-1-9,4-8,-8-7,-10-3,-12-6,-5-1,-10 4,-3 7,-5 11,-7 10,3 48,-7-37,7 37,-9-26,-3 19,-1 22,-3 17,-2 19,-1 16,1 8,5 6,8 1,9-3,12-9,11-6,7-11,6-13,6-9,5-13,4-13,1-9,1-9,-7-10,-9-7,-10-6,-11-8,-10-5,-8 1,-6 7,-4 7,8 34,-16-25,3 11,-2 10,5 11,-4 13,5 6,6 9,4 5,10 6,9 2,9-6,7-6,12-4,7-9,-2-14</inkml:trace>
  <inkml:trace contextRef="#ctx0" brushRef="#br0" timeOffset="6953.1235">5606 9310,'0'0,"2"5,1 5,2 9,6 4,1 3,-12-26,17 29,1-2,-18-27,20 19,-6-6,-2-15,-2-9,-3-7,-7 18,6-22,-6 22,7-22,-7 22,9-16,-3 11,7 8,3 3,2 6,3 4,2-3,6 1,1-7,2-8,6-5,-1-3,5-1,1-2,1-1,-2 0,-3-1,-39 14,32-15,-32 15,26-10,-26 10,16-9,-16 9,7-5,-7 5,-3 1,-8 7,11-8,-19 13,19-13,-16 14,16-14,-9 15,11-1,-2-14,14 9,5-6,4 0,-3 6,2 3,2 8,4 9,4 10,2 2,3 8,-1-1,-6 2,-8-5,-11-1,-10-3,-7-2,-8-6,14-33,-19 22,1-7,18-15,-23 5,3-14,2-17,7-14,15-12,10-12,17-10,9 0,6-2,3 5</inkml:trace>
  <inkml:trace contextRef="#ctx0" brushRef="#br0" timeOffset="7110.7927">6865 8977,'0'0,"3"9,4 7,6 10,1 14,1 24,1 7,-1 5,-10-6</inkml:trace>
  <inkml:trace contextRef="#ctx0" brushRef="#br0" timeOffset="7487.6275">6833 9348,'0'0,"8"-6,10-6,13-5,12-2,3-1,-1-2,-7-1,-11-1,-27 24,18-25,-18 25,11-23,-11 23,6-17,-1 10,0 14,0 11,0 5,3 2,-2 1,-6-26,4 24,-4-24,3 22,-3-22,3 16,-1-5,-2-11,5 0,1-5,-6 5,8-6,7 4,5 4,2 10,7 7,5 4,12-6</inkml:trace>
  <inkml:trace contextRef="#ctx0" brushRef="#br0" timeOffset="8115.95">8337 9061,'0'0,"-4"6,-5 8,-1 13,-9 11,7 6,12-44,-8 42,8-42,-1 35,7-14,6-21,3-13,-5-11,0-10,-2-4,-1-4,0-3,1-3,6 3,-14 45,19-38,4 13,8 16,5 21,1 18,0 23,-2 22,-2 18,-6 18,-11 9,-8-3,-6-8,-4-16,-5-16,3-13,4-64,-8 50,8-50,-6 34,5-14,10-20,8-13,12-17,5-14,4-8,-6 5,-9 3,-15 4,-19 3,-19 3,-23 2,-12 6,-10 3,5 7,5 0,65 16,-52-16,52 16,-38-11,18-3,28-6,24-3,26-6,23-1,22-3</inkml:trace>
  <inkml:trace contextRef="#ctx0" brushRef="#br0" timeOffset="8570.4537">9478 9051,'0'0,"-1"15,2 21,3 19,2 20,-1 7,8 7,0-10,-13-79,10 67,-10-67,11 46,-11-46,6 27,-4-25,-9-31,-8-16,-9-11,-5-12,-1-3,3-2,10-6,13-3,15 3,8 12,8 13,6 14,2 13,-1 13,7 7,-3 11,-2 7,-1 11,-7 3,-11 8,-10 5,-10 0,-15 3,-15 3,-11-3,-12-1,-17 4,-7 0</inkml:trace>
  <inkml:trace contextRef="#ctx0" brushRef="#br0" timeOffset="8727.5144">10506 9105,'0'0,"20"5,13 4,-33-9,35 19</inkml:trace>
  <inkml:trace contextRef="#ctx0" brushRef="#br0" timeOffset="8868.6396">10314 9299,'0'0,"26"-2,19-3,28 8,27 2</inkml:trace>
  <inkml:trace contextRef="#ctx0" brushRef="#br0" timeOffset="11140.4592">11667 8981,'0'0,"0"0,-3 7,-12 13,-9 11,-4 6,-4 3,0 2,11-1,8-4,6-6,9-5,5-3,10-2,2-1,4-5,6 0,7-3,1-1,-3 1,-2 3,-1 1,-31-16,29 21,-8 2,-21-23,12 27,-10 0,-19 3,-14-4,-9-5,-5-5,-3-4,3-8,-1-4,6-10</inkml:trace>
  <inkml:trace contextRef="#ctx0" brushRef="#br0" timeOffset="11438.4149">11754 8960,'0'0,"16"-6,15-4,16-1,16 0,6 0,1 2,-2 1,-7 6,-8 0,-53 2,51 0,-9-2,-42 2,36 0,-36 0,28 1,-6 0,-17 3,-14 0</inkml:trace>
  <inkml:trace contextRef="#ctx0" brushRef="#br0" timeOffset="13474.6438">11917 6814,'0'0,"-9"0,-9 1,-12 4,-17 10,-6 3,-2 6,5 2,10 3,13 1,15 3,16-1,17 2,21 4,18-3,13 5,9 0,7 2,1 0,-6 2,-12 3,-14 4,-20-2,-20 0,-19-2,-20-7,-11-7,-12-8,-11-11,-9-5,-7-11,-2-6,3-13,12-11,9-10,16-11,11-13,19-5,11-7,18-4,16-4,13 7,8 3,4 7,-5 7,-6 8,-11 9,-16 6,-10 7,-21 4,-19 8,-21 5,-26 10</inkml:trace>
  <inkml:trace contextRef="#ctx0" brushRef="#br0" timeOffset="14605.9724">2645 8869,'0'0,"-8"3,-9 9,-13 11,-14 12,-9 18,-8 12,5 7,4 2,10 2,9-6,14-5,15-11,8-12,12-10,8-14,12-14,5-17,9-12,7-14,2-12,-1 0,-4-4,-8 4,-11 2,-11 0,-9 0,-8 7,-6 3,-9 9,-4 9,-8 6,-6 12,-3 13,-10 17,-9 15,0 10,-2 9,6 6,4 0,9 0,14-7,10-9,8-12,14-12,11-13,10-14,10-14,9-15,7-12,2-4,-3-5,-4 10,-57 40,43-38,-16 8,-15 6,-18 12,-17 15,-15 13,-11 9,-2 7,1 8,6-7,11 3,8-2,10-2,6-4,9-28,1 28</inkml:trace>
  <inkml:trace contextRef="#ctx0" brushRef="#br0" timeOffset="15454.878">652 9370,'0'0,"0"0,3-5,-3 5,0-11,0 11,0-10,8 4,8 7,12 6,1 10,-3 3,2 9,0-3,0 6,-5-2,-3 4,-11-6,3-3,-12-25,8 23,-8-23,6 19,-6-19,3 15,-6-9,3-6,-6-2,-4-8,-5-10,-3-6,6-6,11-9,2 0,9-2,9 0,5 8,4 6,2 9,2 9,0 6,-3 10,7 5,-3 8,-5 6,-1 8,-1 5,-4 5,-5 3,-1 3,-1-3,-4-3,2-6,-13-36,10 30,-2-14,-1-17,-4-17,1-7,-4-13,3-8,-3-5,6-2,3 3,2 11,-11 39,10-33,8 11,9 13,5 12,1 9,5 14,-4 11,4 15,0 10,-5 19,-1 11,-2 16,-7 15</inkml:trace>
  <inkml:trace contextRef="#ctx0" brushRef="#br0" timeOffset="19425.5013">4355 11571,'0'0,"0"0,0 2,-2 7,4 5,-1 8,2 8,-3 7,3 6,1 8,-3 2,-1 8,2 0,-2 6,4-3,1 0,5-1,0-8,4-8,8-17,-2-19</inkml:trace>
  <inkml:trace contextRef="#ctx0" brushRef="#br0" timeOffset="19724.3885">4742 11541,'0'0,"0"0,0 3,2 3,2 8,-4 8,0 15,-3 8,2 6,-5 8,3 6,0 1,1-4,1-11,1-51,3 42,-3-42,1 30,1-10,-5-14,-10-12,0-10</inkml:trace>
  <inkml:trace contextRef="#ctx0" brushRef="#br0" timeOffset="20069.5661">4022 11673,'0'0,"0"0,2-2,16-9,10 0,11-5,16 1,5 1,11-1,7 1,6 1,3-1,1 2,-2 0,-1 2,-17 2,-7 0,-61 8,50-5,-50 5,39-3,-39 3,31 0,-8 4,-23-4,14 12,-12 5,-12 14,-9 1</inkml:trace>
  <inkml:trace contextRef="#ctx0" brushRef="#br0" timeOffset="28794.1669">4572 1597,'0'0,"0"0,0 8,3 10,-2 13,1 4,3 6,-4 0,2 6,2-1,3 3,16 3</inkml:trace>
  <inkml:trace contextRef="#ctx0" brushRef="#br0" timeOffset="29202.365">5366 1621,'0'0,"0"0,0 0,0-5,2-3,7-1,2 4,4 2,8 9,2 6,-4 5,-5 1,-4 7,-6 1,-8 5,-6 1,-7 1,-3-5,18-28,-18 26,18-26,-16 18,9-7,13-7,14-2,9-7,13-5,10-2,7-3</inkml:trace>
  <inkml:trace contextRef="#ctx0" brushRef="#br0" timeOffset="29626.6956">6366 1592,'0'0,"7"-1,14-1,8-2,7 3,0 1,-36 0,35 5,-35-5,30 8,-10 9,-11 2,-15-1,6-18,-12 17,12-17,-18 17,18-17,-20 16,20-16,-9 16,10-2,-1-14,8 17,-8-17,9 15,-1 2,-15 2,-11 5,-9-3,-11 5,-9 3,-12 7</inkml:trace>
  <inkml:trace contextRef="#ctx0" brushRef="#br0" timeOffset="32626.0384">7152 1616,'0'0,"0"0,4 5,3 14,0 7,-4 7,-1 10,-5 4,0 5,-4-1,-3 3,2 0,2-6,-1-4,5-8,2-36,5 28,3-12,2-11,6-10,1-8,3-5,-20 18,13-21,-13 21,12-22,-12 22,11-18,-11 18,9-8,1 11,5 10,0 8,-1 4,6 1,9 1,8-5</inkml:trace>
  <inkml:trace contextRef="#ctx0" brushRef="#br0" timeOffset="32893.578">7912 1846,'0'0,"0"0,2 5,7 8,4 8,15 4,6 0,0 0,4 2,-5-4,-33-23,26 24,-11 0,-9 3,-9 0,-10-1,-12-2,-7 0</inkml:trace>
  <inkml:trace contextRef="#ctx0" brushRef="#br0" timeOffset="33045.2243">8010 1857,'0'0,"18"-6,16-3,27-3,17 4</inkml:trace>
  <inkml:trace contextRef="#ctx0" brushRef="#br0" timeOffset="33411.5878">9017 1657,'0'0,"-2"8,-6 7,-4 8,-1 9,0 10,5 7,4 3,4-4,7-3,-7-45,16 36,2-9,6-9,-24-18,24 6,-6-10,-18 4,15-10,-9-4,-6 14,-4-18,-9 1,-10 7,-9 2,32 8,-30 1,30-1</inkml:trace>
  <inkml:trace contextRef="#ctx0" brushRef="#br0" timeOffset="33713.2198">9744 1728,'0'0,"18"-5,11 2,7 2,-36 1,45 1,-4-1,-41 0,32 6,-13 3,-11 9,-11 2,-2 9,-3 4,2 4,2-3,3 6,7 2,-6-42</inkml:trace>
  <inkml:trace contextRef="#ctx0" brushRef="#br0" timeOffset="34231.3295">10935 1660,'0'0,"6"3,10 4,11 13,12 7,11 5,0-1,-7-2,-9-4,-12-2,-22-23,12 20,-10 1,-16-7,-5 1,19-15,-27 10,-2-8,29-2,-26-2,8-10,10-7,11-4,10 0,10-5,0-3,7 2,-4-2,-3 2,-23 29,13-29,-4 5,-10 2,-10 5,-10 6,-12 6,-7 4,-4 13,1 3,8 4,9 5,12 5</inkml:trace>
  <inkml:trace contextRef="#ctx0" brushRef="#br0" timeOffset="35145.8811">4639 3596,'0'0,"3"6,-3 8,5 10,3 7,0 7,6 6,2-1,7-7</inkml:trace>
  <inkml:trace contextRef="#ctx0" brushRef="#br0" timeOffset="35484.4481">5279 3367,'0'0,"0"0,0 0,1-5,8-3,7 2,7 3,3 7,-2 6,0 5,-3 5,-6 6,-7 2,-9-2,-9 5,-3-2,13-29,-20 23,20-23,-16 24,3-6,17-10,18-6,24-10,15-8</inkml:trace>
  <inkml:trace contextRef="#ctx0" brushRef="#br0" timeOffset="35915.2409">6428 3462,'0'0,"0"0,0 0,-1-1,1 1,-3-3,5-1,-2 4,10-5,4 9,3 1,-17-5,15 14,-7 7,-8-21,0 24,0-24,-2 22,2-22,-6 19,9-5,19-6,11-4,10-1,-43-3,42 0,-10 4,-13 7,-15 3,-22 1,-10 8,-12 1,-6 9,-6-3,1 3,51-33</inkml:trace>
  <inkml:trace contextRef="#ctx0" brushRef="#br0" timeOffset="36276.5948">7351 3391,'0'0,"0"0,-3 5,-5 16,-2 4,-8 5,0 6,18-36,-12 35,6-4,17-6,10-12,10-8,-31-5,36-1,-36 1,33-3,-9 0,-9 9,-11 3,-5 6,-7 8,1 2,3 1,5 1,9-5,14-12</inkml:trace>
  <inkml:trace contextRef="#ctx0" brushRef="#br0" timeOffset="36543.7553">8196 3394,'0'0,"0"0,1 4,8 9,15 4,4 9,6 0,-3 1,-31-27,25 23,-8 2,-10 1,-13-1,-10-1,-11 0,-8-3,-6-8,-6-13</inkml:trace>
  <inkml:trace contextRef="#ctx0" brushRef="#br0" timeOffset="36669.3224">8409 3293,'0'0,"15"-7,17-4,14 2,23-1</inkml:trace>
  <inkml:trace contextRef="#ctx0" brushRef="#br0" timeOffset="56992.276">19020 6138,'0'0,"-1"-10,-3-5,-3-4,-14-2,-16 7,-16 10,-18 10,-11 12,-11 12,0 11,1 8,13 9,17 1,10 8,23-4,19-7,13-9,9-8,12-15,1-10,3-9,5-13,4-9,6-11,3-5,3-10,2-3,-2-7,-2 0,-6-2,-7-1,-34 56,28-50,-28 50,21-42,-21 42,11-32,-5 16,-1 23,3 16,6 14,3 14,2 5,3 7,9 11,4 0,10 2,13-1,13-11,4-28</inkml:trace>
  <inkml:trace contextRef="#ctx0" brushRef="#br0" timeOffset="57604.5483">21000 5035,'0'0,"1"7,-3 15,1 11,3 13,2 13,3 11,3 8,-3 13,-3 6,2 8,-6-1,-6 1,-4-11,-5-15,15-79,-22 63,22-63,-16 45,6-20,1-23,5-15,4-16,5-9,6-9,10-8,12 1,16 5,17 9,11 13,5 19,7 13,1 15,-3 9,-10 8,-12 3,-12 4,-18 1,-15 0,-9 3,-10-7,-14-2,-7-9,-6-6,-15-6,-16-9,-16-2,-22 1,-14-2,-13-6,-2-2,9-5,15-11,25-8,28-8,35-13,27 0,39-4,28 3</inkml:trace>
  <inkml:trace contextRef="#ctx0" brushRef="#br0" timeOffset="58107.136">23821 5734,'0'0,"0"0,13-13,-3-4,-1-7,-17 0,-18 7,-24 6,-22 14,-8 9,-6 10,1 15,4 5,11 9,16 6,18 1,14-6,17-8,5-44,5 35,13-10,18-16,9-12,11-16,1-9,3-8,-5-7,-4-5,-7-6,-5-1,-8 6,-31 49,26-42,-26 42,18-31,-18 31,11-17,-2 20,6 23,3 16,7 15,-3 10,7 6,2 8,8 1</inkml:trace>
  <inkml:trace contextRef="#ctx0" brushRef="#br0" timeOffset="58719.5833">26197 4955,'0'0,"2"9,0 6,2 17,0 14,0 13,-3 9,-9 9,-2 9,-5 3,-5-3,1-8,5-12,14-66,-14 50,14-50,-12 37,12-37,-10 24,5-13,3-17,4-8,5-10,9-10,12-1,10-5,14 5,10 5,6 13,7 16,2 12,-2 10,-8 10,-9 6,-12 2,-15 5,-11 0,-12 4,-15 1,-7 0,-10-3,-13-12,-6-6,-13-14,-14-12,-16-9,-9-7,-4-9,11-7,21-5,25-3,30-6,20-1,21 2</inkml:trace>
  <inkml:trace contextRef="#ctx0" brushRef="#br0" timeOffset="59410.3532">28034 4761,'0'0,"1"7,7 6,6 12,0 12,3 13,-6 12,0 17,-6 7,-5 9,-6 2,-7 7,-6-11,-1-7,3-13,3-12,14-61,-12 48,12-48,-10 33,10-33,-5 19,1-12,3-23,2-13,6-13,5-7,4-1,7 3,10 1,5 9,15 11,4 11,7 11,4 15,2 8,-9 10,0 7,-8 4,-6 5,-16 4,-10 3,-14 5,-11-4,-13-3,-12-14,-8-4,-16-12,-10-3,-13-8,-12 1,-15-1,-4-1,-7-4,17-1,23-7,23-6,23-14</inkml:trace>
  <inkml:trace contextRef="#ctx0" brushRef="#br0" timeOffset="68494.0021">14845 8295,'0'0,"0"0,1 4,2 6,0 12,0 6,3 9,0 6,2 3,-2 6,0 3,2 6,0-4,0 4,0-10,-8-51,11 41,-1-11</inkml:trace>
  <inkml:trace contextRef="#ctx0" brushRef="#br0" timeOffset="68713.7494">15141 8322,'0'0,"1"7,4 4,9 15,2 9,-3 6,1 2,-1 7,3 3,-2 2,1 4,-2-5</inkml:trace>
  <inkml:trace contextRef="#ctx0" brushRef="#br0" timeOffset="68917.8788">14556 8430,'0'0,"18"-10,20-9,17-2,31-1,7 3,9 4</inkml:trace>
  <inkml:trace contextRef="#ctx0" brushRef="#br0" timeOffset="69299.8226">15781 8150,'0'0,"-10"4,-4 5,-9 3,-8 6,-1 3,1 3,2 3,7 0,8 3,5 1,8-1,5 3,2-2,-3 9,-1-2,0 6,-2 4,-2 6,-2-1,0 4,-6 0,2-6,-1-3,5-4,4-44,0 37,5-8,7-5,10-8,8-11,8-5,6-5,4-10,5-4</inkml:trace>
  <inkml:trace contextRef="#ctx0" brushRef="#br0" timeOffset="69503.9074">16093 8664,'0'0,"0"0,3 6,4 12,-2 5,2 8,-1 1,1 2,-2 2,-5-36,3 33</inkml:trace>
  <inkml:trace contextRef="#ctx0" brushRef="#br0" timeOffset="69818.0056">16025 8469,'0'0,"0"0,0 0,1 1,-1-1,5 5,-5-5,8 5,-8-5,11 2,-11-2,16-1,-7-6,-9 7,4-15,-4 15,-3-16,3 16,-9-16,9 16,-14-9,0 5,11 3</inkml:trace>
  <inkml:trace contextRef="#ctx0" brushRef="#br0" timeOffset="70178.8611">16254 8181,'0'0,"4"-5,7 0,12-6,4 2,5 3,-1 3,-31 3,29 0,-6 9,-4 14,-5 2,2 7,-6 11,-1-4,-1 10,4 4,-2 6,5-2,6 9,0-9,-4 0,2-4,-3-7,-3-7,-13-39,7 34,3-4,-12 0,-1-2,-13-4,-15 3,-14-7,-23-2</inkml:trace>
  <inkml:trace contextRef="#ctx0" brushRef="#br0" timeOffset="70477.1888">15022 8243,'0'0,"16"-5,17-5,22-7,28 0</inkml:trace>
  <inkml:trace contextRef="#ctx0" brushRef="#br0" timeOffset="71214.8487">16230 4740,'0'0,"0"0,0 0,0 0,2 5,6 10,2 10,1 6,-2 10,3 4,3 8,-2-1,-13-52</inkml:trace>
  <inkml:trace contextRef="#ctx0" brushRef="#br0" timeOffset="71544.4158">16098 4521,'0'0,"0"0,1 8,-1-8,5 12,6-1,10 0,8-7,1-5,2-2,-32 3,21-8,-6-6,-9-4,-6 18,-5-18,-8-2,13 20,-18-15,-4 6,-4 12,-2 14,4 11,24-28,-15 29</inkml:trace>
  <inkml:trace contextRef="#ctx0" brushRef="#br0" timeOffset="71701.6016">16754 4784,'0'0,"11"-5,15-1,13 1,14 1,6 4</inkml:trace>
  <inkml:trace contextRef="#ctx0" brushRef="#br0" timeOffset="71842.7516">16840 5011,'0'0,"0"0,8-2,21-14,24-3,16 0,16-1</inkml:trace>
  <inkml:trace contextRef="#ctx0" brushRef="#br0" timeOffset="72235.5826">18613 4729,'0'0,"2"11,-1 10,3 14,-1 3,1 1,3-1,1-6,-5-4,3-4,-6-24,4 22,-4-22,0 22,-3-4</inkml:trace>
  <inkml:trace contextRef="#ctx0" brushRef="#br0" timeOffset="72801.7521">21094 4477,'0'0,"-1"-6,1 6,-1-12,1 12,-1-15,4-5,3 0,-6 20,16-15,7 7,9 13,-3 9,-4 7,-6 3,-6 4,-7 2,-7 2,-10 4,-8 2,-5-2,-3-5,-4-3,2-8,29-20,-24 20,24-20,-17 11,16-7,22-8,18-2,9-3,9 3,0 2,2-1,-6-2</inkml:trace>
  <inkml:trace contextRef="#ctx0" brushRef="#br0" timeOffset="73397.9574">23347 4494,'0'0,"0"0,0-7,3-6,4-6,9 3,4 6,11 2,-4 12,6 7,-5 6,0 1,-7 4,-8-1,-10 4,-8-1,-14 0,-3-2,-3-6,25-16,-22 15,22-15,-19 9,10-4,14 0,19-4,11-2,14 3,3 4,1 3,-11 5,-42-14,34 19,-10-1,-24-18,12 20,-10 1,-15-1,-11 0,-12-3,-17-1,-15-2,-3-5</inkml:trace>
  <inkml:trace contextRef="#ctx0" brushRef="#br0" timeOffset="73983.9494">25812 4317,'0'0,"0"0,1 9,-1 10,-1 7,-2 8,-3 4,-8 3,5-8,0-5,3-4,0-1,13-9,3 1,8-5,6-6,10-7,1-4,3-7,3-8,0-1,-6-2,-10-3,-25 28,20-27,-20 27,9-25,-9 25,3-18,-2 6,-1 12,0 0,3 12,-3 14,2 8,3 5,3 5,-1 5,5 0</inkml:trace>
  <inkml:trace contextRef="#ctx0" brushRef="#br0" timeOffset="74455.1308">28006 4090,'0'0,"0"0,0 0,0 0,-2-3,-1 3,-6 5,-3 7,-2 5,0 7,3 6,5 1,8-3,3 1,8-1,9-2,1-1,2 0,-1-6,-24-19,18 23,-4 0,-8 2,-6-25,0 25,-8-1,-11 1,-7-6,-5-3,-6-1,-3-11</inkml:trace>
  <inkml:trace contextRef="#ctx0" brushRef="#br0" timeOffset="74737.8563">28065 4112,'0'0,"0"0,10-7,5-2,19 0,10 0,7 4,2 3,0 1,-5 1,-48 0,41 0,-41 0,32 0,-32 0,23 0</inkml:trace>
  <inkml:trace contextRef="#ctx0" brushRef="#br0" timeOffset="77213.7534">15510 8246,'0'0,"0"0,-9 2,-11 6,-12 3,-9 4,-7 2,-1-1,-6 4,0 2,-8 1,-5 0,-1 1,-2-1,3-2,8 0,4-2,10-1,10-4,4 1,4 1,4 0</inkml:trace>
  <inkml:trace contextRef="#ctx0" brushRef="#br0" timeOffset="89028.2067">18938 8209,'0'0,"-6"-2,-6-2,-4 2,-7 2,-3 2,-5 3,-5 7,0 0,2 5,-4 5,0 0,8 2,2 4,5-3,4 4,5-1,1 4,6-2,1 2,3-3,3 4,3-4,3 2,5-3,6-1,1-3,5-1,3-2,1-4,4-3,3 0,-3-5,0-4,0-3,1-3,0-5,0-1,2-5,-3-2,0-3,0-2,-2-1,-4 0,-2-2,-3-2,-5 1,-1-6,2 2,-5-3,-3-2,-3 1,-4 1,-5-1,-2 0,0 2,-4 0,10 29,-14-29,2 0,-8 3,-2 2,-2 4,1 1,-3 3,26 16,-26-10,1 3,-6 7,-6 8,0 9,-3 4</inkml:trace>
  <inkml:trace contextRef="#ctx0" brushRef="#br0" timeOffset="97332.0034">21283 8170,'0'0,"0"0,-5-3,5 3,0 0,-15-3,-4 0,-10 7,-3 6,-4 7,-2 1,4 10,-1-2,-2 6,10-2,3 2,0 3,10-1,6-1,2 3,1-1,2-1,5-1,-1 1,9-3,1-2,6-4,1 0,7-3,2 0,2-4,4-2,0-6,3-1,-1-6,3-3,-1-2,0-6,1-2,2 1,-6-4,-3 0,-2-5,-4-2,-5-4,5 0,-7-6,2 1,0 0,-5 2,-4-2,0-1,-6 2,-2-3,-6 1,-1-1,-3 3,-3 0,1-2,-2 6,-4 1,4-1,-1 3,-3 2,-1-1,-6 6,1 1,-5 0,2 5,-4 5,-4 0,-2 11,-2 2,-5 8,1 7</inkml:trace>
  <inkml:trace contextRef="#ctx0" brushRef="#br0" timeOffset="106028.9917">21509 9068,'0'0,"0"0,0 3,0 7,-2 8,8 1,-3 6,4 4,0 0,-2 1,7 0,2 3,0-2,2 1,4-1,5-7,3-1,2-5,5-6,2-6,1 2,2-5,3-4,0-4,-1-5,1-7,3-3,1-4,6-2,-4-5,2-2,-4 0,2-4,-7 3,-3 0,-2 2,-6 1,-4 2,-27 29,21-25,-21 25,17-24,-9-1,-8 25,1-23,-1 23,-4-21,-8 8,12 13,-16-7,16 7,-19-5,19 5,-17 0,17 0,-12 0,8 0,16-3,3-2,10 2,-25 3,31-5,-2 1,-29 4,26 3,-6 7,-7 8,-9 7,-6 1,-4 6,0 1,-3 4,3 4,4 2</inkml:trace>
  <inkml:trace contextRef="#ctx0" brushRef="#br0" timeOffset="106405.9896">21712 9825,'0'0,"0"0,0 0,0 0,0 0,0-2,3-6,10-2,8-5,10 3,1-3,8 4,0 1,-40 10,35-11</inkml:trace>
  <inkml:trace contextRef="#ctx0" brushRef="#br0" timeOffset="106641.7059">21809 9649,'0'0,"0"0,0 7,0 8,3 6,7 8,-2 4,5 2,3 0,2 1,5-6</inkml:trace>
  <inkml:trace contextRef="#ctx0" brushRef="#br0" timeOffset="106830.5431">22180 9600,'0'0,"0"0,1 8,3 10,7 16,-2 7,3 1,0 5</inkml:trace>
  <inkml:trace contextRef="#ctx0" brushRef="#br0" timeOffset="108652.3626">21254 10400,'0'0,"-8"5,-9 6,-1 5,-2 10,1 5,9 2,3 3,13 2,4-8,6-1,12-10,2-7,1-13,2-8,-2-7,-6-3,-4-8,-5 0,-8-3,-4-1,-3-2,-6 5,1 0,4 28,-6-24,6 24,-7-17,1 10,3 12,4 11,5 9,4 7,2 4,12 2,0-8,6-10</inkml:trace>
  <inkml:trace contextRef="#ctx0" brushRef="#br0" timeOffset="109108.3088">21765 10340,'0'0,"-8"7,-3 9,-11 10,5 9,1 4,6-3,7-5,10-6,7-10,2-10,4-7,0-13,2-6,-5-6,-2-7,-6-2,-3-1,-9-6,-3-3,2-1,-2 1,-2 1,8 45,-9-43,9 43,-9-37,9 37,-11-29,3 18,8 15,2 14,4 10,6 5,2 6,4 1,4 0,8 0,9-6,12-11,8-17,-1-9</inkml:trace>
  <inkml:trace contextRef="#ctx0" brushRef="#br0" timeOffset="109500.7006">22197 10175,'0'0,"0"0,-7 0,-9 4,-12 10,2 6,0 10,6 2,5 3,7-6,8-29,-1 27,6-7,9-10,3-6,5-14,-1-7,-4-8,-3-5,-4-2,-1-8,0-2,-5-2,1-5,-5 2,-2 2,0-1,-3 8,5 38,-4-32,4 32,-4-25,-1 9,2 14,0 13,2 11,3 11,0 12,3 5,11 1,0 1,7-2,3-7,6-16</inkml:trace>
  <inkml:trace contextRef="#ctx0" brushRef="#br0" timeOffset="110128.4621">22639 10046,'0'0,"0"0,-2 1,-10 8,12-9,-15 12,3 6,12-18,-11 21,11-21,-5 17,5-8,6-11,4-11,-10 13,13-19,-3-7,-1-5,-9 31,2-30,-2 30,0-24,0 24,-1-17,0 9,0 14,4 8,2 11,-1 6,3 3,-2 3,5 4,-2 0,6-2,-2-3,-12-36,12 36,1-4,-3 1,-10-33,5 29,-5-1,-7-4,-6-4,-5-3,-3-2,21-15,-24 11,24-11,-25 6,25-6,-21 3,8-1,13-12,16 0,6-4,10-4,6 3,4-1,-1 2,-4 5,-37 9,35-7,-35 7,30-6,-4 7,-26-1</inkml:trace>
  <inkml:trace contextRef="#ctx0" brushRef="#br0" timeOffset="119596.3196">23472 7852,'0'0,"0"0,1 1,-4 9,-3 4,6-14,-10 21,-3 5,13-26,-13 27,13-27,-11 23,11-23,-8 16,7-10,7-16,7-7,-1-10,5-4,-2-1,0-2,-3-4,3 0,0 3,-3 0,-1 3,-11 32,12-31,-12 31,8-25,-8 25,8-22,-3 10,-1 13,1 11,1 7,-1 13,-1 3,3 5,-2 5,-4 3,8 2,-1 2,2-2,-3 1,-3 2,3-3,-1 0,-1-3,2-2,-3-4,1-1,-3-4,-3-1,-5-4,6-31,-5 27,-6-5,11-22,-20 15,-7-6,-7-5,-2-3,2-2,-2-1,1 1,35 1,-33-1,2-1,31 2,-30 2,30-2,-19 2,19-2,-13 4,11-1,20 0,8-4,12-1,5-3,3-1,0 2,2-3,1 1,-3 2,-46 4,44-2,-5-3,-39 5,37-2,-37 2,30 1,-6 6,-13 4</inkml:trace>
  <inkml:trace contextRef="#ctx0" brushRef="#br0" timeOffset="129269.9746">23958 8869,'0'0,"0"0,2 2,2 11,6 6,4 7,3 7,2-1,4 9,0-1,1-2,2 0,4-1,2-6,5-7,3-7,6-7,7-6,1-8,7-9,3-7,7-4,3-4,2-8,5 0,-4-5,2-3,-5 2,-3-2,-9 3,-9 5,-7 5,-46 31,32-27,-12 1,-20 26,12-25,-13 4,-10 3,-8 5,-2 5,21 8,-25-4,25 4,-21-4,10 4,12 0,12 1,10 0,7 1,2-1,0 6,-32-7,28 7,-4 7,-5 5,-6 7,-8 3,-4 8,-8 2,-1 4,-2-1,-2 5</inkml:trace>
  <inkml:trace contextRef="#ctx0" brushRef="#br0" timeOffset="129834.9873">24398 9644,'0'0,"0"0,0 0,-6-1,-6-2,-7 10,-6 2,5 13,1 0,3 4,6-1,3 2,7-27,-4 26,6-5,5-4,-7-17,14 12,3-9,4-10,0-7,-4-5,-2 1,-4-7,-3-2,-2 2,-3-1,-3 26,1-24,-1 24,3-20,-3 20,2-12,-4 12,5 11,0 10,4-3,1 8,10-2,6-4,10-6,3-8</inkml:trace>
  <inkml:trace contextRef="#ctx0" brushRef="#br0" timeOffset="130242.8031">24830 9505,'0'0,"0"0,-3-1,-10 4,-8 7,1 2,1 12,-5 5,6 6,5-2,13-33,-10 33,10-33,-6 29,11-5,-5-24,12 15,2-15,5-11,-1-16,-4-1,-2-6,-8-2,-4-4,-3-1,-4-4,3-1,1 2,-2 6,5 38,-5-32,5 32,-2-22,-1 14,5 14,2 11,1 14,3 8,8 5,0 8,10-1,3-3,9-7,4-13</inkml:trace>
  <inkml:trace contextRef="#ctx0" brushRef="#br0" timeOffset="130667.7555">25163 9400,'0'0,"0"0,-6 5,-10 12,0 7,3 9,3-1,5 1,5-33,6 28,5-8,6-6,4-7,-2-10,-2-7,-3-8,-1-4,-5-4,-2-3,-1-6,-6-2,-3-1,-1-1,-3-4,0 2,8 41,-11-37,0 3,11 34,-13-29,13 29,-9-18,2 11,0 13,6 13,2 14,8 10,-2 4,7 9,-2 6,2 3,4 5,-2-3</inkml:trace>
  <inkml:trace contextRef="#ctx0" brushRef="#br0" timeOffset="131342.6051">25093 10094,'0'0,"-5"5,-3 4,8-9,-5 15,2 2,3-17,-3 18,3-18,3 16,4-9,5-12,0-8,-3-8,1-6,-2-5,-3 2,0-1,-5 31,4-28,-4 28,6-22,-6 22,3-20,-3 20,4-12,-2 10,-1 14,0 7,6 11,-2 8,5 6,-1-1,4 0,0-2,3 2,-1-7,-1-2,-14-34,14 30,-6-3,-8-27,2 24,-6-2,4-22,-10 16,-10-3,20-13,-23 8,23-8,-19 2,19-2,-17 0,17 0,-10 0,13-5,15-7,12-2,10-5,5 0,3 3,-3 1,-9 4,-36 11,33-12,-9 5</inkml:trace>
  <inkml:trace contextRef="#ctx0" brushRef="#br0" timeOffset="133314.4889">25911 7752,'0'0,"2"-6,7-7,9-8,12 0,10 1,3 8,7 5,-1 9,-4 6,-7 6,-6 9,-5 5,-12 5,-7 9,-11 5,-5 2,-11 6,-11 4,-4-1,-9-4,2 1,-2-8,5-5,3-3,7-4,28-35,-23 27,23-27,-14 23,8-6,15-7,6-7,12-5,12-5,11-2,5 0,6-1,2 1,-2-1,-1 1,-10 4,-10 0,-2 4,-8 1,-30 0,26 0,-26 0,21 0,-21 0,17 0,-17 0,11-1,-5 2,-7 5</inkml:trace>
  <inkml:trace contextRef="#ctx0" brushRef="#br0" timeOffset="571372.2718">8900 13200,'0'0,"0"0,0 0,-3-4,-3-9,-16-2,-3 3,-16 10,-14 10,-2 14,0 9,6 11,9 9,6 3,14 5,8-1,7-7,10-7,4-9,7-7,7-10,4-5,-2-12,2-7,-2-11,-2-8,2-11,-5-7,1-8,-7-10,4-1,-2 1,-14 61,11-56,-11 56,9-42,-9 42,8-27,2 17,0 20,6 18,6 10,3 8,0 4,8 4,6 3,2 3</inkml:trace>
  <inkml:trace contextRef="#ctx0" brushRef="#br0" timeOffset="572336.5913">9360 12832,'0'0,"5"13,4 17,0 17,3 11,0 16,-1 7,1 7,-2 1,-6-12,-4-77,-1 66,1-66,-5 47,3-21,2-22,4-16,7-10,5-14,6-5,5 2,9 5,7 7,2 14,5 14,2 6,-5 11,-10 8,-2 7,-13 2,-6 2,-9 0,-7 1,-11-5,-5-4,-9-6,-5-3,-9-7,-14-6,-3-8,-4-3,-4-9,10-4,13-4,10-11,20-9,19 3,21 4,17 5,16 10,16 6,5 7,2 5,11 1,-8 2,-3 1,-2 1,4-6,-9-1,-11-2,-10-7,-57 12,40-14,-40 14,27-16,-11-3,-13-1,-10 6,-11-1,-13 10,-2 9,-5 9,-1 11,2 7,8 10,8 3,8 4,9 0,9-4,11-10,4-6,2-12,4-7,2-9,0-9,1-6,-6-5,-2-6,-4-2,-4-8,-1 1,-4-1,-8 36,7-30,-7 30,4-22,3 11,2 15,2 10,2 9,8 8,6 4,-1 3,6 1,5-6,0-16</inkml:trace>
  <inkml:trace contextRef="#ctx0" brushRef="#br0" timeOffset="572802.2307">11143 12859,'0'0,"1"9,5 13,0 13,4 7,-1 18,0 2,-7 8,-2 4,-3 2,-5-3,-7-5,15-68,-16 58,16-58,-12 44,5-19,7-23,9-17,6-19,6-10,7 1,5 1,6 14,4 13,9 17,1 13,5 13,-11 8,-4 5,-13 0,-9 0,-14-1,-9-3,-13-3,-8-7,-8-3,-3-9,-6-7,-6-13,-12-9,-7-11,4-10,9-8</inkml:trace>
  <inkml:trace contextRef="#ctx0" brushRef="#br0" timeOffset="573258.5068">11784 13035,'0'0,"6"18,1 13,3 22,-1 13,-4 11,-4-1,-8 1,-5-7,12-70,-12 56,12-56,-15 41,15-41,-12 26,4-22,7-22,5-15,4-11,7 1,1 4,11 7,4 12,7 10,1 10,6 12,-1 8,3 14,-8 6,-2 3,-10 0,-8 0,-10-5,-12-2,-5-7,-7-1,-4-6,-9-3,-9-6,-12-8,-13-13,-16-16,-7-7</inkml:trace>
  <inkml:trace contextRef="#ctx0" brushRef="#br0" timeOffset="573808.6619">8351 14188,'0'0,"16"-5,11-4,15-2,25 0,16-2,11 0,12 3,10-1,12 2,13-3,7 1,11 3,4-3,4 4,5-2,2 3,-1-1,2 5,-2 6,0 1,3 0,-3 3,-8-1,-1 4,-8-1,-14 3,-12-3,-15 1,-14-3,-11 3,-15-1,-12 2</inkml:trace>
  <inkml:trace contextRef="#ctx0" brushRef="#br0" timeOffset="573965.5632">12731 14205,'0'0,"0"0,-6-4,-16-7,-16 1,-10-6</inkml:trace>
  <inkml:trace contextRef="#ctx0" brushRef="#br0" timeOffset="574577.5377">4553 15280,'0'0,"1"7,2 11,6 14,3 14,-1 8,7 3,-3 1,1-5,-4-3,2-5,-14-45,11 38,0-4,1-2,-12-32</inkml:trace>
  <inkml:trace contextRef="#ctx0" brushRef="#br0" timeOffset="574892.4807">4489 15082,'0'0,"12"-5,5-6,9 4,13-1,3 1,4 6,1 6,-4 5,-6 8,-8 4,-8 2,-8 2,-13 1,-6 2,-11 0,-8-3,-1 1,-4 0,-5-3,5 1,-5-3,6-5,0-10</inkml:trace>
  <inkml:trace contextRef="#ctx0" brushRef="#br0" timeOffset="575350.7969">4950 15116,'0'0,"8"3,6 3,-14-6,16 11,5 0,-21-11,20 13,-20-13,14 13,-14-13,6 11,-9-7,-6-6,9 2,-17-9,9-6,4-5,7 1,6 0,9-5,1 5,7-2,2 4,4-2,-5 3,-27 16,28-19,-3-2,-7-2,-2 0,-16 23,6-21,-6 4,0 17,-9-14,9 14,-13-9,0 6,-4 13,6 7,6 7,3 3,7 5,6-2,4 0,5-4,5-8,2-12</inkml:trace>
  <inkml:trace contextRef="#ctx0" brushRef="#br0" timeOffset="575916.3316">5566 14661,'0'0,"3"9,2 15,2 11,0 13,0 12,1 8,-4 2,0 5,2 0,6-5,-12-70,10 68,-10-68,7 50,-7-50,9 32,1-20,1-23,-4-10,-1-10,-4-9,-5-5,-4 2,-2 6,-5 10,-2 5,-3 8,19 14,-26-12,-2-1,28 13,-27-9,4 2,12-3,11-3,12-2,11 2,5-6,5 3,5-2,-4 4,-2 0,-1 2,-31 12,26-9,-26 9,20-6,-1 8,-1 5,0 6,-18-13,16 19,1 7,-2 9,-15-35,11 38</inkml:trace>
  <inkml:trace contextRef="#ctx0" brushRef="#br0" timeOffset="576135.5411">5694 14781,'0'0,"0"0,6-1,14 2,9 4,10 4,6 9,4 5,0 1,-3 4,2-9,-10-1</inkml:trace>
  <inkml:trace contextRef="#ctx0" brushRef="#br0" timeOffset="576294.3401">6174 14748,'0'0,"0"0,-3 14,-12 25,-4 12,-2 10,-8 12,0-9</inkml:trace>
  <inkml:trace contextRef="#ctx0" brushRef="#br0" timeOffset="576905.0428">4932 16119,'0'0,"-5"-4,-8 4,-10 4,-6 6,-10 5,0 10,3 4,36-29,-33 31,10 1,11-1,9-3,10-6,13-6,6-4,-2-3,12-4,3 1,0-3,-1 6,-7-1,-31-8,25 12,-9 0,-13 8,-9-2,-10 0,-7-3,-3 0,0-2,-2 0,28-13,-26 8,3-7,9-16,11-6</inkml:trace>
  <inkml:trace contextRef="#ctx0" brushRef="#br0" timeOffset="577597.6198">5021 16209,'0'0,"5"6,-2 4,6 8,2 1,-11-19,14 20,4-1,-18-19,20 11,-1-5,-19-6,17-2,-3-9,-1-10,-13 21,8-22,-8 22,5-24,-5 24,5-18,1 5,-6 13,12-7,-1 4,7 1,0-2,-1-5,-2-4,-2-8,-3-1,3-5,-2 0,0-4,-3 0,-6-4,-1-2,-1 37,1-34,-1 34,0-28,0 28,0-21,8 16,2 21,1 14,-3 15,0 14,-2 7,4 4,-4 4,1 0,1 2,2-7,3-10,-13-59,11 46,-11-46,15 35,-15-35,13 22,-5-13,3-10,-3-8,-3-8,-5-9,0-8,-5-7,0 2,-3 1,-3 4,-7 5,0 5,-1 4,-2 0,-2-1,6-3,3-2</inkml:trace>
  <inkml:trace contextRef="#ctx0" brushRef="#br0" timeOffset="578099.1604">5600 15863,'0'0,"5"9,3 5,2 14,0 15,3 10,-2 7,0 4,0 2,4-4,-5-11,-10-51,13 44,-13-44,8 36,-8-36,11 24,-11-24,7 12,-7-12,11 5,-3-6,-2-14,-3-5,-9-8,-9-4,-4 0,-5 6,-5 2,3 8,-3-2,29 18,-28-13,4 0,2 0,8-3,11-1,6 1,7 0,11 2,7-1,4 4,0 2,4 4,1 4,-37 1,34 5,-34-5,27 5,-2 5,-1 5,-6 4,5-2,-23-17</inkml:trace>
  <inkml:trace contextRef="#ctx0" brushRef="#br0" timeOffset="578274.0044">5739 15943,'0'0,"0"0</inkml:trace>
  <inkml:trace contextRef="#ctx0" brushRef="#br0" timeOffset="578431.3013">6268 16107,'0'0,"0"0,6-2,8-8,3-1</inkml:trace>
  <inkml:trace contextRef="#ctx0" brushRef="#br0" timeOffset="578558.5604">6285 15889,'0'0,"0"0,-3 2,-1 13,-6 13,-10 14,-1 15,-9 9,0 7</inkml:trace>
  <inkml:trace contextRef="#ctx0" brushRef="#br0" timeOffset="579358.7344">5815 16099,'0'0,"0"0,0 0,0 0,2 2,1 9,0 6,4 11,-4 10,-6 12,1 0</inkml:trace>
  <inkml:trace contextRef="#ctx0" brushRef="#br0" timeOffset="580271.1318">1845 15867,'0'0,"0"0,3 1,4 7,6 9,3 8,10 8,7 4,4 8,6 1,-3-2,1-4,-6 1,-6-11,-29-30,18 28,-18-28,9 17,-7-8,-13-7,-10-11,-5-5,-7-7,-7-7,0-8,-2-6,6-10,7-8,3-3,10-1,7 2,9 10,9 7,4 7,6 10,2 6,4 6,1 7,0 7,-1 6,-4 6,-2 4,-5 10,-5 6,-7 13,-7 4,-5 5,-1-4,11-48</inkml:trace>
  <inkml:trace contextRef="#ctx0" brushRef="#br0" timeOffset="580773.7039">2267 15773,'0'0,"0"0,6 7,6 8,-12-15,17 16,-17-16,15 13,-3-4,-7-15,-7-13,-1-5,-4-6,6-4,1 34,0-29,7 4,2 7,4 10,7 4,3 5,-1 7,7 3,0 1,3 1,1-4,-33-9,32 6,-3-7,-3-6,-26 7,20-16,-10-1,-7-6,-9 0,-4 2,-6-1,-1 1,-2 1,0 8,19 12,-20-6,1 8,0 12,-1 8,4 5,9-2,7 1,10-8</inkml:trace>
  <inkml:trace contextRef="#ctx0" brushRef="#br0" timeOffset="581244.754">2885 15541,'0'0,"6"11,4 14,3 11,4 7,5 5,-2 0,-2 0,-3-9,-15-39,12 33,-12-33,6 21,-5-9,-7-13,-8-10,-3-6,-6-8,5-12,-4-4,5-9,7-10,3-5,10 1,5 5,7 7,2 13,5 12,-22 27,23-21,3 12,-26 9,30-1,-3 9,-7 12,-5 9,-10 4,-11 7,-8-1,-8-3,-5-2,-4-2,-1 1,32-33,-27 27</inkml:trace>
  <inkml:trace contextRef="#ctx0" brushRef="#br0" timeOffset="581574.8123">3416 15366,'0'0,"0"0,8-7,7-7,1-6,-16 20,16-23,-11 0,-5 23,-4-21,-10 9,-2 7,16 5,-19 6,3 8,-1 12,6 3,-1 9,9 2,4 3,8-3,2 2,8-3,4-4,6-5,5-14</inkml:trace>
  <inkml:trace contextRef="#ctx0" brushRef="#br0" timeOffset="581904.8055">3808 15266,'0'0,"0"0,7 2,10 6,7 5,3 2,-1 4,0 4,-7 1,-19-24,14 24,-14-24,9 19,-10-7,-7-8,-6-10,1-5,0-7,3-7,4-6,6-3,1-12,7-6,9 0,-4 2,10 11,-1 8,-22 31,24-21</inkml:trace>
  <inkml:trace contextRef="#ctx0" brushRef="#br0" timeOffset="582626.9724">2557 17122,'0'0,"5"4,7 5,8 5,8 9,-1 2,6 2,-2 5,-4-2,-4-3,-23-27,25 24,-25-24,13 17,-13-17,9 9,-11-8,-12-15,-14-7,1-11,-1-9,1-7,1-5,7-8,2 3,11 4,10 7,7 6,9 13,9 3,-2 6,2 6,0 9,0 4,-6 8,0 4,-4 10,-9 6,-4 10,-10 7,-5 2,-10 2,-4-2,-6-3,1-15</inkml:trace>
  <inkml:trace contextRef="#ctx0" brushRef="#br0" timeOffset="584149.7968">2973 16914,'0'0,"0"0,9 4,5 3,-14-7,19 12,-19-12,15 17,-15-17,10 16,-15-3,-5-10,-1-10,-2-6,3-6,5-3,10 1,-5 21,8-21,11 6,7 5,1 8,-27 2,29 3,2 3,3-2,-3 0,1-4,-32 0,27-5,-6-5,-21 10,17-15,-7-8,-10 23,4-26,-9 0,5 26,-8-28,-4 2,12 26,-20-20,0 9,0 9,-3 11,3 5,20-14,-19 20,6 4,13-24,-8 26,11-6,11-9,9-15,3-14,4-8,2-1,-3 2,1-1,0 2,-30 24,28-22,-28 22,23-17,-23 17,17-11,-2 8,-2 14,-3 9,3 9,-3 8,3 7,2 3,-5 4,4 1,-1-2,2-7,-15-43,13 33,-13-33,13 28,-13-28,7 15,-7-15,6 8,-6-10,-2-14,-2-9,-2-6,-2-10,-3-8,3-10,2-5,2-3,4 1,0 11,0 55,8-47,7 12,6 8,4 11,-3 9,1 10,-7 8,3 4,-2 5,-8 6,-9 11,0 3,-11-3,-1-2,12-35,-19 30,19-30,-19 23,19-23,-18 17,18-17,-14 15,14-6,13-4,6-4,10-10,6-5,4-7,-1-3,0-8,-3 1,-9 0,-6 2,-5-1,-8 4,-7 26,3-27,-3 27,-4-23,-2 3,-6 12,-1 11,1 10,5 8,0 5,4 0,2 2,5-2,7-7,-11-19,14 17,3-6,6-7,-23-4,19-2,3-9,-3-5,1-2,-2-1,0-2,-18 21,21-18,1 5,0 9,3 4,-5 10,3 5,-23-15,19 18,-19-18,17 21,-17-21,9 19,-9-19,6 14,-5-8,1-13,6-8,-2-5,3-6,1-3,4-7,1-7,3-8,2-4,-6 7</inkml:trace>
  <inkml:trace contextRef="#ctx0" brushRef="#br0" timeOffset="585024.0839">7050 16181,'0'0,"0"0,8-1,21-3,3 0,19 5,-3 7</inkml:trace>
  <inkml:trace contextRef="#ctx0" brushRef="#br0" timeOffset="585180.6244">7243 16386,'0'0,"16"-6,14-7,10-13</inkml:trace>
  <inkml:trace contextRef="#ctx0" brushRef="#br0" timeOffset="585435.148">7140 14784,'0'0,"13"-2,19-5,22-5,9 3,10-2</inkml:trace>
  <inkml:trace contextRef="#ctx0" brushRef="#br0" timeOffset="585607.925">7278 15045,'0'0,"12"0,19-1,13-1</inkml:trace>
  <inkml:trace contextRef="#ctx0" brushRef="#br0" timeOffset="638610.5661">13725 3517,'0'0,"0"0,0 0,1-6,-1 6,-4-10,-1 5,5 5,-4 3,2 8,2 13,2 8,-3 4,4 10,-4 5,1 3,-1 5,1 3,-1 5,3 5,5 4,-1 3,2 10,-5 6,1 3,-3 11,-2 6,-5 8,-2 7,-3 3,1 4,7 8,8 1,5 0,6-5,4 2,-2 4,0 4,-15 1,-7 4,-11 6,-2-1,-6 6,12-3,0-1,3-3,-5 2,9 2,-8-1,0 4,1-3,-5 3,1-5,6 5,4-3,-5 3,4-2,7-2,-10 1,12-2,3-3,2-3,1-9,8-3,0-9,9-9,2-6,4-9,6-11,9-8,4-10,9-14,6-11,8-8,3-11,6-7,7-11,2-3,3-4,8-4,2-4,4-6,1-1,6-4,-1 0,4-4,7 0,4-3,0 1,8 2,-1-3,4 1,6-1,7 4,-2 0,4-2,5 2,4-3,1 3,10-1,5 0,-2 2,-1 6,-2 1,5-2,4 2,0 1,9-7,2 5,-2 1,-3 3,8-2,5 1,-4-1,13 2,-5-2,5-2,3 2,4-1,7 2,4-1,1 2,1-4,6 4,-1-3,8 1,7-1,5 1,-1-1,5 0,3 0,3 1,3-1,-2 1,1-1,-2 1,4-2,2 1,2 1,0 3,1-1,0 8,-6 2,-3 0,-5 0,-13 3,-6 2,-6 3,-16 2,-13 1,-21-2,-23 0,-23 5,-25 3,-20 3</inkml:trace>
  <inkml:trace contextRef="#ctx0" brushRef="#br0" timeOffset="641449.9509">13881 3661,'0'0,"0"0,0 0,-2-2,2 2,3-9,5-1,13-4,5 0,9-2,4 0,6 2,7-1,5-1,4-1,6-2,-1 4,2 1,-1 5,3-4,1 3,1 2,0-2,6 7,-2-3,7-2,-5-2,8 6,5-5,4 3,7-2,2 4,-3-3,0 2,4 0,1 3,2-1,5 1,5 2,3-3,-5 2,1 1,-3 0,8 0,-2-2,2 2,-1 3,-1 0,-2 2,2 0,3 2,2 0,-2-2,5-2,1 1,6-3,1 2,3-1,8-4,-3 4,4-1,-4-1,-2 3,-6 1,-1-2,-5 0,-3 0,0 2,4-6,4 2,-2-1,2 1,-1-2,1 2,-1-1,1-1,-1-1,0 1,2-2,-2 0,0 2,0 0,2-5,0 2,9-1,-4 0,1 0,4 2,-9 0,-1-3,2 7,-1-3,3 1,0-2,1 1,-1 1,-5-1,-3 2,0 1,-4 3,-1 0,3-3,-4 0,2 0,-3-3,-3 4,1 1,-2-2,0-3,0 4,0-1,0-2,3 0,-5 1,-1 1,-2-5,6 3,-1 2,1-2,3 2,1 0,5-1,-2 2,-7-5,-2 1,5 0,1 2,-3-2,1 3,-4-1,-5 0,1-3,1-1,-6 1,-4-1,-2 3,-8-1,-2-2,-4-1,-4 2,-1-4,-4 4,-4-2,-4 4,-1-1,-2-3,-10 5,-1-3,-7 3,-4-1,-4 0,0-2,-5 6,-2 1,3 0,-2 2,0 3,-1 0,-1 3,-5-3,-4 1,-4 2,-3 2,-2 1,0 4,-3 1,-1 5,-3 2,1 7,-1-1,-2 10,-3 0,-4 4,-4 5,-2 9,-2 4,-2 2,-2 9,2 3,-2 1,1 9,1 5,2 1,1 7,-3 8,1 5,-2 2,0 7,-3 0,-4 6,3 0,-3 5,2 1,2 1,-3 5,6 4,2-1,4 3,-2 5,6-1,0-1,-3 4,0-3,4 0,-2 0,-4-2,2-3,-4-2,-2 1,-4-1,-1-2,0-2,1 0,3 0,6-4,4-2,2-4,3-2,4-4,-4-2,4-5,-3 0,4-7,-6-1,5-6,-10-2,4-8,-3 1,-1-8,-4-4,-2-4,-1-3,-2-6,0-3,-2-6,-4-4,5 0,-7-2,1-1,5-4,-6 2,2-7,-1 1,-3 0,-4-5,-5-2,-5 1,-4-4,-8-3,-13-3,-6-4,-20-5,-14-1,-22-2,-22 3,-23 4</inkml:trace>
  <inkml:trace contextRef="#ctx0" brushRef="#br0" timeOffset="648953.3289">13953 7314,'0'0,"0"0,7-1,7-1,13-5,12 4,1-2,8 2,0 1,6 2,2-1,12-1,5 0,7-3,3 2,7-1,6 4,2 0,5 0,1 1,4 1,-1 0,5 4,0-1,3 2,4-5,5 3,5-6,4 1,2-1,7-1,4-3,-5 1,5-1,1-2,1 3,-6 3,0-3,2 1,0 0,5 2,2-4,0 1,1 1,1 0,3 3,5-2,1 0,1 2,3 2,-4 0,0 2,0-2,-1 1,-1 0,4-1,-1 1,-2 6,1-6,5 5,-1-5,2 4,-6 0,0 0,0 2,-3-1,-3 2,3-3,-1 1,0 4,-1 1,3-4,-3 1,3 1,-1-4,2 2,6 2,-8-3,3-1,-2 1,0-3,3 2,-2-4,0 4,1-5,5 1,-6-1,1 2,0-3,-1 3,1-4,-1 0,-2 1,-2 0,0-2,-1 1,3 2,-4-1,4 4,1-4,-3 3,-3 0,-5 1,-4-2,-1 2,-2 2,-1-3,-1 1,0 3,-3-1,-7 2,-4 1,-5 3,-2-8,-10 3,-2-3,-4 0,-7-1,-2 5,-8-6,-9 1,-5 0,-7-4,-10-4,-5 1,-50 3,39-4,-39 4,28-6,-7 2,-18-7</inkml:trace>
  <inkml:trace contextRef="#ctx0" brushRef="#br0" timeOffset="650287.0026">17837 3611,'0'0,"0"0,-2 8,-4 13,-3 7,-1 5,2 9,3 2,0 3,1 7,-1 4,1 10,0 9,-2 9,-4 8,0 9,1 7,1-1,10 4,1 2,-2 2,5 6,3 5,-3 11,1 5,0 7,-3 12,1 3,-5 0,5 2,3-2,2-5,6 1,-5-1,5 5,0 6,-9-6,6 1,-3 5,1-9,2-5,4-2,-3-4,-3-2,2-2,-4 2,-5-2,-3 1,4-2,0-1,-5-5,0 0,-2-11,-3 0,-5 1,-2-4,2-7,0-6,-2-6,4-6,-2-2,2-9,3-2,0-3,5-3,3-7,2-7</inkml:trace>
  <inkml:trace contextRef="#ctx0" brushRef="#br0" timeOffset="651592.764">15408 5621,'0'0,"0"0,0 0,-1-3,1 3,-1-3,2 11,4 16,-6 6,1 13,-3 7,1 3,-3 1,5 5,4-3,1-1,7-5,1-5,-1-8,-2-4,1-4,-11-29,10 29,-2-4,0-2,-8-23,4 23,-4-23,3 16,-3-12,-5-12,1-10,-6-11,-4-4,1-7,-3-8,6-1,4-3,3-2,5 0,5-1,3 1,11 0,0 1,1 3,1 7,2 4,4 7,2 1,-2 5,2 4,-31 22,34-15,1 2,2 6,-3 7,-34 0,30 6,-5 5,-25-11,23 21,-4 2,-6 7,-7-3,-5 0,-2-2,1-25,-8 24,-6 0,2-1,-2 1,-6 0,0-2,-2 0,-4-5,-11 4,-5 0,-1 3,-5 1,6-2,42-23,-37 20,37-20,-29 20</inkml:trace>
  <inkml:trace contextRef="#ctx0" brushRef="#br0" timeOffset="651828.3752">16858 5877,'0'0,"19"1,15 3,12 6,-1 3,-45-13</inkml:trace>
  <inkml:trace contextRef="#ctx0" brushRef="#br0" timeOffset="651985.4615">16729 6149,'0'0,"0"0,3 1,20-4,11 1,13 0,6 1</inkml:trace>
  <inkml:trace contextRef="#ctx0" brushRef="#br0" timeOffset="652924.2788">20007 3285,'0'0,"0"0,0 0,2-3,3 2,6 5,2 5,1 9,1 8,-2 5,-3 12,-2 4,-2 7,-6 7,-1 10,-3 4,1 10,-5 5,9 13,-9 2,0 8,-2 5,-1 5,2 2,3 6,1 1,3 2,2 3,-1 5,1 9,-2 5,3 5,4 8,2 1,0 6,1 3,-2 7,-1-2,-1 5,-1-1,5-4,2 0,5-2,-3 2,5 0,-7 0,0 3,-2 0,-6 1,-6 0,-4-4,-2 0,-1-9,-3-7,4-4,1-6,-5-5,4-2,2-1,1-5,1-4,9-5,3-11,4-18</inkml:trace>
  <inkml:trace contextRef="#ctx0" brushRef="#br0" timeOffset="666090.1302">8526 14557,'0'0,"-3"-9,-7 1,-7 1,-13 6,-9 9,-17 13,-2 13,-4 10,3 4,1 2,13 3,5 2,15 1,12 0,14-5,11-12,10-15,5-9,5-13,6-12,10-6,-2-9,7-8,2-5,-2-3,-4-5,-3-2,-11-1,-5 0,-6 4,-24 45,13-38,-13 38,8-31,-8 31,6-21,-8 14,-8 20,-3 17,-8 13,-1 12,2 11,4 5,7 2,13 3</inkml:trace>
  <inkml:trace contextRef="#ctx0" brushRef="#br0" timeOffset="666294.1216">8991 15286,'0'0,"-10"16,-4 13,-1 14,0 11,9 0,6-54</inkml:trace>
  <inkml:trace contextRef="#ctx0" brushRef="#br0" timeOffset="666770.1738">9679 14718,'0'0,"-8"-3,-4-1,-10 8,-19 10,-9 13,-7 11,-3 7,5 6,7 6,13 0,13-5,15-7,13-9,10-15,8-10,7-10,-2-9,8-10,6-8,3-9,2-4,0-5,2-4,-8-2,-1 2,-12-1,-7 9,-22 40,17-33,-17 33,9-22,-4 10,-3 15,1 12,-3 12,2 11,1 7,7 1,2 2,10-6,6-9,8-12,1-12</inkml:trace>
  <inkml:trace contextRef="#ctx0" brushRef="#br0" timeOffset="667299.7158">10204 14308,'0'0,"2"10,-3 11,0 17,-2 13,2 10,-2 6,4 4,4-3,0-6,1-12,-6-50,8 36,-8-36,6 21,-3-13,-1-15,-1-7,7-12,1-6,10-4,7 4,7 5,2 8,3 8,1 7,-1 6,2 11,-4 2,-2 3,-3 3,-5 5,-8 1,-9-2,-10 0,-11-3,-7-4,-14-5,-8-4,-8-2,-7-5,-2-7,-2-3,6-5,3-4,9-1,42 18,-31-15,31 15,-23-13,22 3</inkml:trace>
  <inkml:trace contextRef="#ctx0" brushRef="#br0" timeOffset="667488.2479">11015 15063,'0'0,"-6"8,1 16,-6 14,1 12,-5 8</inkml:trace>
  <inkml:trace contextRef="#ctx0" brushRef="#br0" timeOffset="668289.5542">11837 14455,'0'0,"-9"1,-9 0,-16 10,-9 7,-5 5,0 8,2 6,9 7,10 5,9 4,6-4,14-3,9-14,7-12,5-10,7-13,2-8,5-5,0-8,2-1,0-6,-6 0,-4-2,-2-2,-6-2,-4 4,-17 33,14-28,-14 28,11-20,-2 10,-2 11,1 13,-2 14,-3 2,4 12,2 2,2 2,11-5,6-7</inkml:trace>
  <inkml:trace contextRef="#ctx0" brushRef="#br0" timeOffset="668779.9588">12387 14370,'0'0,"-1"16,3 19,-5 14,4 13,-1 10,3-1,0 0,4-13,-7-58,3 46,-3-46,5 26,0-20,1-22,1-5,3-9,3-3,6-1,7 6,3 6,6 11,1 8,2 6,-1 8,0 5,-5 3,-1 3,-6 4,-11 2,-14-28,8 30,-12-4,-20 1,-8-5,-13-7,-5-6,-7-3,-2-7,5-5,3-6,5-2,14-9,13-8</inkml:trace>
  <inkml:trace contextRef="#ctx0" brushRef="#br0" timeOffset="669219.7507">13255 14516,'0'0,"0"0,-5-3,-12-1,-21 11,-8 11,-4 6,2 10,5 7,17 1,4 1,9-2,13-11,0-30,9 26,3-13,10-11,2-10,0-5,5-6,-1-5,-5-3,0-3,-5-2,-2-7,-16 39,12-33,-12 33,9-29,-9 29,7-17,-4 13,1 17,-1 12,-3 13,3 8,7 11</inkml:trace>
  <inkml:trace contextRef="#ctx0" brushRef="#br0" timeOffset="669409.291">13606 14969,'0'0,"-6"12,-7 12,2 16,-8 10,3 9,16-59</inkml:trace>
  <inkml:trace contextRef="#ctx0" brushRef="#br0" timeOffset="669880.9537">14292 14459,'0'0,"0"0,-9 2,-18 6,-20 12,-1 9,-10 6,5 10,6 9,11 3,13-3,13-4,13-13,7-10,6-13,6-7,3-7,0-9,4-4,1-6,-5-6,-1-3,0-5,-2-6,-4-2,2-3,-20 44,15-37,-15 37,12-29,-12 29,6-18,-1 13,-2 20,1 9,3 11,-1 5,5 3,6-1,2-1,8-7</inkml:trace>
  <inkml:trace contextRef="#ctx0" brushRef="#br0" timeOffset="670432.0064">14839 14241,'0'0,"-2"18,3 12,1 21,3 12,-4 9,4 0,-5-3,-3-9,3-60,-3 46,3-46,-4 29,4-29,-3 17,1-19,5-17,4-10,6-8,7 0,4 6,10 8,-1 8,7 11,0 8,4 11,2 8,-7 4,4 3,-3 4,-8 1,-13-3,-7 1,-13-4,-9-4,10-25,-16 19,-8-2,-13-7,-5-8,-1-3,-6-6,1-5,0 0,-1 1,6-4,3 5,5 1,35 9,-28-10</inkml:trace>
  <inkml:trace contextRef="#ctx0" brushRef="#br0" timeOffset="670902.9252">15853 14475,'0'0,"0"0,-3-7,-9-3,-11 9,-12 7,-5 4,2 11,-6 14,5 7,7 5,6 1,8-1,18-47,-8 37,8-37,1 28,9-8,6-10,5-10,3-7,-2-8,7-9,-2-6,0-4,-5-10,-1 1,-21 43,19-45,-19 45,14-35,-3 11,3 15,-2 17,-6 11,4 13,2 9,-3 9,8 4,2 6,2-12,-21-48</inkml:trace>
  <inkml:trace contextRef="#ctx0" brushRef="#br0" timeOffset="671421.031">16333 14161,'0'0,"2"5,-1 11,5 11,-1 11,0 15,-1 4,-2 13,-7 3,1-2,-4 1,8-72,-4 55,4-55,-5 41,5-41,-2 24,3-15,7-13,5-12,5-5,4-8,10 2,4 3,5 7,3 10,11 9,-5 10,4 12,-6 8,-7 5,-7-2,-11-2,-8-2,-10-3,-8-5,-9-3,-8-3,-7-6,-11-5,-13 0,-8-5,-11-5,-10-6,-5-8,-6-9,-1-11</inkml:trace>
  <inkml:trace contextRef="#ctx0" brushRef="#br0" timeOffset="688064.371">8804 15789,'0'0,"0"0,-1 0,0 8,1 8,2 7,-1 6,-1 11,0 1,3 3,-2 6,3 4,3-4,1-1,1-9,-3-8,-6-32,4 28,-1-2,-3-26,2 25,-2-25,0 19,0-19,-2 12,1-6,-3-12,1-8,1-7,1-6,3-2,4 1,5 0,6 1,4 1,7 6,2 2,5 4,0 5,0 2,3 2,-1 8,-4 0,-2 8,-31-11,29 12,-29-12,21 15,-21-15,21 17,-11 2,-12-1,-11-1,-10 0,-8-1,-6-2,-2 1,-5-2,3 0,-3 0,1 0,2 1,0 2,5-2,4 1,3-3</inkml:trace>
  <inkml:trace contextRef="#ctx0" brushRef="#br0" timeOffset="688816.5417">9836 16393,'0'0,"0"0,0 0,-4 0,1 7,-1 13,-4 11,-4 12,-5 10,-6 6,-3 7,-1-5</inkml:trace>
  <inkml:trace contextRef="#ctx0" brushRef="#br0" timeOffset="689491.7432">10587 15629,'0'0,"-3"12,-1 15,-4 20,6 13,-1 7,0 8,1-3,3-4,-1-68,-3 61,3-61,-1 50,1-50,2 36,-2-36,1 22,0-11,1-14,3-6,3-12,3-4,1-7,9 3,4 3,6 4,1 6,4 6,0 5,3 7,-3 3,-2 5,-2 1,-2 3,-3 5,-5 0,-7 3,-15-22,9 23,-4-3,-8 1,-6-2,-8-2,-5-1,-9 2,-7-2,-7-1,-6-3,-6-3,2-8,-3-2,6-6,5-5,12-5,11-1,15-7</inkml:trace>
  <inkml:trace contextRef="#ctx0" brushRef="#br0" timeOffset="690119.5464">11453 15637,'0'0,"6"13,-3 14,-3 22,2 14,-2 15,2 5,-4 3,0-3,-3-4,2-11,3-68,-9 53,9-53,-8 43,8-43,-8 31,2-14,4-14,3-10,1-12,6-11,6-5,6-6,8 1,2 4,5 3,7 2,0 4,7 8,-2 3,-1 5,-4 6,-2 8,-6 5,4 2,-7 5,-7 5,-3 8,-21-28,13 29,-13-29,7 28,-7 0,-13-5,-5-2,-10-1,-5-2,-10 2,-3-2,-7 4,-6-3,-3-4,0 1,0 0,1-5,9-1,52-10,-47 8</inkml:trace>
  <inkml:trace contextRef="#ctx0" brushRef="#br0" timeOffset="690355.1074">12252 16532,'0'0,"-6"13,-2 14,-2 18,-9 8,-1 1</inkml:trace>
  <inkml:trace contextRef="#ctx0" brushRef="#br0" timeOffset="691551.3875">13131 15990,'0'0,"0"0,-2-6,-2-6,-4-5,-3 3,-10 3,-12 11,-10 13,-1 5,-6 5,-1 5,3 6,6 1,12 3,11-1,10-2,10 1,7-4,4 0,10-8,4-3,5-11,2-10,1-9,0-10,6-8,-3-4,-1-3,-3-1,-10-4,-3-1,-5 3,-15 37,9-35,-9 35,9-27,-4 11,-1 16,1 14,1 7,-1 13,7 7,5 2,5 1,2 0,4-7</inkml:trace>
  <inkml:trace contextRef="#ctx0" brushRef="#br0" timeOffset="692069.9388">13743 15725,'0'0,"-5"13,-1 8,2 15,-2 12,1 8,0 11,-1 5,-2 7,-3-12,11-67,-7 56,7-56,-6 40,6-40,-6 24,-1-15,4-18,3-11,9-5,3-7,7 3,6 3,7 9,2 5,6 7,3 3,0 7,-3 1,1 8,-5 1,-7 3,-6 6,-8-1,-11 1,-8 1,-10-1,-4-1,-10 3,-6-3,-10-4,-6-2,-5-1,-1-5,1-9,1-4</inkml:trace>
  <inkml:trace contextRef="#ctx0" brushRef="#br0" timeOffset="692666.7919">14484 15762,'0'0,"-2"13,2 21,3 16,-4 20,1 6,1-5,-4-11,3-60,-4 45,4-45,-3 35,3-35,-4 22,4-22,-2 13,2-13,3 4,4-14,10-13,9-2,5 0,6 1,3 8,2 7,5 3,-3 4,-2 6,-4 4,-38-8,36 14,-3 1,-5 2,-10 7,-18-24,10 25,-12-2,-11 4,-7-2,-8-6,-6-3,-2-2,-9 0,-3-4,-4-4,1-1,-1-6,2-4,50 5,-46-5,46 5,-38-4,15 1,15-3,22-6</inkml:trace>
  <inkml:trace contextRef="#ctx0" brushRef="#br0" timeOffset="692871.2919">15403 16308,'0'0,"-2"6,-4 9,-3 15,-10 12,-4 11,-10 7,-1 9,-7-5</inkml:trace>
  <inkml:trace contextRef="#ctx0" brushRef="#br0" timeOffset="695017.1814">16420 15751,'0'0,"0"0,0-6,0 6,-2-18,2 18,-6-15,0 4,-4 12,-2 12,1 11,-3 10,1 6,-1 4,3 7,-2 6,2 2,3 6,-1-3,6-2,-4-6,3-12,4-42,-2 33,2-33,-3 25,3-25,-3 14,3-9,2-10,3-7,2-11,5-8,6-3,4 0,7 9,5 6,2 8,3 7,-1 6,-1 7,-2 4,-35-13,31 21,-3 6,-2 9,-10-2,-6 3,-9-5,-7-5,-8-8,-8 0,-3-7,-9 1,-8-5,-6 1,-6-4,-5-3,5-3,-1-5,8-5,47 11,-38-16,12-4,16 1</inkml:trace>
  <inkml:trace contextRef="#ctx0" brushRef="#br0" timeOffset="695519.8478">17199 16067,'0'0,"0"0,-2-6,-5-3,-9 5,-15 10,-10 9,-4 14,-7 7,6 9,4 1,10 3,10 1,8-2,13-9,4-6,10-7,2-10,6-11,0-6,5-11,3-6,3-5,-2-3,2-4,-2-2,-5-3,0-2,-3-2,-4 1,-18 38,18-33,-18 33,13-27,-6 13,1 13,-2 14,-1 12,-2 12,2 3,-3 6,2 2,-2 2,3 0,-5-50,4 43</inkml:trace>
  <inkml:trace contextRef="#ctx0" brushRef="#br0" timeOffset="696069.3574">17868 15881,'0'0,"-1"16,6 14,0 22,2 13,-4 10,0 3,-9-6,-1-10,-7-13,14-49,-11 37,11-37,-12 23,12-23,-8 12,2-6,3-14,6-12,6-4,-1-3,10-1,-18 28,24-23,8 8,12 9,7 9,-7 4,-3 5,-7 3,-34-15,29 18,-8 2,-5 3,-10 1,-11-1,-8-2,-6 1,-9-2,-4-3,-7-3,-8-3,-4-4,-3-4,-2-2,1-2,0-7,8-8,11-11</inkml:trace>
  <inkml:trace contextRef="#ctx0" brushRef="#br0" timeOffset="696743.2982">18671 15634,'0'0,"3"11,-3 12,6 13,-1 11,3 11,-2 7,-3 7,0 5,-2-3,-1-7,4-12,-2-7,-2-48,-1 35,1-35,2 30,-2-30,1 24,-1-24,0 16,0-16,2 7,0-11,3-10,8-11,2-9,10-3,2 4,5 3,2 4,4 4,-1 5,6 2,-3 8,2 7,-3 4,0 6,-7 2,-5 5,-4 2,-3-1,-3 3,-9 7,-8-3,-3-1,3-24,-10 26,-5 2,-8-1,-2-1,-9-3,-3-6,-1-5,-4-3,0-4,0-2,0-4,2-3,0-6,-2-1,7-8,0-4,35 23,-32-20</inkml:trace>
  <inkml:trace contextRef="#ctx0" brushRef="#br1" timeOffset="751238.732">17547 14452,'0'0,"0"0,0 0,0 0,0 0,1 5,-1-5,2 6,6 4,12 0,9-4,8-3,16-8,12-9,13-7,14-1,6-4,7 0,6 1,6 5,-1-2,-5 7,-3 8,-12-2,-10 6,-11 1,-8 0,-8 1,-14 4,-7-2,-38-1,30 7,-8-1,-22-6,20 6,-4 2,-3 5,-13-13,10 14,-1 2,-9-16</inkml:trace>
  <inkml:trace contextRef="#ctx0" brushRef="#br1" timeOffset="752228.9659">19423 14263,'0'0,"0"0,0 0,0 2,1 5,2 7,-3-14,7 16,3 3,5 4,7-1,2 1,8 3,2-2,9-2,2 3,3 4,2 0,5 2,-6 4,2 0,-3 6,-2 0,-1 6,4 5,-10-2,-3 6,-3-1,-8 3,-1-5,-4 3,-5-4,-4 3,1-4,-3 3,-3 2,2 1,1 1,-6 4,-1-1,0 5,-2 2,-5-1,1-2,-1-2,-2-1,0-8,-4 1,-1-7,-1 0,-2-8,1-2,-5-2,2-4,-7-5,-3-5,1-3,0-7,-6 1,0-6,-4 0,-2-1,-2-2,-2-1,3-1,2 3,6-4,2 1,29-2,-30 1,4 0,26-1,-25 3,0 4,25-7,-29 8</inkml:trace>
  <inkml:trace contextRef="#ctx0" brushRef="#br1" timeOffset="752715.8915">19995 16366,'0'0,"0"0,0 0,-1 0,1 0,-5 2,-7-1,-7 0,0 4,-5 2,0-1,-4 4,0 1,-4-1,0 2,-1-2,2 0,5 2,26-12,-25 9,25-9,-17 9,17-9,-14 10,14-10,-6 10,6-10,3 8,11 3,10 1,5-1,3 1,2-3,-3 2,2 4,-4-5,-3-1,-26-9,21 11,-1 2</inkml:trace>
  <inkml:trace contextRef="#ctx0" brushRef="#br1" timeOffset="753517.4904">18132 14186,'0'0,"0"0,0 0,-2 0,2 0,-5-2,-9 6,-11 6,-7 11,-5 5,-11 5,-8 5,2 2,-1-2,5 0,2-6,6-4,42-26,-38 22,38-22,-28 16,28-16,-18 14,12 0,11-2,12-2,5 1,8-2,4-2,9 1,-4-2,5 5,3 1,-1 5,0 2,0 3,4 4,-12 5,0 5,-10 5</inkml:trace>
  <inkml:trace contextRef="#ctx0" brushRef="#br1" timeOffset="777944.5678">23005 13841,'0'0,"-1"-5,-2-6,-5-4,-14 2,-16 2,-16 8,-9 5,-11 13,4 7,11 7,4 8,17 8,10 9,5 2,12 1,12-5,10-10,9-9,13-9,11-12,3-10,5-10,3-9,-5-8,4-3,-3-8,-7-4,-6-7,-5 1,-7-7,-2 3,-8 4,-16 46,12-39,-12 39,8-28,-4 11,-4 17,-5 10,-1 16,0 11,0 17,3 11,8 11,7 14</inkml:trace>
  <inkml:trace contextRef="#ctx0" brushRef="#br1" timeOffset="780146.1814">29834 17330,'0'0,"-65"186,-82-17,-4 60,-58 43,31-81,198-82,259-3,-7-63,-41 60,-231-103,0 0,0 0</inkml:trace>
  <inkml:trace contextRef="#ctx0" brushRef="#br1" timeOffset="784532.017">13014 16537,'0'0,"0"0,5 4</inkml:trace>
  <inkml:trace contextRef="#ctx0" brushRef="#br1" timeOffset="785335.4278">17130 16813,'0'0,"0"0,-7 7,5 6</inkml:trace>
  <inkml:trace contextRef="#ctx0" brushRef="#br1" timeOffset="786354.4211">24339 14010,'0'0,"10"3,16-2,20-4,18 1,13-5,2 0,3 2,3-5,-4-1,-2-3,-11 0,-9-1,-16 1,-43 14,33-16,-14-2,-12-3,-8 0,-6-2,-8 3,1 0,14 20,-16-16,16 16,-14-16,14 16,-14-16,10 7,18 2,9 5,12 3,8 2,3 7,-5 2,-41-12,40 17,-10 3,-14 8,-13 0,-16 4,-11 3,-5-2,-2 2,31-35</inkml:trace>
  <inkml:trace contextRef="#ctx0" brushRef="#br1" timeOffset="787156.0208">26311 13719,'0'0,"-5"7,-3 7,-11 7,-3 2,-3 4,0-2,25-25,-22 30,22-30,-20 24,20-24,-14 15,9-6,5-12,8-11,5-9,5-3,1-3,6 0,-2-3,0 3,1 0,-1 0,-5 3,1 6,-19 20,15-19,-15 19,14-17,-14 17,10-9,-1 13,-1 10,-3 8,0 12,-1 9,-3 5,0 4,0 8,-1 3,1 1,4-1,1-8,0-6,0-4,-2-11,-4-4,0-4,0-26,0 23,-3-4,-7-4,-5-4,-3-2,-6-4,-5-4,1-2,-1 1,29 0,-30-2,30 2,-29-1,29 1,-22 0,22 0,-16 0,11-4,20-3,17-3,16 2,13 2,9 9,8-2,3 2,3 0,-9 0,-15-1,-15-4</inkml:trace>
  <inkml:trace contextRef="#ctx0" brushRef="#br1" timeOffset="794691.5634">12932 16568,'0'0,"0"0,0 0,0 0,7 0,10 0,10 0,1-5,9 1,1 1,3 3,2 1,3 1,5-2,0 3,4-1,-4-4,-2 5,-49-3,48 2,-6 1,-42-3,43 2,-43-2,34 2,-34-2,29 0,-29 0,18 0,-18 0,12 0,-12 0,2 3,-2-3</inkml:trace>
  <inkml:trace contextRef="#ctx0" brushRef="#br1" timeOffset="795670.8295">17078 16956,'0'0,"0"0,0 0,1 0,7-1,7 0,6-2,8-2,6 3,4-2,5 4,8-3,4 1,3 1,5-2,-2 2,-2-5,-1 2,-7-5,-9 2,-6 1,-37 6,30-7,-30 7,25-6,-25 6,16-3,-16 3,10-4,-10 4,5-3,-5 3,4 6</inkml:trace>
  <inkml:trace contextRef="#ctx0" brushRef="#br1" timeOffset="797874.8495">22757 15288,'0'0,"0"0,-6-6,-11 1,-20 7,-13 9,-10 12,-5 12,2 6,8 7,11 4,10 2,12 0,12 3,14-11,14-7,7-10,6-13,5-11,-1-11,6-7,-2-12,4-7,-1-5,-9-2,-4-8,-2-3,-8-4,-4 1,-15 53,14-47,-14 47,8-37,-8 37,7-27,-3 18,0 22,0 13,0 13,-2 7,3 7,1 2,8 1,5-1,3-9</inkml:trace>
  <inkml:trace contextRef="#ctx0" brushRef="#br1" timeOffset="798390.8087">23232 14933,'0'0,"2"10,5 8,2 14,4 9,5 12,0 6,3 2,-3 3,-2-1,-4-4,-12-59,8 50,-6-10,-2-40,-2 29,2-29,-8 21,8-21,-11 11,2-9,1-12,2-10,11-8,8 2,8 3,10 6,13 4,5 5,4 8,4 4,-1 6,-5 1,-51-11,42 15,-42-15,33 17,-15 0,-18-1,-13 2,-13-2,-12 2,-5 0,-7-3,0 2,-3-3,5-1,3-8,17-8</inkml:trace>
  <inkml:trace contextRef="#ctx0" brushRef="#br1" timeOffset="798878.3511">24550 15530,'0'0,"15"-4,15 0,8 1,18 2,6-3,-7 3,-4 0,-51 1,39-2,-15-4,-12-4,-22-5,-4 2,-10-1,2-1,2-2,20 17,-16-19,2-1,14 20,-8-20,7 0,12 6,2 5,8 4,6 7,-1 1,5 5,-5 2,0 1,-26-11,28 14,-28-14,24 15,-9 2,-6 4,-13 2,-20-1,-15 8,-13 4</inkml:trace>
  <inkml:trace contextRef="#ctx0" brushRef="#br1" timeOffset="801605.755">25816 16245,'0'0,"0"0,0 0,0 0,0 0,0-3,0 3,1-2,-1 2,1-2,-1 2,-1-1,1 1,-2-6,1-5,1 11,-4-16,2-1,3-3,2-2,-3 22,8-20,5 1,5-3,4 6,3 2,0 5,1 5,-2 3,4 4,2 5,0 3,-1 6,0 2,-6 5,0 2,-4 1,-5 3,-7-1,-3 3,-6-4,2-28,-6 28,-5-6,11-22,-17 24,-3-2,-9-1,1-1,-1 1,-1-1,0-4,1-2,-5 2,1-5,5 1,1-2,27-10,-29 6,29-6,-20 5,20-5,-17 5,17-5,-10 1,10-1,-4 1,4-1,0-1,6 0,10-1,5-2,7-2,8 2,5 1,-1 3,5 2,2 2,0-1,1 0,-4-1,-7-2,-2 3,-4-5,-31 2,27 1,-1 0,-26-1,25-1,-25 1,20 0,-20 0,21 0,-21 0,13 0,-13 0,10-1,-10 1,4 1,-4-1,3 0,-3 0,-2 0,2 0,-2 1,2-1,-2 0,2 0,-3 0,3 0,-4-1,4 1,-2 0,2 0,-2 0,2 0,-2-1,2 1,0 0,0 0,1 2,-1-2,0 2,0-2,0 1,0-1,0-1,0 1,0 0,0 0,-1-2,1 2,0-1,0 1,0-1,0 1,0-1,0 1,0-1,0 1,-1-7,0-4,1 11</inkml:trace>
  <inkml:trace contextRef="#ctx0" brushRef="#br1" timeOffset="819920.2461">22599 16366,'0'0,"2"7,1 7,-2 21,2 5,-1 12,-4 7,3 6,-3-1,-4 7,-1 0,4-3,3-68,-6 63,6-63,-3 50,3-50,-1 33,1-33,1 19,1-19,5-23,2-12,5-10,4 0,12 2,8 12,8 7,2 11,7 6,-3 8,-3 7,-4 7,-7 4,-12 7,-13 5,-10 4,-9 0,-16 0,-6-1,-11-5,-2-4,-7-1,-1-5,-7-3,-1-6,-2-5,3-10</inkml:trace>
  <inkml:trace contextRef="#ctx0" brushRef="#br1" timeOffset="820438.6366">23547 17055,'0'0,"18"-3,13 0,14-3,15-1,3 0,-1-2,-6 2,-6-2,-50 9,42-9,-42 9,36-9,-10-3,-9-3,-15 2,-10 0,-9-3,-11 1,-3-4,31 19,-27-15,27 15,-27-12,27 12,-20-9,12 6,14 5,11 3,11 1,4 0,5 3,-3 2,-34-11,32 14,-4 0,-28-14,20 18,-7 2,-12 6,-5 4,-12 0,-3-3,19-27</inkml:trace>
  <inkml:trace contextRef="#ctx0" brushRef="#br1" timeOffset="821148.6939">24773 16759,'0'0,"0"0,-3 4,-10 7,-10 5,23-16,-23 21,23-21,-28 15,28-15,-23 12,11-7,10-15,10-8,7-4,8-3,-2-3,4 2,-3 2,-22 24,21-22,-21 22,14-21,-14 21,14-13,-4 9,-4 15,-6 10,1 12,-4 8,3 10,-1 5,3 5,-3 5,1 1,-2-4,2-7,0-2,0-54,3 42,-3-42,2 35,-2-35,-2 29,-5-7,-7-5,-3-5,-4-5,-4-5,-3-1,28-1,-30-3,-1 1,31 2,-27-2,27 2,-24 0,24 0,-15 0,6-1,12-1,13-3,16-5,10 4,9-4,4 1,3 6,-1 1,-4 2,-5 0,-48 0,42 0</inkml:trace>
  <inkml:trace contextRef="#ctx0" brushRef="#br1" timeOffset="837703.6578">27792 14964,'0'0,"0"0,-7 1,-11 4,-15 4,-12-2,-14 1,-8 0,-13-3,-10-5,-6 3,-8-5,-9 2,-6-3,-7 0,-11-3,-6-1,-6 0,-4-3,-7 6,-7-2,-7 1,-9 2,-6 6,-8 4,-4 4,-3-2,-6 4,2 2,-1 1,4 1,-5 4,5-3,0 2,10-4,3 0,8-4,12-3,9-3,14-3,12-5,18-3,12-5,17-6,13-1,9 1,9-2,9 5,6 2,6 5,2 2,5 6,9 5,0 7,4 12,2 8,1 8,4 7,-2 10,5 11,1 8,4 9,2 2,6 3,-1-1,0-7,2-2,0-2,1-7,3-3,5-3,3-5,5-6,9-6,7-10,10-8,7-11,9-15,7-10,12-10,10-9,13-3,6 1,8-4,7-1,4 4,4-2,7 3,3 5,3 3,7 7,-1 5,7 1,-1 5,1 6,-2 1,5 2,-2 6,0 3,-5 6,-3 5,-3 1,-4 3,-3 3,1-3,-10 0,-2 2,-1 3,-6 1,-6 6,-9 1,-6 3,-10-2,-7 0,-3-1,-10-4,-5-2,-9-7,-1-5,-9-9,-6-6,-3-8,-6-12,6-14,-1-19,6-16,7-16,9-15,-2-14,9-9,2-9,2-7,2-8,5-5,-1-3,9-1,2 3,-3 2,2 6,0 5,-6 9,-4 7,-4 11,-7 7,-11 11,-7 13,-13 9,-9 10,-11 7,-18 8,-13 11,-18 9,-24 2,-27 10,-33 7,-35 4,-42 12,-41 20,-54 27</inkml:trace>
  <inkml:trace contextRef="#ctx0" brushRef="#br1" timeOffset="838550.914">28550 15114,'0'0,"0"0,0 6,5 24,-4 9,4 10,3 13,3 0,-2 4,6 1,4-1,2-3,2-8,6-8,2-10,4-12,7-12,5-12,7-12,9-12,8-14,11-11,14-13,17-16,17-7,17-4,18 2,14 8,15 11,6 8,5 12,-3 7,-9 7,-11 3,-13 6,-16 1,-9-2,-15 5,-11-1,-12 3,-9 5,-13 5,-16 4,-68 4,54-4,-54 4,39-2,-20 2,-16 4,-25 1,-23-3</inkml:trace>
  <inkml:trace contextRef="#ctx0" brushRef="#br1" timeOffset="859150.936">4393 4974,'0'0,"0"0,8-3,15-2,9-4,7-2,10 2,2-2,6-2,9 3,10-2,14-3,7 3,7 0,3-1,-2 4,-8 0,-10 0,-12-1,-12 1,-8-2,-6 2,-10 4,-9-2,-30 7,25-6,-25 6,20-6,-12 5,-20 3,-23 4</inkml:trace>
  <inkml:trace contextRef="#ctx0" brushRef="#br1" timeOffset="859496.8068">4569 5141,'0'0,"0"0,3 6,6-4,5-1,12-3,16-4,11-6,12-1,12-6,4 2,10 0,-1 2,-2 0,-7 5,-12 0,-8-1,-61 11,49-5,-49 5,36-8,-36 8,28-4,-28 4,14-5,-8 6,-10 3</inkml:trace>
  <inkml:trace contextRef="#ctx0" brushRef="#br1" timeOffset="859952.1046">6605 4948,'0'0,"0"0,0 0,0 0,10 2,8 0,16-2,14-4,17-2,11-2,14-3,10 5,2 1,0-2,-4 0,-10 1,-11 3,-16 0,-3-1,-58 4,43 0,-43 0,35-1,-10 1,-17 3,-18-1</inkml:trace>
  <inkml:trace contextRef="#ctx0" brushRef="#br1" timeOffset="860282.3733">6583 5175,'0'0,"0"0,0 0,10-1,8-3,18-6,8-2,16 0,15-4,9 0,10 3,13 4,1 0,-8 0,-4 6,-14-1,-11 0,-12 0,-59 4,46-6,-9-2,-37 8,31-9,-31 9,19-5,-7 2,-13 9</inkml:trace>
  <inkml:trace contextRef="#ctx0" brushRef="#br1" timeOffset="887749.6065">22061 5328,'0'0,"-11"-2,-12-2,-5-2,-10 0,-7-2,2 1,-3 0,-1-3,-4 3,0-3,-4-3,-4 0,-4 1,6-1,-4 2,-1-1,2 2,2 0,-6-3,2 3,-1 1,-2-1,-3 2,0-3,-6 2,-1 2,-4 2,2 0,1 2,0 3,6-3,-1 3,3-1,0-1,3 5,-1-3,-4 4,0 0,2 3,0-2,4 1,3-1,5 0,-3 3,6-2,-5-1,3 4,-3 1,0 2,-4 0,0-2,0 4,-3-2,1-3,5 0,4 1,1 1,3-4,0 4,3-3,1 0,4-1,5 3,38-10,-34 6,2 3,32-9,-27 11,5-1,0 5,4 1,-1 5,3 2,2 3,2 2,1 3,-5-1,3 4,-2 1,0 4,7 5,-4 3,2 1,3-1,-4 3,2 3,4 3,-3-3,1 3,1-1,3 3,0 1,1 0,1 4,1-2,-2 0,-1-5,-1-1,7-7,-2-5,5-5,3-2,8-7,2-5,4-4,3-3,5-1,6-7,8-1,11-10,6-4,9-3,10-3,9 2,7 4,6-2,5 3,5-3,3 7,4 2,6 2,6 5,-1 3,4-3,0 5,1-3,0 0,-1 0,-1 0,-7 0,-4-2,-4-2,-6-2,-3-3,-6-1,-6-4,1 2,-6-5,-5-3,-3 1,-8-4,-8-3,-8-2,-9-1,-6-1,-8-5,0-4,-6-2,2-1,-5-3,-1-6,-4-3,3-5,-5-4,-2-4,-7-5,3-5,-8-5,-3-6,-1-3,2-3,0-3,0 2,2-3,-3 5,-1 0,-4 4,-1 1,-5 6,-7 3,-3 8,-6 9,-5 3,-5 10,-4 7,-2 7,-4 10,-6 9,-2 6</inkml:trace>
  <inkml:trace contextRef="#ctx0" brushRef="#br1" timeOffset="889288.2284">27089 5153,'0'0,"-24"-4,-20-8,-18-7,-31 1,-12 2,-11-4,-7 1,-12 1,-12-3,-12 6,-8 1,-8 4,-1 4,4 2,6 2,8 4,6 3,6-1,7 4,-2-3,1 4,-1 2,-1 1,5 1,7 0,17-1,14-4,19-1,80-7,-62 6,11 1,51-7,-41 7,10 3,31-10,-22 17,4 3,8 13,1 1,6 3,1 2,2 3,0-1,-3 5,-1 3,5 3,-5 3,2-3,0 4,2 2,-2 2,0 4,0-1,3 1,-1 0,0 3,1 1,1-2,-1-5,3-4,7-1,1-5,2-8,5-3,1-5,4-4,3-4,5-4,4-4,9-3,7-9,12-1,15-5,13-4,15-5,19-3,10 2,16-3,4 3,8-3,5 3,1 3,-1 1,-3 6,-13-2,-9 4,-11 2,-9 3,-10-1,-8 3,-5 0,-15 1,-1-3,-12 3,-5-4,-5 1,-11-3,-7-3,-6-4,-5-4,-3-5,-1-7,0-5,-5-3,2-5,1-9,-2-5,-5-5,2-6,-7-8,0-3,-2-8,-2-4,-3-6,7 0,-5-3,-4 3,4 2,-4 4,-3-1,5 7,-2-1,-2 9,-1 1,-1 6,-2 6,2 5,-1 8,-2 39,4-34,0 4,-4 30,5-26,-5 26,5-21,-5 21,1-12,-1 12,-1-9,-5 11,-11 9,-5 9</inkml:trace>
  <inkml:trace contextRef="#ctx0" brushRef="#br1" timeOffset="899112.9831">28551 8115,'0'0,"0"0,-1-7,-3 0,-12-1,-3 0,-9 3,-5 5,-8 2,0 4,0 2,5 6,0 2,1 4,7 4,2 1,0-1,4 6,1 2,2 0,3 1,2 0,2 2,7 0,1-1,6 4,7 3,7 0,6-1,1-3,12 0,0-4,5-7,4 1,6-5,2-2,0-5,3-4,0-7,-3-2,2-7,-1-3,1-8,0-1,-4-4,-1 0,-4-5,-4-4,-5 1,-6 1,-4-5,-7 0,-3-6,-5-1,0 2,-2 1,-3-3,-4 5,-2 0,-5 1,-2-1,-6 5,-2 0,-8-1,4 2,-7 3,-2-2,-2 1,-1 2,-3 6,-2 2,3-1,-3 7,-1-1,0 2,1 4,-3 2,-3 7,-3 4,-5 10,-9 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6T08:21:23.7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383 7578,'0'0,"0"0,0 0,0 0,0 4,0-4,13 6,-2 0,10 6,3-1,5 0,3 4,4 0,5-2,2 2,9 0,9-1,8-4,8-2,8-1,8-2,7 1,7 3,7-1,3-2,4-5,10-2,0-1,10-1,6-3,5 0,7-1,5 1,5-5,3 0,12 0,1 1,4 0,3 1,2-2,5 3,0 1,4 1,2 2,5-2,-1 2,5 3,-4-3,3 1,-3 3,4 0,0 4,1 0,4 5,-3-2,1-2,0 0,-5-2,-1 4,-3 0,-7 0,0 0,-8-1,0-3,-2 4,-4 3,-7-4,4 4,-4 1,-5 1,-3-1,-9-4,-7 3,-5-3,-12 1,-10-3,-12-1,-12-3,-15 1,-13-1,-9-1,-13 1,-11 0</inkml:trace>
  <inkml:trace contextRef="#ctx0" brushRef="#br0" timeOffset="4705.7298">734 8272,'0'0,"5"3,3 6,5 4,3 5,0 4,-4 3,-12-25,14 30,-5-1,-9-29,6 32,-6-32,3 27,-3-11,-9-12,-3-9,-1-7,0-7,3-2,3-7,4-2,3-3,4 2,9 0,8 4,2 6,4 4,5 9,-2 11,1 6,1 7,-2 6,-4 7,-4 3,-5 6,-5-1,-12-37,8 33,-8-33,3 25,-4-10,1-15,-3-1,-4-10,4-11,6-6,5-4,1-2,6-3,3 5,8 4,-26 28,26-20,2 10,3 13,3 8,-5 10,-7 4,2 5,-4 5,-1 6,-3-3,-4 0,0-1,-4 0,-5-4</inkml:trace>
  <inkml:trace contextRef="#ctx0" brushRef="#br0" timeOffset="4893.925">1974 8283,'0'0,"17"-1,8 4,15 0,-40-3</inkml:trace>
  <inkml:trace contextRef="#ctx0" brushRef="#br0" timeOffset="5051.0908">2033 8472,'0'0,"19"-3,20-2,14 2,8 2,3-5</inkml:trace>
  <inkml:trace contextRef="#ctx0" brushRef="#br0" timeOffset="8417.7608">2723 8130,'0'0,"0"0,0 0,2 2,-2 11,8 11,-2 8,1 10,2 7,1-1,-1 5,2 3,-1-1,-10-55,6 50,-6-50,4 39,-4-39,3 27,-4-15,-5-20,-10-9,2-9,-5-13,0-8,3-2,2-7,4-2,10 1,5 7,8 4,1 11,6 8,4 7,7 9,-3 5,6 1,-4 7,-1 9,-4 2,-5 7,-4 3,-7 5,-7 0,-6-2,-6 1,-13-1,-8-1,-8-1,-5 0,0-1,-1-2,45-21</inkml:trace>
  <inkml:trace contextRef="#ctx0" brushRef="#br0" timeOffset="8590.9957">3030 8403,'0'0,"0"0,0 3,3 7,9 6</inkml:trace>
  <inkml:trace contextRef="#ctx0" brushRef="#br0" timeOffset="9140.3874">3385 8532,'0'0,"0"0,3-6,5-7,3-7,1-9,6-8,-6 0,3-8,-6-2,-1-3,-5-1,0 3,-2 10,-1 38,2-32,-2 32,0-23,0 23,0-14,-2 12,1 13,-5 10,-2 13,-3 10,-1 5,4 8,3 1,8-2,10-7,7-10,8-13,5-10,3-6,2-13,1-3,0-7,-3-8,-5-3,-4-4,-6-6,-7-2,-14 36,6-36,-6 36,1-28,-8 6,-7 13,-1 9,-4 13,5 6,5 7,2 11,4 0,9 3,5-2,4-5,8-4,10-7</inkml:trace>
  <inkml:trace contextRef="#ctx0" brushRef="#br0" timeOffset="9486.3378">4025 8371,'0'0,"0"0,4 9,2 7,-6-16,13 20,-13-20,16 22,-2-2,-1-13,-6-11,-2-8,-2-12,0 0,1-6,4-2,3 1,0 6,7 8,-1 10,2 7,-1 8,-1 10,-3 9,-5 0,-2 8,3-1,-10-34,9 37,1-10</inkml:trace>
  <inkml:trace contextRef="#ctx0" brushRef="#br0" timeOffset="9910.365">4632 8222,'0'0,"0"0,-7 5,-9 12,-4 10,-3 3,1 4,22-34,-18 30,10-3,8-27,0 21,0-21,3 12,4-15,-7 3,10-12,2-6,-12 18,10-23,-10 23,6-23,2 10,-2 11,3 10,0 10,5 10,-4 6,6 4,0 5,0 0,-3 0,-13-43,12 40,-3-5,-6-7,-4-4,-5-6,-10-6,-5-2,-8-3,-10-7,-9-6</inkml:trace>
  <inkml:trace contextRef="#ctx0" brushRef="#br0" timeOffset="10130.3143">4836 8071,'0'0,"2"9,2 13,6 14,-1 10,2 9,3 6,-5 3,-6-3</inkml:trace>
  <inkml:trace contextRef="#ctx0" brushRef="#br0" timeOffset="10633.087">4826 8267,'0'0,"12"-7,13-2,16-9,14 2,0-3,-6-3,-49 22,45-19,-15 0,-12-4,-18 23,7-23,-7 23,-3-21,3 21,-9-17,-1 15,-1 14,2 12,-3 7,4 7,5 3,-1 1,1 3,3-4,0-6,0-35,0 31,0-31,0 23,-2-9,5-13,3-11,0-9,4-7,6-9,5-2,3 5,4 6,1 7,0 13,-1 6,-1 12,-6 5,-4 2,-4 9,0 4,-7 7,-6 3,-5 6,5-48</inkml:trace>
  <inkml:trace contextRef="#ctx0" brushRef="#br0" timeOffset="10790.4782">5891 8189,'0'0,"20"3,10 4,12 2,-42-9</inkml:trace>
  <inkml:trace contextRef="#ctx0" brushRef="#br0" timeOffset="10946.741">5859 8332,'0'0,"13"-1,12-3,15 2,18 1,5-3</inkml:trace>
  <inkml:trace contextRef="#ctx0" brushRef="#br0" timeOffset="11166.5244">6638 7996,'0'0,"13"4,16 0,7-1,9 2,-45-5,41 5</inkml:trace>
  <inkml:trace contextRef="#ctx0" brushRef="#br0" timeOffset="11575.2058">6502 8066,'0'0,"-4"6,-5 7,-2 6,11-19,-13 23,-2 4,15-27,-11 25,11-25,-12 18,12-18,-8 12,7-6,10-3,6-10,8 3,4 0,4 1,-1 4,3 6,-1 3,0 6,-5 6,-2 0,-2 2,-4-2,-5 1,-5 0,-6-1,-8-1,-4-1,-3 0,-7-4,-7-2,-15-2,-12 1,-16-3,-11 5,-20-4</inkml:trace>
  <inkml:trace contextRef="#ctx0" brushRef="#br0" timeOffset="12557.7011">6465 8040,'0'0,"0"0,0 0,-2 0,1-1,7-2,7 2,8-6,8 0,12-2,8 1,9 0,2 4,0-2,-2 1,-10 1,-7 1,-8-1,-33 4,24 0,-24 0,19 1,-19-1,13 4,-9 1</inkml:trace>
  <inkml:trace contextRef="#ctx0" brushRef="#br0" timeOffset="36160.5507">7078 2864,'0'0,"0"0,0 0,3 3,3 10,4 9,4 9,1 9,5 10,1 5,-6 5,2 10,-3 3,-8 2,-1 0,4-5,0-14,-9-56,12 49,0-15,5-23</inkml:trace>
  <inkml:trace contextRef="#ctx0" brushRef="#br0" timeOffset="36364.4089">7479 2916,'0'0,"0"0,2 7,1 14,2 11,3 9,4 12,-1 8,8 8,0 11,-1-1,-1-4,-17-75</inkml:trace>
  <inkml:trace contextRef="#ctx0" brushRef="#br0" timeOffset="36605.1028">6913 3010,'0'0,"12"-11,21-10,22-6,23-11,42 2,22 8,10 11,7 12,-2 10</inkml:trace>
  <inkml:trace contextRef="#ctx0" brushRef="#br0" timeOffset="36772.861">8400 3028,'0'0,"22"3,14 3,12 6,3 7</inkml:trace>
  <inkml:trace contextRef="#ctx0" brushRef="#br0" timeOffset="36905.6549">8311 3208,'0'0,"16"-2,20-3,21 2,17 3</inkml:trace>
  <inkml:trace contextRef="#ctx0" brushRef="#br0" timeOffset="49067.5783">9779 738,'0'0,"0"0,-2 6,0 7,2-13,-1 15,1-15,-3 17,1 6,1 2,4 1,0 5,-1 2,2-1,4 0</inkml:trace>
  <inkml:trace contextRef="#ctx0" brushRef="#br0" timeOffset="49461.2368">10506 801,'0'0,"0"0,2-6,-2 6,8-12,6 0,-14 12,19-13,-1 7,1 8,-19-2,18 8,-5 6,-5 8,-10 2,-8 5,-10 1,-4 1,-3 1,27-32,-24 30,24-30,-20 21,11-1,16-5,17-5,9-4,12-1,13-9</inkml:trace>
  <inkml:trace contextRef="#ctx0" brushRef="#br0" timeOffset="49875.6902">11117 840,'0'0,"3"-7,-3 7,5-10,9 2,8 0,5 8,3 6,-30-6,30 13,-7 6,-4 3,-19-22,11 25,-11-25,6 22,-6-22,2 14,5-3,12-5,12 1,-31-7,33 6,-5 1,-28-7,18 13,-20-1,-27 2,-13 2,-3 2,45-18,-43 13,10-2</inkml:trace>
  <inkml:trace contextRef="#ctx0" brushRef="#br0" timeOffset="50235.2452">12133 790,'0'0,"0"0,-2 5,-4 13,-6 3,0 8,-3-3,3 5,12-31,-14 25,14-25,-5 21,9-3,10-7,3-9,7-2,3-1,-27 1,31-5,-31 5,23-2,-8 5,-3 8,-9 2,-5 6,-3 2,-1 1,10 2,8-4</inkml:trace>
  <inkml:trace contextRef="#ctx0" brushRef="#br0" timeOffset="50532.9576">13028 792,'0'0,"0"0,0 0,0 5,6 5,2 9,9 1,8 0,6 0,1 3,-3-4,-4 4,-8-1,-17-22,8 21,-12-2,-18 2,-16-4,-5-3,-10-1</inkml:trace>
  <inkml:trace contextRef="#ctx0" brushRef="#br0" timeOffset="50689.6847">13232 687,'0'0,"12"0,16 5,10 7</inkml:trace>
  <inkml:trace contextRef="#ctx0" brushRef="#br0" timeOffset="52038.8562">9490 2738,'0'0,"0"0,-7 1,-9 3,-2 8,-3 10,-2 2,-1 9,2 4,3 5,3 2,1-1,6 1,3-1,3-5,5-1,8-4,0-7,4-3,3-7,-17-16,20 15,6-1,7-2,-1-10,4-1,-1-6,0-3,0-6,2 3,-3-7,0 5,-4-6,0 1,-6 1,-6-3,-18 20,20-24,-7 4,-13 20,7-30,-1-2,-4 2,-3 1,1 29,-6-25,-2 3,8 22,-9-27,-2 6,11 21,-14-20,2 1,12 19,-16-16,-1 3,17 13,-22-14,4 3,18 11,-20-10,2 3,18 7,-18-7,18 7,-16-6,-1 6,17 0,-21 0,21 0,-19 2,19-2,-17 1,17-1,-21 1,21-1,-16 1,1-2,15 1,-17 1,17-1,-16 0,-1 5,17-5,-20 8,20-8,-17 9</inkml:trace>
  <inkml:trace contextRef="#ctx0" brushRef="#br0" timeOffset="59076.2844">1290 9281,'0'0,"0"0,3 8,2 16,1 7,4 7,-4 9,4 2,1 4,0 1,-2 0,3-7,-12-47,12 39</inkml:trace>
  <inkml:trace contextRef="#ctx0" brushRef="#br0" timeOffset="59264.3469">1598 9321,'0'0,"0"0,-2 8,1 8,1 11,1 8,7 7,-1 3,1 1,4 6,7-2,-19-50,13 46</inkml:trace>
  <inkml:trace contextRef="#ctx0" brushRef="#br0" timeOffset="59468.6043">1092 9351,'0'0,"0"0,0 0,8-8,21-4,17-4,18-2,8-1,11 6,1 4,7 4</inkml:trace>
  <inkml:trace contextRef="#ctx0" brushRef="#br0" timeOffset="59908.1762">2163 9170,'0'0,"0"0,-4 1,4-1,-7 5,-4 0,-4 1,-4 0,-3-2,2 0,20-4,-25 6,25-6,-22 4,22-4,-20 8,-1 1,21-9,-15 16,4 4,-1 6,2 8,1 2,6 4,-1 0,3 3,4-1,1 0,0-1,0-4,4-2,-5-4,1-5,-4-26,1 24,8-1,4-2,-13-21,15 19,6-6,17-8,5-11</inkml:trace>
  <inkml:trace contextRef="#ctx0" brushRef="#br0" timeOffset="60096.7602">2438 9465,'0'0,"2"10,-4 5,5 12,3 6,-1 5,1 6,3 2,-9-46</inkml:trace>
  <inkml:trace contextRef="#ctx0" brushRef="#br0" timeOffset="60524.9882">2669 9302,'0'0,"12"-4,8-2,16-4,9 0,6 2,-51 8,45-4,-8 5,-6 8,-15 9,-8 1,-2 7,-9 8,-4 1,4 2,2 2,1-4,1 3,9-5,-1-3,-9-30,13 29,1 0,2 1,-16-30,15 29,-15-29,10 21,-10-21,6 19,-9-5,-15-2,-16 2,-7-2,-8 0,-9 2,0-3,15-10</inkml:trace>
  <inkml:trace contextRef="#ctx0" brushRef="#br0" timeOffset="60697.3675">3566 9403,'0'0,"10"-2,13 0,11 2,5 2,4 8,-43-10</inkml:trace>
  <inkml:trace contextRef="#ctx0" brushRef="#br0" timeOffset="60870.3825">3527 9660,'0'0,"9"-3,8 2,25-7,13 3,13 0,12 3</inkml:trace>
  <inkml:trace contextRef="#ctx0" brushRef="#br0" timeOffset="61235.0206">4233 9401,'0'0,"-4"4,-10 9,-1 9,-9 6,3 9,5 7,4 1,8 0,1 1,15-9,11-4,6-10,10-8,10-9,-1-6,-2-9,-1-6,-2-5,-5-3,-8-4,-8-6,-13-7,-8 0,-7-5,-11-3,-5 3,-8 4,-6 9,-8 11,-11 13,-10 8</inkml:trace>
  <inkml:trace contextRef="#ctx0" brushRef="#br0" timeOffset="61674.587">1366 10517,'0'0,"6"9,-3 7,3 18,2 9,-2 14,-1 4,-3 7,-4 2,-1 1,3-9,-6-9,6-53,-6 43</inkml:trace>
  <inkml:trace contextRef="#ctx0" brushRef="#br0" timeOffset="61940.7248">1637 10574,'0'0,"-9"5,-7 12,-7 8,-6 8,-3 6,-1-2,2 0,4-8,27-29,-17 25,12-4,13-5,15-7,12-4,11-5,9-5,13-6,1 2,5-2</inkml:trace>
  <inkml:trace contextRef="#ctx0" brushRef="#br0" timeOffset="62097.5142">2220 10663,'0'0,"17"-2,15-2,10 4,10 7</inkml:trace>
  <inkml:trace contextRef="#ctx0" brushRef="#br0" timeOffset="62270.4215">2191 10896,'0'0,"0"0,7-4,19-2,12-5,12-2,14 1</inkml:trace>
  <inkml:trace contextRef="#ctx0" brushRef="#br0" timeOffset="62698.2248">2830 10618,'0'0,"-4"3,-11 7,-2 9,-2 6,-1 8,2 5,3 1,6 2,3-2,10-3,7-6,6-3,7-7,2-4,2-6,5-4,-1-8,6-6,-7-6,4-1,0-8,-8-1,-2-2,-6-3,-9-6,-4-2,-8 3,-4-1,-4 5,-1 3,-6 5,-3 2,-4 6,-3 7,-4 3,-2 3,0 6,-2 8,2 4,33-17</inkml:trace>
  <inkml:trace contextRef="#ctx0" brushRef="#br0" timeOffset="64961.9829">1919 11459,'0'0,"0"0,0-12,-10-9,-6 4,-8-1,-3 5,-9 9,0 8,-3 8,8 4,0 10,5 6,7 3,6 10,1 5,8 7,-1 7,7 0,-2 4,7-6,-7-2,9-6,-3-5,4-4,-10-45,7 43</inkml:trace>
  <inkml:trace contextRef="#ctx0" brushRef="#br0" timeOffset="65589.3886">1274 12068,'0'0,"0"0,3-1,10-7,14-4,14-6,15-2,14-3,7 2,2-1,3 1,-5 2,-7-2,-70 21,58-18,-58 18,44-17,-44 17,29-13,-22 11,-20 12,-16 12,-7 8,0 6,3 4,8 4,8-3,9-2,8-39,2 36,11-7,10-13,3-8,0-12,0-7,-7-6,1-6,-4-2,0-3,-3-3,3-1,-6-1,4 7,-14 26,16-23,3 8,4 14,2 6,7 5,-6 7,1 6,-4 1,-1 6,-22-30,16 29,-16-29,9 24,-2-10,-11-10,-2-11,0-7,0-5,-1-7,1 0,5-6,4-6,10-3,8 6,14 2,10 4</inkml:trace>
  <inkml:trace contextRef="#ctx0" brushRef="#br0" timeOffset="66122.1582">3156 11498,'0'0,"-8"6,-6 5,-18 13,-8 8,2 9,2 9,7 2,10-1,9-7,10-9,13-8,4-12,9-10,2-7,5-11,-4-6,0-3,-2-6,-3-4,-4-1,0-5,-20 38,14-36,-14 36,13-32,-13 32,9-21,-3 15,-8 21,-3 11,-3 18,0 10,-2 15,-4 6,5 6,0-1,0-6,-5-7,3-7,-4-4,15-56,-13 49,13-49,-6 41,6-14,8-8,13-11,3-8,14-6,8-9,12-7,10-9,6-7</inkml:trace>
  <inkml:trace contextRef="#ctx0" brushRef="#br0" timeOffset="66278.8994">3734 11860,'0'0,"13"-1,6-3,10 4,17 1,3 0</inkml:trace>
  <inkml:trace contextRef="#ctx0" brushRef="#br0" timeOffset="66436.1851">3776 12107,'0'0,"11"-3,12-2,17-4,14-2</inkml:trace>
  <inkml:trace contextRef="#ctx0" brushRef="#br0" timeOffset="66876.2517">4431 11714,'0'0,"0"0,0-8,9-2,5-4,4 3,5 1,6 8,0 4,-2 9,-1 1,-1 7,-2 6,-4 3,-11 6,-9 2,-9 3,-6-4,-10-5,-2-3,3-5,25-22,-27 18,27-18,-22 12,22-12,-11 7,12-1,15-6,15-6,8 4,9-7,5 0,3-2,6-3,-5-3</inkml:trace>
  <inkml:trace contextRef="#ctx0" brushRef="#br0" timeOffset="67644.6835">5402 11973,'0'0,"0"0,0-4,10 0,0-4,6-3,3-6,1-8,-3 0,1-8,2-6,-4-2,-1-7,-1-3,0-5,-1 2,-1-2,1 4,-13 52,14-40,-14 40,11-34,-11 34,8-22,-5 17,-10 18,-3 11,-6 13,0 10,-5 9,8 8,2 2,5 0,4-5,5-8,8-9,6-9,2-9,7-7,1-7,4-7,-2-9,4-4,-33 8,26-20,3-5,-29 25,23-28,-23 28,19-26,-19 26,9-21,-4 13,-5 16,-4 12,-3 5,5 3,5-1,6-3,-9-24,16 22,4-6,7-6,1-11,0-3,0-10,-3-3,-2-2,-4-4,-13-6,-6-2,-5-3,-8 5,-7 4,0 6,-9 8,1 3,1 5,-1 8,0 2,-1 4,29-11,-29 14</inkml:trace>
  <inkml:trace contextRef="#ctx0" brushRef="#br0" timeOffset="67896.3907">5396 11644,'0'0,"14"-5,14-4,21-2,29-5,12 2,2 1,1 6,-13 0,-15 2,-65 5,51-8,-51 8,37-5,-19 5</inkml:trace>
  <inkml:trace contextRef="#ctx0" brushRef="#br0" timeOffset="69372.0751">6825 11444,'0'0,"17"-5,18 2,10 0,6 1,1 0,-52 2,46 0,-46 0,34 1,-14 2</inkml:trace>
  <inkml:trace contextRef="#ctx0" brushRef="#br0" timeOffset="69757.7174">6747 11443,'0'0,"0"0,-7 7,-6 7,13-14,-16 22,0 3,-2 7,7-1,4-1,7-30,-3 28,3-7,0-21,14 16,2-9,8-5,8-7,2 0,8 2,-1 4,2 4,1 7,3 7,-7 1,-3 5,-10 4,-7-1,-6 0,-12-1,-8 2,-8-2,-15-2,-11-1,-14-1,-17 4,-21 0,-17 14</inkml:trace>
  <inkml:trace contextRef="#ctx0" brushRef="#br0" timeOffset="74767.1385">2052 12978,'0'0,"0"0,-6-3,-1-6,-12-2,-4 2,-5 4,-9 7,2 6,-1 8,6 4,8 5,3 6,6 5,6 4,4 3,3 3,10 0,2 1,3 2,-1 3,-1-1,0 4,-6 1,-4-4,-3-52,-2 52,-5-11</inkml:trace>
  <inkml:trace contextRef="#ctx0" brushRef="#br0" timeOffset="75489.0254">1350 13446,'0'0,"0"0,8-3,19-5,11 0,12-4,17-2,11-4,10-1,13 2,4-3,-1 1,-9 1,-15 2,-21 3,-59 13,45-11,-45 11,23-9,-23 9,14-7,-12 2,-14 9,-8 11,-10 6,-2 10,-3 9,-2 8,12-3,8-3,8-3,6-8,12-5,5-6,-14-20,16 16,3-7,-2-9,-1-10,-4-4,1-5,-3-6,0-2,-1-5,5-5,-2 0,3 1,5 7,1 6,-21 23,22-15,1 11,6 14,0 6,0 7,1 2,-4 7,-1 1,-25-33,23 35,-23-35,13 28,-13-28,4 23,-8-12,-8-12,-2-7,14 8,-10-14,2-9,0-7,8-4,5-4,4 0,9 4,9 3,5 4</inkml:trace>
  <inkml:trace contextRef="#ctx0" brushRef="#br0" timeOffset="76164.4319">3776 13008,'0'0,"0"0,0-5,-6-5,-13 8,-10 9,-8 4,-5 13,-6 10,5 5,2 5,8 3,7 0,10-4,16-43,-10 39,10-39,0 27,10-7,6-15,4-9,5-12,1-2,0-6,1-3,1-5,2 0,2-4,-3 6,-29 30,27-24,1 10,-9 11,-1 11,-7 11,-4 13,-4 13,-3 10,-7 11,1 9,-6 3,-4 5,-1-7,-2-3,3-9,-1-6,17-58,-13 46,13-46,-9 36,9-11,12-12,10-12,12-13,14-11,13-11,14-15,3-9</inkml:trace>
  <inkml:trace contextRef="#ctx0" brushRef="#br0" timeOffset="76337.3074">4372 13385,'0'0,"11"-1,13-3,12 2,20 1,3-1</inkml:trace>
  <inkml:trace contextRef="#ctx0" brushRef="#br0" timeOffset="76500.0896">4369 13604,'0'0,"13"-2,11-3,16-2,25-4,7-2</inkml:trace>
  <inkml:trace contextRef="#ctx0" brushRef="#br0" timeOffset="76971.6416">5018 13171,'0'0,"2"-6,7-2,5-3,1 0,12 1,3 3,1 4,1 6,-1 7,0 3,-5 7,-3 3,-6 5,-12 6,-10 6,-9 3,-9 1,-5-5,-4-4,5-7,-1-8,28-20,-23 17,23-17,-14 13,11-4,15-4,16-5,13-6,7 1,9-5,1 1,2 1,-4 3,-10-1,-46 6,38-4,-38 4,26-2,-16-2</inkml:trace>
  <inkml:trace contextRef="#ctx0" brushRef="#br0" timeOffset="78054.9721">5663 12585,'0'0,"-10"-5,-17 2,-25-2,-24 4,-20 4,-17 5,-16 4,-11 3,2 0,-2 1,4-2,10-1,10-1,4-3,9-1,9-4,6-2,7 0,13-2,6 0,2 0,14 0,0-1,10 1,5 1,7 3,1 0,4 5,3 4,3 3,3 5,0 5,2 9,1 5,-3 10,1 10,0 10,0 7,0 6,3 2,0 1,-1 0,3-4,1 3,0-3,0-2,-1-1,1-5,3-6,-3-7,-2-5,4-13,1-7,0-36,6 30,0-7,7-7,7-6,9-11,10-6,13-8,12-5,18-6,9-2,15-3,8 1,6 1,6 5,1 3,0 2,-1 6,0 3,0 4,-3 2,0 1,0 3,-5 2,-5 1,-7 1,-6 3,-13-3,-11 1,-18 1,-58-6,46 2,-46-2,35 0,-35 0,23 0,-23 0,16-4,-12-11,-5-14,-8-8,-6-9,-1-7,1-5,-1-10,3 0,0-10,4-3,1-3,4 1,2 0,-4 1,-1 4,0 3,-1 3,1 6,-2-2,4 9,-3 6,2 7,-3 4,9 42,-12-32,-1 6,-8 7,-7 11,-3 10</inkml:trace>
  <inkml:trace contextRef="#ctx0" brushRef="#br0" timeOffset="82768.3909">1203 15084,'0'0,"0"0,0 3,-6 7,-3 13,-5 9,4 7,0 6,7 2,3-3,10 1,2-10,8-11,7-10,-3-12,0-12,-4-5,3-10,-8 1,2-4,-8 3,-9 25,9-27,-9 27,4-20,-1 7,2 12,4 11,0 8,0 4,-9-22,17 23,-1-5,0-5,-16-13,21 7,-3-8,3-14,-2-6,-4-10,0 1,-4-2,-5 2,-8-1,-4 2,-5-2,-7 3,1 0</inkml:trace>
  <inkml:trace contextRef="#ctx0" brushRef="#br0" timeOffset="83161.0131">1667 14818,'0'0,"6"13,4 14,0 15,-1 10,-3 2,5 5,-5 2,-5-6,-1-55,-1 47,1-47,0 37,0-37,0 22,3-15,0-18,0-8,1-8,6-6,2-3,5 4,3 4,5 7,4 9,3 6,-2 10,2 6,-3 4,0 9,-6 4,-7 5,-3 5,-2 8,-11-45,5 39</inkml:trace>
  <inkml:trace contextRef="#ctx0" brushRef="#br0" timeOffset="83349.6021">2227 15199,'0'0,"1"10,5 8,-3 13,-3-31,1 34</inkml:trace>
  <inkml:trace contextRef="#ctx0" brushRef="#br0" timeOffset="83522.4766">2165 14926,'0'0,"0"0,3-1,4-13</inkml:trace>
  <inkml:trace contextRef="#ctx0" brushRef="#br0" timeOffset="83726.6283">2476 14783,'0'0,"4"15,-1 15,-2 21,1 15,-2 12,-3 4,-3 0,6-82,-4 67,4-19,10-20</inkml:trace>
  <inkml:trace contextRef="#ctx0" brushRef="#br0" timeOffset="84150.4016">2746 15082,'0'0,"0"0,6-5,7-4,6-5,-19 14,23-17,0-1,-23 18,16-18,-16 18,11-19,-11 19,5-17,-10 3,-9 4,-2 8,-10 11,-3 11,-3 1,5 6,1 7,4 3,6-6,7 5,8-6,2-3,10-4,3-5,-14-18,20 16,8-7,4-3,4-8,0-2,-3 0,-33 4,29-9,-29 9,23-6,-4 0,-3-3,-5-8</inkml:trace>
  <inkml:trace contextRef="#ctx0" brushRef="#br0" timeOffset="85653.298">4909 4458,'0'0,"9"2,2-3,12-1,7-5,8 2,1-1,10-3,-3 6,5-3,-2 2,-6 1,-8-1,-35 4,32-4,-32 4,26-2,-9 2,-17 0,-13 2,-12 1,-9 5,-9 0,-5 1,-3 0,-4 4,-1-5,1 3,11-1,44-10,-37 9,37-9,-25 5,17-1,24-4,11-4,11-2,8-3,5 0,4 2,-1-1,-6 1,-2 1,-9 1,-8 0,-29 5,28-3,-28 3,24 2</inkml:trace>
  <inkml:trace contextRef="#ctx0" brushRef="#br0" timeOffset="94995.4387">3842 14756,'0'0,"2"7,-1 7,8 10,-9-24,9 38,1 9,-6 5,3 6,-5 0,-7 0,1-5,4-53,-4 45,4-45</inkml:trace>
  <inkml:trace contextRef="#ctx0" brushRef="#br0" timeOffset="95294.9687">4133 14875,'0'0,"0"0,-3 4,-11 13,-12 7,-6 7,-10 5,2-3,9-3,31-30,-24 25,7-5,12-1,8-1,10-6,8-2,8-1,5-6,5 2,7-3,-4-6,3-8</inkml:trace>
  <inkml:trace contextRef="#ctx0" brushRef="#br0" timeOffset="95640.3792">4513 14804,'0'0,"11"3,5 6,7 7,14-2,2 3,-1-1,-6-2,-32-14,29 11,-29-11,19 9,-19-9,15 8,-10 3,-12 7,-9 0,-6 8,-16 4,-2 0,-2 0,-4 2,2 3,5 2,9 2,30-39,-26 38</inkml:trace>
  <inkml:trace contextRef="#ctx0" brushRef="#br0" timeOffset="96032.3627">5115 14854,'0'0,"0"0,-1 3,-9 16,-5 9,-1 6,-2 6,7 2,1-3,10-8,9-5,4-9,12-10,5-8,2-5,-1-6,3-5,-5-5,-3-2,-6 0,-10-2,-1 2,-3-2,-5 0,-5 4,-3 0,-8 4,-11 8,-8 6,-12 7,-5 8,0 6,51-17</inkml:trace>
  <inkml:trace contextRef="#ctx0" brushRef="#br0" timeOffset="101419.9781">4646 15486,'0'0,"0"0,-1-5,-5-7,-10-3,-9 3,-3 2,-1 9,29 1,-28 3,2 10,5 6,2 10,9 2,3 4,5 8,4 0,2 5,5 8,-1-2,2-5,-2-3,-5-9,-3-37,1 33,-2-5,1-28,-6 26,-9-12</inkml:trace>
  <inkml:trace contextRef="#ctx0" brushRef="#br0" timeOffset="101985.5564">4164 15959,'0'0,"0"0,11-2,14-6,14-4,6 0,15-6,3-2,5-4,5 2,-5-3,-7 3,-6 1,-10 2,-8-1,-37 20,32-14,-32 14,19-12,-12 2,-11 3,-12 9,-7 6,-2 6,-1 11,-1 5,2 4,8 1,0 0,5-5,12-30,0 27,12-6,-12-21,14 11,6-9,5-11,-4-9,-7-3,0-2,-7-3,-2-1,-5 2,0 25,0-24,0 24,0-22,0 22,0-15,1 11,2 13,2 6,0 9,4 3,2 1,4-3,2-2,-17-23,22 20,1-13,0-14</inkml:trace>
  <inkml:trace contextRef="#ctx0" brushRef="#br0" timeOffset="102252.4847">5020 15414,'0'0,"0"0,1 11,-5 14,4 7,0 9,1 6,4 2,-1 0,-2 2,2-4,-4-47,5 44,3-13,4-12,8-17,4-7,9-14</inkml:trace>
  <inkml:trace contextRef="#ctx0" brushRef="#br0" timeOffset="102554.4204">5422 15532,'0'0,"0"0,0 0,-2-4,-6 2,-13 3,-4 3,1 5,24-9,-24 14,8 1,7 6,15-4,4 0,7-2,5-2,5-2,-5 1,-22-12,25 13,-25-13,20 14,-7 3,-14 2,-12-1,-8 0,-7-5,-6-2,1-4,0-8,12-8</inkml:trace>
  <inkml:trace contextRef="#ctx0" brushRef="#br0" timeOffset="102962.6766">5742 15547,'0'0,"7"-4,4-3,-11 7,12-10,2-6,-3-1,-11 17,2-20,-7 3,5 17,-15-15,-2 6,-8 6,25 3,-17 7,0 6,5 10,6 5,7 0,7 0,5-5,8-5,-1 0,3-2,2-6,0-2,3-3,2-2,-30-3,29 2,-29-2,26 2,-26-2,22 0,-22 0,16-2,-16 2,10 0,-10-5</inkml:trace>
  <inkml:trace contextRef="#ctx0" brushRef="#br0" timeOffset="103464.6839">6459 14650,'0'0,"0"0,-8 1,-4 8,-20 11,-3 1,-1 9,4 5,5 1,14-2,13-34,-5 32,10-6,10-5,6-10,2-7,-23-4,22-7,2-7,-2-8,-6-4,-6-2,1-1,-6 0,-5 29,1-27,-1 27,3-20,-3 20,2-14,1 13,-3 17,-2 9,7 7,-2 2,3 5,2-1,-8-38,11 34</inkml:trace>
  <inkml:trace contextRef="#ctx0" brushRef="#br0" timeOffset="103780.9564">6727 14736,'0'0,"0"0,5 2,-5-2,7 10,-7-10,12 14,-1 5,-11-19,11 21,-11-21,4 21,-4-21,3 13,1-10,-4-3,6-8,6-9,5-8,-17 25,22-24,2 6,-24 18,25-11,-3 11,2 10,-2 7,1 3,-1 3,4-4,6-5,5-5</inkml:trace>
  <inkml:trace contextRef="#ctx0" brushRef="#br0" timeOffset="104187.4527">7398 14686,'0'0,"-3"4,-7 7,-3 4,-4 7,-2 6,19-28,-14 28,14-28,-9 26,12-5,5-15,3-10,9-10,-2-8,1-6,-3-5,-3-5,-4-5,-4-6,1-6,-5-5,1 0,-2 60,0-54,0 54,0-43,0 43,-3-28,1 19,-2 20,3 16,2 16,0 5,4 11,4 7,8 0,6 0,8-3,8-9,4-10,-2-10</inkml:trace>
  <inkml:trace contextRef="#ctx0" brushRef="#br0" timeOffset="104549.4099">8140 14838,'0'0,"11"0,7 3,15-3,26-2,17 1,9-1,7-2,14 4,1-3,8 4,3 2,-1-3,-2 3,-5 0,-6 1,-8 0,-12 1,-10-1,-11-1,-63-3,45 2,-45-2,31 0,-18-3,-37-1,-24-7</inkml:trace>
  <inkml:trace contextRef="#ctx0" brushRef="#br0" timeOffset="115707.0232">2411 16731,'0'0,"0"0,0 4,0-4,3 11,2 5,-4 7,4 3,-5 6,0 2,0 3,-2 3,2-40,-4 38</inkml:trace>
  <inkml:trace contextRef="#ctx0" brushRef="#br0" timeOffset="115895.5982">2285 16604,'0'0,"0"0,0 0,0 0,0 0,0 0,0 0</inkml:trace>
  <inkml:trace contextRef="#ctx0" brushRef="#br0" timeOffset="116306.575">2636 16770,'0'0,"3"9,3 7,1 11,2 6,-1 5,-8-38,2 37,-2-37,-6 30,6-30,-7 19,-2-15,-1-17,-7-14,5-7,-2-8,2-10,3 0,8-9,2-1,5-1,7 8,9 10,-7 8,9 7,5 7,-29 23,29-13,-2 9,5 10,-3 9,-10 11,-8 6,-5 3,-7 4,-4-4,-2 1</inkml:trace>
  <inkml:trace contextRef="#ctx0" brushRef="#br0" timeOffset="116450.5698">2574 16811,'0'0,"12"-7,12-3,18-5,19-3</inkml:trace>
  <inkml:trace contextRef="#ctx0" brushRef="#br0" timeOffset="116953.6397">3370 16787,'0'0,"1"13,5 11,-1 14,0 4,-4 1,-1-43,2 39,-2-39,0 31,0-31,0 20,-2-17,-4-15,-2-11,4-9,-4-7,2-2,-1-7,9-2,0-3,6-1,9 2,4 7,0 11,8 6,3 8,-5 8,1 6,2 7,-1 8,-7 4,0 5,-11 7,-4 2,-13 2,-5-4,-11 0,-1-1,-7-4,-4-2,0 1,-5-2,3-8,36-9</inkml:trace>
  <inkml:trace contextRef="#ctx0" brushRef="#br0" timeOffset="117440.8761">4027 16375,'0'0,"-9"0,-10 2,-7 4,-12 5,-11 2,4 7,2 0,11 0,6 8,8-1,11 6,-1 7,9 2,7 5,0 2,-2-2,8 0,-4-5,-1 0,-3-1,4-5,-7 0,1-1,-4-35,1 32,-1 0,0-32,5 31,-1-4,8-6,-12-21,16 14,4-8,10-6,0-6,-1-1,0-5,0 2,-29 10,27-8,-27 8,24-9,-24 9,22-8,-22 8,13-8</inkml:trace>
  <inkml:trace contextRef="#ctx0" brushRef="#br0" timeOffset="121478.8844">4428 16527,'0'0,"0"0,0 0,0 0,0 0,0 0,0 0,0 0,-1 3,1-3,-2 10,2 5,-1 7,1 5,-2-1,2 5,2-1,-2-1,0-29,-2 28,1 1,1-29,-4 25,4-25,0 24,0-24,-2 21,1-13,1-8</inkml:trace>
  <inkml:trace contextRef="#ctx0" brushRef="#br0" timeOffset="122013.0907">4616 16347,'0'0,"0"0,6-3,6-3,14-3,4-1,9 1,-1-1,-1 0,-1 1,-2 4,-5 3,-29 2,26-1,0 7,-26-6,23 7,-4 8,-7 10,-3 6,-6 6,2-1,-4 1,1-2,0 1,-1-2,1-4,1-1,-2-3,-1-26,2 25,-1-1,-1-24,2 25,-2-5,0-20,-2 19,-2-2,-7-4,-4-2,-2-4,-2-3,-6-1,-1-1,-3 1,-4 0,0-1,-2-2,35 0,-28 0</inkml:trace>
  <inkml:trace contextRef="#ctx0" brushRef="#br0" timeOffset="122264.6002">5325 16497,'0'0,"10"-2,12 0,7 0,4 1,-33 1,33 0,-2 1,-31-1,28 2,-28-2</inkml:trace>
  <inkml:trace contextRef="#ctx0" brushRef="#br0" timeOffset="122437.5361">5241 16649,'0'0,"0"0,5 2,15-4,6-1,7 2,3-3,6-5,-4-1</inkml:trace>
  <inkml:trace contextRef="#ctx0" brushRef="#br0" timeOffset="123035.5127">5824 16459,'0'0,"0"0,9 1,14-1,3 1,7 1,2 0,-35-2,32 5,-32-5,27 7,-27-7,22 9,-11 3</inkml:trace>
  <inkml:trace contextRef="#ctx0" brushRef="#br0" timeOffset="123222.9789">5830 16640,'0'0,"0"0,3-2,11-1,12-2,4-1,4 2,0 1,3-3,-4 0,-1-2,-3 1</inkml:trace>
  <inkml:trace contextRef="#ctx0" brushRef="#br0" timeOffset="123898.577">6504 16323,'0'0,"3"7,0 10,4 11,-5 7,0 4,-3 2,1-41,0 37,-1-5,1-32,0 29,0-29,-2 24,2-24,-1 15,1-15,-1 9,-1-10,-4-16,1-10,-2-5,0-8,0-4,-3-1,8-2,3 0,2 2,9 5,1 8,6 6,4 5,3 5,2 7,2 5,-4 1,-26 3,27 5,-2 4,-25-9,22 16,-7 7,-15-23,6 29,-9-1,-9-1,-5-6,-4-7,21-14,-25 11,-2-3,-12-2,2-2,3-2,1 0,3-3</inkml:trace>
  <inkml:trace contextRef="#ctx0" brushRef="#br0" timeOffset="124606.4983">7291 15954,'0'0,"-5"0,-6-2,-10 1,-13 1,-5 0,1 8,2-2,1 5,11 4,1 3,8 5,-1 2,7 6,-1 4,7 5,0 2,1 2,2 0,0-1,2-1,-2-2,-2-3,2-1,4-4,-2 0,-2-32,4 28,-2 0,1-3,-3-25,5 23,-5-23,6 21,0-2,8-6,-14-13,15 8,7-4,7-6,6-3,0 0,0-2,0 3,-35 4,30-4,-30 4,23-3,-9-3,-12-2,-15-4</inkml:trace>
  <inkml:trace contextRef="#ctx0" brushRef="#br0" timeOffset="125744.3853">7316 16180,'0'0,"1"-5,3-7,6-3,6-2,2 1,6 3,-2 9,3 2,1 2,1 6,-7 9,-4-1,-3 5,-5 4,-6 4,-6 1,-9 1,-3-2,-7-1,1-3,22-23,-23 19,2-4,21-15,-25 13,25-13,-17 10,12-6,11 1,11-3,11-5,9-5,4-3</inkml:trace>
  <inkml:trace contextRef="#ctx0" brushRef="#br0" timeOffset="126180.778">7779 15938,'0'0,"0"0,8-1,8 0,-16 1,23-2,6 2,-29 0,31 5,-7 5,-6 5,-3 4,-8 2,-1 6,2-1,-5 6,-1 3,4 3,2 1,-1 3,1-2,0 0,0 2,-1-2,3-1,-2-6,-1-2,-4-3,-3-28,5 24,-5-24,2 23,-2-23,0 19,-7-2,-14-3,-9-5,-18-4,-11-5,-16-3</inkml:trace>
  <inkml:trace contextRef="#ctx0" brushRef="#br0" timeOffset="131983.6717">4855 17282,'0'0,"0"0,-6-2,-3-8,-15 6,0 1,-7 6,2 9,-2 4,7 5,5 1,5 3,4 0,7 1,8 2,3-3,8-3,-16-22,17 16,7-6,1-11,3-9,-1-7,4-6,-4-5,-2-1,-2-5,-4 3,-2 2,-7 1,-10 28,3-29,-3 29,2-25,-2 25,-3-17,-3 13,-5 15,-1 15,3 3,-1 9,5 1,5 3,4-1,7-1,2-6,9-10</inkml:trace>
  <inkml:trace contextRef="#ctx0" brushRef="#br0" timeOffset="132234.832">5409 17259,'0'0,"11"-3,8-1,6 2,9 0,3 0,-1 3,-36-1,34 1,-34-1</inkml:trace>
  <inkml:trace contextRef="#ctx0" brushRef="#br0" timeOffset="132407.6005">5441 17433,'0'0,"0"0,0 0,0 0,8-2,8-1,9-3,10 0,6-4,4-4,1-3</inkml:trace>
  <inkml:trace contextRef="#ctx0" brushRef="#br0" timeOffset="132643.0279">6050 17211,'0'0,"9"1,5-3,12 1,-26 1,29 0,-29 0,29 6,-29-6,24 8,-12 6</inkml:trace>
  <inkml:trace contextRef="#ctx0" brushRef="#br0" timeOffset="132784.8589">6025 17411,'0'0,"0"0,3 0,12-3,9-1,11-5,8-2,0-5</inkml:trace>
  <inkml:trace contextRef="#ctx0" brushRef="#br0" timeOffset="133271.7842">6519 17013,'0'0,"0"0,-1 6,-1 17,-1 7,-3 6,3 6,-1 5,-3-1,2 2,-1-2,2-4,4-42,-3 37,3-37,1 29,-1-29,2 21,-2-21,3 12,2-12,5-12,4-9,3-7,3-2,0-2,7 6,-2 3,3 7,-1 6,-2 10,-3 3,2 5,-4 2,-3 5,-3 2,-8 5,-8 0,-8-1,-7 4,-6-7,-10-1,0-1,-4-6,-5-2,-4-5,-3-1,1-8</inkml:trace>
  <inkml:trace contextRef="#ctx0" brushRef="#br0" timeOffset="133837.1981">3553 17565,'0'0,"2"7,6 7,-2 3,3 4,-2 2,0 2,-6-3,-1-22,-2 23,2-23,-10 18</inkml:trace>
  <inkml:trace contextRef="#ctx0" brushRef="#br0" timeOffset="134010.1439">3424 17408,'0'0,"0"0,0 0,0 0,0 0</inkml:trace>
  <inkml:trace contextRef="#ctx0" brushRef="#br0" timeOffset="134434.7166">3770 17495,'0'0,"6"8,1 5,3 12,9 4,-4 7,2 0,-3 1,-14-37,12 32,-12-32,9 26,-9-26,7 17,-7-17,7 9,-7-12,-4-10,-6-10,-2-4,-4-7,3-3,-1-1,2-7,1-1,2 2,9 5,3 5,7 4,3 8,-13 22,17-20,1 5,8 3,-26 12,28-8,3 5,2 8,-33-5,26 12,-8 6,-18-18</inkml:trace>
  <inkml:trace contextRef="#ctx0" brushRef="#br0" timeOffset="134592.7059">3763 17628,'0'0,"0"0,3-2,14-8,10-3,10-7,9-5,3-3</inkml:trace>
  <inkml:trace contextRef="#ctx0" brushRef="#br0" timeOffset="138023.5633">7789 16980,'0'0,"0"0,-4-3,-13 0,-7 4,-4 1,-5 6,5 5,3 4,-2 8,10 1,0 4,4 5,7-1,2 6,3 2,0 5,5-1,-1 2,0-4,-3-44,4 41,-4-41,2 32,-2-32,0 25,0-25</inkml:trace>
  <inkml:trace contextRef="#ctx0" brushRef="#br0" timeOffset="138872.4539">7322 17393,'0'0,"0"0,10 0,20-6,11 0,10-3,7 0,-3-3,-1-1,3 2,-3-4,-5 1,-9 1,-40 13,32-9,-32 9,22-9,-10 3,-11 7,-11 2,-7 4,-7 7,-1 5,-3 5,4 1,7 0,9 1,0 1,8-27,5 22,0-6,11-3,0-12,4-6,-20 5,21-12,-2-6,-19 18,17-29,-5 1,-6-4,-6 32,2-29,-2 29,0-26,0 26,-2-17,-1 14,4 9,-1-6,4 17,2 7,-6-24,13 29,3-5,-16-24,17 19,3-14,4-12,-2-14,5-5,-6-7,3-4,-4 0,-1-2,-3-1,-1-3,-3 2,-2 0,-10 41,9-42,-9 42,6-32,-6 9,-6 13,-4 13,0 8,-4 10,0 6,4 6,0 8,0 1,4 1,3 1,2-5,6-4,1-3,-6-32,7 26,-7-26,10 22,5-1,5-11,4-5,1-10,3-7</inkml:trace>
  <inkml:trace contextRef="#ctx0" brushRef="#br0" timeOffset="139185.8239">8467 17147,'0'0,"-10"2,-5 7,-1 1,-4 3,20-13,-17 16,5 2,7 1,8-1,10-3,5 1,6 0,1-2,-25-14,25 16,-2 0,-23-16,20 18,-9 4,-15 1,-9-1,-10-3,-3-5,26-14,-30 4</inkml:trace>
  <inkml:trace contextRef="#ctx0" brushRef="#br0" timeOffset="139594.2843">8821 17226,'0'0,"6"-6,8-3,7-4,4 0,-25 13,21-16,-21 16,17-15,-17 15,10-16,-9 3,-1 13,-11-6,-6 5,-8 12,-3 7,2 5,26-23,-23 26,5 2,18-28,-9 32,10-4,9-4,7-3,6-8,3-7,5-2,0 2,-31-6,31 4,-31-4,26 3,-26-3,24 2,-9-1,-13 1,-13-2</inkml:trace>
  <inkml:trace contextRef="#ctx0" brushRef="#br0" timeOffset="147024.2982">3905 17893,'0'0,"0"0,0 0,0 0,0 0,1 5,2 7,0 10,0 2,3 3,-3-1,-3-26,5 24,1 1,-6-25,9 25,-9-25,7 25</inkml:trace>
  <inkml:trace contextRef="#ctx0" brushRef="#br0" timeOffset="147292.6784">4132 17854,'0'0,"0"0,0 0,0 1,0-1,0 1,0 6,0 8,-3 6,3 2,-3 2,0 2,3-27,-4 27,2-1,2-26,-1 31,1-31,1 26,-1-26,2 19,-2-19</inkml:trace>
  <inkml:trace contextRef="#ctx0" brushRef="#br0" timeOffset="147607.6543">3805 17898,'0'0,"0"0,0 0,0 0,7-1,11-4,7-2,9-2,5 0,3 0,3-1,1 2,2 0,-2 0,-4 3,-7-1,-35 6,31-4,-31 4,31-3,-5 5,-26-2,20 5</inkml:trace>
  <inkml:trace contextRef="#ctx0" brushRef="#br0" timeOffset="150224.2876">4775 17741,'0'0,"0"0,-1-3,1 3,-15-3,-3-3,-8 6,-6 4,-1 0,1 3,1 1,31-8,-27 9,27-9,-22 7,22-7,-17 12,7 5,4 1,9 2,2 3,0 1,-1 2,2-1,-2 2,1 1,-4-1,-1-2,-4 4,4-29,-5 27,-2-1,7-26,-9 27,9-27,-11 27,11-27,-7 27,7-27,-5 23,5-23,5 18,11-4,7-7,3-6,6-8,-3-11,-4-7,9-4</inkml:trace>
  <inkml:trace contextRef="#ctx0" brushRef="#br0" timeOffset="150638.4283">4933 17897,'0'0,"0"0,0 0,0 0,-1 0,1 0,0-7,0 7,-2-10,2 10,-3-10,3 0,0 10,6-10,5 5,-11 5,19-3,0 9,-19-6,21 10,-4 4,-6 7,-5 3,-10 0,-2 0,6-24,-12 22,12-22,-12 21,12-21,-11 19,11-19,-10 15,10-15,-4 9,7-6,13-10,5-2,7-5,2-1,-2-2,2-2,-4 2</inkml:trace>
  <inkml:trace contextRef="#ctx0" brushRef="#br0" timeOffset="151078.5698">5222 17749,'0'0,"0"0,0 0,1-1,-1 1,3-3,-3 3,8-5,6 2,-14 3,21-2,-3 4,3 7,-21-9,17 15,-2 5,-1 7,-4-3,1 2,-11-26,13 22,-2 1,2 0,-13-23,14 22,-1 2,-1-1,-12-23,12 22,-3-3,-9-19,5 19,-5-19,0 17,-5-1,-7 0,-7-3,-2-1,-6-5,-6-1,-2-2,-4-1,-4-4,8-4,4-3,17-7</inkml:trace>
  <inkml:trace contextRef="#ctx0" brushRef="#br0" timeOffset="151471.2152">5639 17880,'0'0,"9"-4,8 0,7 1,8 1,6 0,-38 2,33 1,-33-1,28 3,-28-3,20 7,-11 2,-11 7,2-16,-10 15,-7-1,17-14,-24 17,24-17,-25 14,25-14,-15 11,15-11,-13 6,13-4,16-8,11-3,12-2,6 0,0-5,0 8,-6-2</inkml:trace>
  <inkml:trace contextRef="#ctx0" brushRef="#br0" timeOffset="153328.7833">6291 17745,'0'0,"0"0,2 5,1 11,2 12,-1 5,-1 7,-1 1,-1 7,-1 7,-6 4,1-1,5-58,-9 48,9-48</inkml:trace>
  <inkml:trace contextRef="#ctx0" brushRef="#br0" timeOffset="153647.9521">6428 17926,'0'0,"0"0,-5 5,-8 6,-1 5,14-16,-12 16,12-16,-13 19,10-2,9-3,7-4,3-6,6-2,4 1,1 1,-3 0,4-1,2-2,-30-1,31 0</inkml:trace>
  <inkml:trace contextRef="#ctx0" brushRef="#br0" timeOffset="153852.1419">6990 17926,'0'0,"11"-3,13 3,-24 0</inkml:trace>
  <inkml:trace contextRef="#ctx0" brushRef="#br0" timeOffset="154056.3768">6967 18109,'0'0,"13"-3,8-2,17-1,5-2,4-5,-8 2,-3 2,-36 9</inkml:trace>
  <inkml:trace contextRef="#ctx0" brushRef="#br0" timeOffset="154482.8393">6556 17838,'0'0,"0"0,-10 7,-9 9,-11 9,-5 4,-4 3,3 1</inkml:trace>
  <inkml:trace contextRef="#ctx0" brushRef="#br0" timeOffset="155064.3073">7732 17823,'0'0,"0"0,-10 0,-12 6,-12 3,-3 9,-5 7,4 5,7 4,5 6,7 4,8-3,9-3,9-6,11-7,4-8,5-8,7-7,4-5,0-7,5-2,-5-8,-2-2,-4 0,-5-1,-5-4,-6-1,-4-1,-9 0,-1-4,-9 2,-5 3,-5 2,-3 5,-7 5,-3 4,-5 3,-3 10,0 2,38-3,-36 10</inkml:trace>
  <inkml:trace contextRef="#ctx0" brushRef="#br0" timeOffset="157235.6318">10441 2728,'0'0,"0"0,-6 0,-3-1,9 1,-13 0,-7 4,-5 9,-3 5,4 8,4 2,2 7,5 2,2 3,1 1,4 3,1-4,4-1,5-3,5-2,-9-34,13 27,5-3,9-1,0-4,-27-19,34 14,-1-5,4-7,-37-2,38-11,-1-5,0-7,-5-7,-4 2,0-2,-5-4,-2 3,-6-3,1 3,-7-1,-9 32,5-30,-7 1,-7-2,-7 1,0 8,-2 4,-7 1,1 7,-4-2,-2 6,30 6,-34-7,-2 3,36 4,-37 0,3 8,4 5</inkml:trace>
  <inkml:trace contextRef="#ctx0" brushRef="#br0" timeOffset="164669.256">10070 4014,'0'0,"0"0,-2 6,-3 14,-1 8,-2 9,-1 6,3 8,-3 6,0 8,3 4,-5 9,3 6,-2 5,-2 6,-3 10,5 1,-5 4,0 5,-7 3,1 2,4 5,-1 3,-1 2,-1 6,0 0,2 9,-1 5,2 3,-7 9,5 4,3 6,1 5,2 0,0 2,4 0,2 2,0 2,2 2,0 0,2 5,0 3,3 2,-1 1,1 2,4 2,1-3,4 1,1-3,5-1,-1-1,0 2,4-1,-5-5,-1 7,1-3,-6 7,1-9,-4 12,1-1,-5 5,0-1,-5 1,1-1,0 1,0-2,-2 2,2 3,-1-3,3 1,-3 1,2 0,4 3,-5 1,2 1,-5 0,3-2,-5 2,6 0,-1 0,4-12,4 0,6-7,5-8,8-4,14-9</inkml:trace>
  <inkml:trace contextRef="#ctx0" brushRef="#br0" timeOffset="167744.8959">10121 3968,'0'0,"0"0,0 0,-3-1,3 1,-2-1,9 3,12 1,11 3,13-4,10 0,10-3,10-5,8-4,10-1,9-5,12-2,3-2,5 2,6-3,8-2,6-2,7 5,10-2,5-2,5-2,6 1,8 4,6 2,5 4,-3 3,0 1,-2-1,3 3,5-1,9 0,2 7,0-2,-4 4,-7 2,-4 7,-8-6,-7 4,-14-1,-11 4,-14-4,-5 2,-11-4,-11 3,-16-2,-12-2,-82-2,67 3,-67-3,52 2,-21 3,-26-1</inkml:trace>
  <inkml:trace contextRef="#ctx0" brushRef="#br0" timeOffset="168648.6424">10943 4346,'0'0,"2"-6,2-5,-4 11,4-15,-4 15,4-16,-5-1,-6 4,-8 8,-15 14,-4 15,-8 15,-6 10,2 6,7 5,10-4,16-2,13-54,-2 43,11-10,8-13,5-5,0-14,1-6,-6-9,6-6,-6-5,1-3,2-8,0-1,-3-2,-17 39,19-43,-19 43,17-31,-17 31,12-22,-2 14,-6 16,1 19,-8 12,4 12,-5 8,2 4,-4 5,1-4,2-4,1-5,2-10,5-10,9-4,1-5,9-9,11-7,8-8,10-16,9-11,4-14,5-13,-7-6</inkml:trace>
  <inkml:trace contextRef="#ctx0" brushRef="#br0" timeOffset="168789.7668">11754 4612,'0'0,"0"0,4-6,8-4,16-1,6 0,13 3,4 5,0 6,-51-3</inkml:trace>
  <inkml:trace contextRef="#ctx0" brushRef="#br0" timeOffset="168948.7117">11653 4820,'0'0,"0"0,6-6,19-9,23-3,11 1,13-6,6 6,2-1</inkml:trace>
  <inkml:trace contextRef="#ctx0" brushRef="#br0" timeOffset="169417.8233">12348 4534,'0'0,"0"0,0-9,0-5,2-5,3-5,7 1,10 6,4 3,2 5,4 9,2 5,-3 8,-3 3,-6 5,-11 5,-12 2,-7 5,-15 1,-8-3,-4-3,1-5,34-23,-33 14,11-7,13-6,20-1,13-1,13-4,11 2,-5 2,3 3,-8 5,-7 7,-31-14,26 16,-6 5,-20-21,11 22,-13 1,-15 3,-15-2,-18-1,-16 3,-14 4,-18 3</inkml:trace>
  <inkml:trace contextRef="#ctx0" brushRef="#br0" timeOffset="173290.5771">10463 5793,'0'0,"-3"7,-4 11,0 10,3 7,2 1,2-36,8 36,10-6,13-14,0-12,-1-11,-30 7,23-15,-6-7,-17 22,8-23,-8 23,7-19,-7 19,1-12,1 15,5 7,-7-10,9 16,8-2,10-2,3-9,-8-12,0-3,-2-8,-5-4,-4-2,-2-1,-4 2,-5 0,-8 2,8 23,-14-23,-2-3</inkml:trace>
  <inkml:trace contextRef="#ctx0" brushRef="#br0" timeOffset="173643.9993">10903 5579,'0'0,"0"12,0 9,5 13,0 8,-3 9,2 5,-11-5,7-51,-11 49,11-49,-12 37,-2-17,3-22,7-9,3-12,8-9,6-3,8 2,3 3,5 10,1 9,3 6,0 14,-1 5,-9 8,-2 3,-2 3,-5 2,-4 3,-5 4,-5 3</inkml:trace>
  <inkml:trace contextRef="#ctx0" brushRef="#br0" timeOffset="173819.6716">11412 5870,'0'0,"0"0,2 9,0 16,0 11,-2-36</inkml:trace>
  <inkml:trace contextRef="#ctx0" brushRef="#br0" timeOffset="173992.5398">11381 5638,'0'0,"0"0,0 0,7-3,13-6,7-4</inkml:trace>
  <inkml:trace contextRef="#ctx0" brushRef="#br0" timeOffset="174118.014">11608 5621,'0'0,"4"5,-4-5,4 21,4 5,4 12,-2 10,5 2,-4 9,1 1</inkml:trace>
  <inkml:trace contextRef="#ctx0" brushRef="#br0" timeOffset="174494.3705">12027 5813,'0'0,"10"-3,6 0,11-5,10-1,-37 9,36-10,-36 10,31-10,-31 10,17-15,-12 1,-20 5,-10 11,-4 6,-6 9,4 6,5 6,3 3,8-1,11-1,10-5,6-1,16-6,3-3,4-5,5-4,0-3,1-5,2-4,-3 1,-7 1,-1-4,-5-2</inkml:trace>
  <inkml:trace contextRef="#ctx0" brushRef="#br0" timeOffset="174730.3979">12882 5429,'0'0,"3"12,-3 15,3 17,-1 12,-5 14,-5 3,-8 8,0-6,16-75</inkml:trace>
  <inkml:trace contextRef="#ctx0" brushRef="#br0" timeOffset="175091.8628">13106 5503,'0'0,"0"0,0 2,-8 11,-10 11,-4 9,-11 5,-3 2,36-40,-34 37,34-37,-27 28,17-7,23-7,18-3,14-4,5-3,1 1,-2 1,-6 0,-43-6,38 5,-38-5,30 6,-30-6,22 6,-22-6,12 7,-7 0,-9-5</inkml:trace>
  <inkml:trace contextRef="#ctx0" brushRef="#br0" timeOffset="175452.6657">13528 5468,'0'0,"11"5,7 0,16 5,9 4,4 2,4 4,-5 0,-8-5,-38-15,28 15,-28-15,21 12,-9 2,-11 6,-10-1,-3 1,-10 6,-2 0,-2 4,-4 0,-7 2,1 0,-3 7,39-39,-33 30</inkml:trace>
  <inkml:trace contextRef="#ctx0" brushRef="#br0" timeOffset="175879.8122">14149 5486,'0'0,"-7"11,-1 10,-7 15,2 9,4 8,4-5,9-5,5-13,-9-30,19 24,5-12,5-6,4-12,-2-9,-3-4,-1-3,-4-8,-7 0,1-4,-8-5,-5 1,0 6,-8 3,-6 4,-8 7,-4 6,-7 7,-2 9,-2 8,0 4,33-16,-28 19</inkml:trace>
  <inkml:trace contextRef="#ctx0" brushRef="#br0" timeOffset="176335.5186">15334 5391,'0'0,"-6"-4,-6 2,-2 7,-13 8,1 7,3 10,-3 3,4 2,7 1,15-36,-4 31,7-6,-3-25,13 19,6-11,4-10,4-10,-1-5,-7-4,-1-7,-9-1,-1 1,-2 0,-6 28,-1-25,1 25,-2-21,-1 8,3 13,-1-2,2 11,5 16,4 9,4 7,2 2,5 6,-3-3</inkml:trace>
  <inkml:trace contextRef="#ctx0" brushRef="#br0" timeOffset="176696.3834">15571 5485,'0'0,"0"0,4 6,1 11,5 11,0 2,-5 2,-3-1,-2-31,-4 25,4-25,-8 14,2-12,3-13,1-9,0-6,6-1,1-2,4 1,-9 28,14-19,3 4,-17 15,17-9,3 12,6 15,-5 2,9 6,-4 6,5 1,2-2,2-7</inkml:trace>
  <inkml:trace contextRef="#ctx0" brushRef="#br0" timeOffset="177104.6391">16178 5435,'0'0,"-7"7,-3 9,-10 10,-6 10,1 2,5 0,5-3,15-35,-4 30,9-7,9-9,-1-13,10-10,2-6,1-12,-5-8,-4-5,-5-5,1-5,-8-7,-4-3,-1-1,-8 7,-3 6,11 48,-11-43,11 43,-7-28,7 28,-8-19,4 18,-2 19,12 18,-6 12,3 10,6 9,-3 9,1 10,1 14</inkml:trace>
  <inkml:trace contextRef="#ctx0" brushRef="#br0" timeOffset="226062.6938">12939 6174,'0'0,"0"0,-5-6,-11-4,-6 4,22 6,-24-3,0 9,-5 13,3 9,9 5,7 5,-5 3,15 6,6 3,9-1,-3-3,8 0,-4-2,-3-6,-5-2,-6 4,-4-1,-15 0</inkml:trace>
  <inkml:trace contextRef="#ctx0" brushRef="#br0" timeOffset="226598.3039">12484 6664,'0'0,"7"-5,9-7,-16 12,39-17,20-2,15-2,8 4,7 3,-6 5,-12 0,-71 9,60-6,-60 6,43-8,-43 8,23-10,-15 0,-18 1,-7 7,-8 9,-3 5,2 8,5 7,4-1,7 2,10-28,-6 27,11-2,5-1,10-9,0-8,1-6,1-7,-7-8,-1-4,-5-2,-4-8,-4 1,-3-4,2 31,-5-36,5 36,-5-29,5 29,-6-22,3 9,5 19,6 8,-1 10,3 1,5 9,0-5,2 0,2-5,1-4,0-10</inkml:trace>
  <inkml:trace contextRef="#ctx0" brushRef="#br0" timeOffset="226835.9663">13313 6271,'0'0,"-2"7,-2 10,-2 5,2 11,3 6,1 6,2 2,2 4,-1 1,-3-52,2 52</inkml:trace>
  <inkml:trace contextRef="#ctx0" brushRef="#br0" timeOffset="227134.2665">13646 6435,'0'0,"0"0,0 1,1 7,-4 2,1 8,2-18,-8 24,-3 3,6 0,6-1,-1-26,3 24,9-1,-12-23,9 22,1-3,-10-19,4 24,-6 0,-9 3,11-27,-23 25,-2-4,1-15</inkml:trace>
  <inkml:trace contextRef="#ctx0" brushRef="#br0" timeOffset="227479.9633">13954 6579,'0'0,"0"0,6-4,8-3,1-3,-15 10,20-11,-20 11,14-12,-4-2,-13 0,-8 3,-6 3,-3 5,-5 7,-3 7,-2 6,-2 6,4 2,9-2,19-23,-16 26,13-1,18-1,7-2,13-5,7-7,7-6,3-3,7-2,-3-8,-56 9</inkml:trace>
  <inkml:trace contextRef="#ctx0" brushRef="#br0" timeOffset="248826.5219">11055 7325,'0'0,"0"0,2 7,4 10,4 9,2 6,-1 8,1-1,1-1,0-1,-13-37,7 36</inkml:trace>
  <inkml:trace contextRef="#ctx0" brushRef="#br0" timeOffset="248999.7389">11012 7080,'0'0,"0"0,0 0,-3 0,1 0,10 3</inkml:trace>
  <inkml:trace contextRef="#ctx0" brushRef="#br0" timeOffset="249360.8537">11395 7276,'0'0,"5"5,0 9,9 5,-14-19,14 22,0 6,-14-28,13 26,-13-26,8 23,-8-23,5 15,-5-14,-12-15,-5-10,-3-9,-1-10,2-4,3-3,5-3,8-5,9 3,9 7,9 6,5 9,5 10,5 5,4 8,-1 4,1 9,-4 7,-9 7</inkml:trace>
  <inkml:trace contextRef="#ctx0" brushRef="#br0" timeOffset="249533.6067">11398 7283,'0'0,"0"0,1 0,11-5,14-2,16-1,8-2,17 3</inkml:trace>
  <inkml:trace contextRef="#ctx0" brushRef="#br0" timeOffset="250335.0504">12456 7318,'0'0,"4"8,-2 8,2 16,0 1,4 10,6 4,-8 5,2-3,1 3,-4-3,-5-49,7 47,-3-7,-4-40,4 34,-4-34,3 24,-3-24,2 13,-3-11,-11-19,-7-12,-6-12,2-9,-1-3,9-4,6-4,3 5,12 2,6 5,5 10,8 8,4 4,4 4,-4 5,1 4,-30 14,28-5,0 5,-5 6,-3 7,-20-13,11 20,-10 1,-11 8,-4-2,-10-1,-6-4,-3-3,-1 2,-2-1,36-20,-30 21</inkml:trace>
  <inkml:trace contextRef="#ctx0" brushRef="#br0" timeOffset="250805.6857">13181 7035,'0'0,"0"0,-1 0,-7 5,-11 2,-11 10,-1 5,-3 9,-7 5,8 4,5 1,1 2,13 5,1-2,9 3,2-4,2 4,3-2,3-2,-8-3,6 3,2-4,-4 0,-2-41,2 35,-2-35,8 34,-8-34,7 26,9-6,8-16,8-4,4-11,4-4,0 1,-5 0,-35 14,35-12,-35 12,32-8,-32 8,27-6,-14-1,-18-3</inkml:trace>
  <inkml:trace contextRef="#ctx0" brushRef="#br0" timeOffset="251572.2349">13518 7409,'0'0,"0"0,0 0,0 0,0 0,0 1,0 4,0 8,2 8,2 5,1 7,-2-2,-3 5,-1 1,0 2,0 1,-3-3,4-37,-1 37,1-37</inkml:trace>
  <inkml:trace contextRef="#ctx0" brushRef="#br0" timeOffset="251995.9874">13696 7296,'0'0,"6"-7,7-1,9-3,10 4,2 1,-34 6,37 0,-1 6,-5 6,-9 8,-8 2,-10 8,-6 0,-3 4,2 2,-2-1,7-2,5 3,4-4,-3-3,3 1,-1-2,-10-28,11 25,-2 1,1 2,-10-28,2 26,-7-3,-11 0,-12-5,-3-8,-13 1,-11-3,-9 1,-11 2,-5-5</inkml:trace>
  <inkml:trace contextRef="#ctx0" brushRef="#br0" timeOffset="252184.7953">14298 7439,'0'0,"18"-3,7 1,14 3,8 4,4 7,-51-12</inkml:trace>
  <inkml:trace contextRef="#ctx0" brushRef="#br0" timeOffset="252342.0212">14352 7675,'0'0,"0"0,7-4,26-3,13-3,14 5,5 1</inkml:trace>
  <inkml:trace contextRef="#ctx0" brushRef="#br0" timeOffset="252530.0833">14907 7488,'0'0,"12"0,15-2,8 0,10 0,2-1,-47 3</inkml:trace>
  <inkml:trace contextRef="#ctx0" brushRef="#br0" timeOffset="252702.9676">14910 7650,'0'0,"6"-3,13-1,11-3,16 4,9-2,8-3</inkml:trace>
  <inkml:trace contextRef="#ctx0" brushRef="#br0" timeOffset="253189.8159">15487 7302,'0'0,"0"0,0 7,1 11,1 11,-2 7,4 11,-1 2,-3 1,0 1,1-7,-1-44,1 37,-1-37,2 29,-2-29,4 18,-4-9,-7-14,-6-12,-8-9,-3-7,1-10,2-3,11-7,5-3,10 0,10 1,7 9,4 9,6 12,0 7,4 10,3 4,-5 10,0 8,-34-14,30 18,-11 3,-12 10,-9 1,-6-2,-14-1,-9-1,-11-1,-11 2,2-6,5-5,17-12</inkml:trace>
  <inkml:trace contextRef="#ctx0" brushRef="#br0" timeOffset="253645.9447">16172 6983,'0'0,"0"0,-7 0,-10 9,-11 2,-5 10,-3 4,-2 7,7 5,2 3,6 1,9 7,10-4,5 8,5 1,5-3,-1-1,-3 1,-3-1,1-2,-3-3,1-1,2-4,-5-39,5 37,-5-37,5 34,-5-34,5 26,4-8,9-8,12-12,10-9,12 0,10-3,-4 4,0 0,-58 10,47-5,-12-2,-19-8</inkml:trace>
  <inkml:trace contextRef="#ctx0" brushRef="#br0" timeOffset="254698.1745">16362 7267,'0'0,"11"-5,6-5,11 4,8 3,-1 9,2 7,-9 4,-7 7,-10 3,-11 2,-15-2,-7-2,22-25,-25 16,25-16,-24 12,7-7,20-3,14-6,11 1,8 0,6 7,-1 6,-5 7,-5 2,-31-19,22 22,-8 2,-13 2,-13-1,-9-1,-10-7,-12-1,-6-6,-9-8</inkml:trace>
  <inkml:trace contextRef="#ctx0" brushRef="#br0" timeOffset="255074.5855">16753 7006,'0'0,"12"-6,17-6,7 2,7 2,1 6,-10 9,-34-7,29 14,-12 7,-12 14,-7 5,-3 6,-3 0,2 1,11-1,0-4,10 7,3-2,2 1,3-1,-4-4,-3-3,0-2,-5-3,-6-1,-2-1,-6-5,-5-2,-7 1,-12-3,-15 2,-16-1,-24 0</inkml:trace>
  <inkml:trace contextRef="#ctx0" brushRef="#br0" timeOffset="257182.9402">13257 8389,'0'0,"0"0,-3 1,-14 2,-11 8,-12 7,-3 9,0 6,2 5,18 0,6 2,13-5,4-35,3 30,10-6,8-12,2-9,-1-10,-2-6,-2-4,-2-6,-2-4,-1-4,-1-4,-3 4,-9 31,7-29,-7 29,6-20,1 9,3 13,1 10,3 11,0 6,1 1,6 5,0 5,8 2,7 2</inkml:trace>
  <inkml:trace contextRef="#ctx0" brushRef="#br0" timeOffset="257339.6491">13876 8452,'0'0,"15"-1,13-1,15-1,7 9,-50-6</inkml:trace>
  <inkml:trace contextRef="#ctx0" brushRef="#br0" timeOffset="257496.7186">13974 8657,'0'0,"15"0,15-7,16 0,16-3,10-3</inkml:trace>
  <inkml:trace contextRef="#ctx0" brushRef="#br0" timeOffset="257875.0627">14652 8332,'0'0,"-6"-1,-7 1,-5 5,-16 8,-4 8,-2 10,3 3,7 8,11-4,12 0,14-12,13-4,3-10,1-9,4-9,-4-6,-3-5,-4-3,-1-1,-5-6,-4-1,0-1,-7 29,4-29,-4 29,2-24,-2 24,0-16,0 10,3 15,7 13,2 8,-2 8,1 6,4 0,5 1,10-8</inkml:trace>
  <inkml:trace contextRef="#ctx0" brushRef="#br0" timeOffset="258282.9209">15121 8534,'0'0,"11"1,5-3,15-4,11 1,10-2,-7-1,-3-4,-10 2,-5-4,-27 14,17-15,-7-4,-10-3,-7 0,-4 5,11 17,-16-17,16 17,-14-12,14 12,-12-7,12 7,-7-1,13 7,10 6,11 2,4 0,-3 2,-28-16,26 13,-8 3,-6 5,-16 5,-10 4,-8 5,-7-1,-3 4,32-38,-23 39</inkml:trace>
  <inkml:trace contextRef="#ctx0" brushRef="#br0" timeOffset="259067.9616">15878 8380,'0'0,"1"5,2 6,3 6,3 3,7 3,-1-3,10-4,-25-16,26 9,2-4,-2-11,-3-2,-3-9,-6-2,-6-5,-2-4,-3 1,-3 27,2-26,-2 26,2-20,-2 20,2-14,-4 10,-2 17,-4 10,-1 13,0 6,-1 11,-2 4,3 6,2 1,1 0,2-2,5-3,-4-4,3-3,6-15</inkml:trace>
  <inkml:trace contextRef="#ctx0" brushRef="#br0" timeOffset="259680.8126">16394 8476,'0'0,"8"-6,10-3,7-3,8-8,-33 20,34-20,-6 3,-10-1,-18 18,5-18,-14 2,-10 6,-5 6,-5 9,-4 14,-1 7,2 7,1 8,5 3,8 0,10-3,6-1,4-5,10-6,7-4,3-9,8-8,6-10,9-9,-2-10,6-3,-4-3,-1-8,-6-5,-2-3,-10-1,-26 44,20-40,-7 6,-13 34,6-28,-6 28,-1-19,1 19,-3-12,-2 12,7 12,1 9,10 3,8 0,3 3,1-2,-2 0,-23-25,24 21,-24-21,15 19,-11 2,-20 6,-17-3,-19 12,-20-2,-15-1</inkml:trace>
  <inkml:trace contextRef="#ctx0" brushRef="#br0" timeOffset="263405.6456">11784 9342,'0'0,"1"12,2 9,3 17,6 14,-2 5,-1 0,-5-1,-8-1,4-55,-6 55</inkml:trace>
  <inkml:trace contextRef="#ctx0" brushRef="#br0" timeOffset="263674.7785">12044 9343,'0'0,"0"0,-5 8,-13 12,-11 10,-2 7,-4 1,1-1,34-37,-28 34,14-7,9-3,18-11,17-3,14-7,12-5,11-1,10-3,0-3,-3-5</inkml:trace>
  <inkml:trace contextRef="#ctx0" brushRef="#br0" timeOffset="263800.3532">12680 9514,'0'0,"32"3,14-3,10 5,0 3</inkml:trace>
  <inkml:trace contextRef="#ctx0" brushRef="#br0" timeOffset="263926.4272">12769 9678,'0'0,"5"-6,16 2,10-6,24 1,12-1</inkml:trace>
  <inkml:trace contextRef="#ctx0" brushRef="#br0" timeOffset="264160.4839">13325 9300,'0'0,"5"6,1 4,-3 17,7 8,0 8,-3 4,-2 5,-1 2,-4 1,3-3,-3-52,0 45</inkml:trace>
  <inkml:trace contextRef="#ctx0" brushRef="#br0" timeOffset="264414.5258">13619 9424,'0'0,"0"0,-6 1,-6 13,-10 7,-14 7,-5 4,-2 1,43-33,-38 30,38-30,-29 24,22-7,19-4,17-2,14-4,11-5,5 1,7-1</inkml:trace>
  <inkml:trace contextRef="#ctx0" brushRef="#br0" timeOffset="264571.8166">14006 9600,'0'0,"20"5,10-4,12 0,17 3,-9-5</inkml:trace>
  <inkml:trace contextRef="#ctx0" brushRef="#br0" timeOffset="264759.8796">14104 9518,'0'0,"1"6,0 13,5 13,7 15,-1 9,1-2,-13-54</inkml:trace>
  <inkml:trace contextRef="#ctx0" brushRef="#br0" timeOffset="264964.1596">14499 9457,'0'0,"0"0,1 8,5 21,-3 14,-4 12,3 5,-3 4,1-64</inkml:trace>
  <inkml:trace contextRef="#ctx0" brushRef="#br0" timeOffset="265169.3997">15102 9516,'0'0,"21"-1,10-1,12 7,12 2,-55-7,54 12</inkml:trace>
  <inkml:trace contextRef="#ctx0" brushRef="#br0" timeOffset="265325.7254">15113 9719,'0'0,"14"-3,15 2,12 4,20 1,5 2</inkml:trace>
  <inkml:trace contextRef="#ctx0" brushRef="#br0" timeOffset="273552.1871">15989 9388,'0'0,"0"0,-2 1,-3 7,-4 5,-11 2,0 3,4 0,-8 4,24-22,-25 23,25-23,-17 19,17-19,-13 15,6-12,11-15,9-12,4-4,1-8,2-6,-2 2,-3-2,0-2,-3 8,-12 36,7-29,-7 29,7-25,-7 25,4-16,-3 15,1 20,-1 9,-4 15,1 9,2 2,3 7,-1-1,5 0,3-4,1-4,0-7,-1-8,-6-5,1 0,-5-32,-1 25,-4-5,5-20,-11 23,-5-5,-10-8,26-10,-25 8,25-8,-24 5,24-5,-20 2,20-2,-14 1,13-4,23 2,11-1,17-2,15 4,9 3,0 1,-4 0</inkml:trace>
  <inkml:trace contextRef="#ctx0" brushRef="#br0" timeOffset="275730.5713">11356 10570,'0'0,"0"0,2 4,-1 7,2 4,2 7,-1 9,-4 8,0 2,-1 7,0 4,0-1,2-4,-1-47,2 42,6-12,4-19</inkml:trace>
  <inkml:trace contextRef="#ctx0" brushRef="#br0" timeOffset="275950.2836">11560 10519,'0'0,"0"0,0 5,2 14,2 2,8 13,-6 5,7 6,-3-1,1 5,-8-1,-3-48,2 46,-9-7</inkml:trace>
  <inkml:trace contextRef="#ctx0" brushRef="#br0" timeOffset="276248.5056">11131 10592,'0'0,"0"0,10-7,18-8,14-1,16-3,8-2,8 3,3 2,-2 6,0 2,-9 1,-10-2,-13 3,-43 6,36-4,-36 4,25-5,-25 5,16-2,-9 1,-11-1,4 2</inkml:trace>
  <inkml:trace contextRef="#ctx0" brushRef="#br0" timeOffset="277268.529">12423 10385,'0'0,"0"0,0 0,1 0,-5-4,-10 1,-11 3,-5 2,-6 3,-2 6,1-1,37-10,-32 13,3 1,6 5,3 0,20-19,-15 22,3 4,3 8,6-1,-1 4,2 3,2 0,0 1,2-1,-4 2,1-1,-3-1,4-3,0-5,1 3,-1-35,3 30,-2-4,-1-26,3 24,-3-24,4 21,4-7,7-5,1-5,5-6,2-4,4-2,3-4,3-1,2 0,0-1,-1 4,-2 0,-32 10,29-8,-29 8,27-6,-27 6,17-4,-17 4,13-4,-13 4,5-6,-5 6,-3-8</inkml:trace>
  <inkml:trace contextRef="#ctx0" brushRef="#br0" timeOffset="280634.7566">12728 10549,'0'0,"0"0,-4-3,-1-9,5 12,-3-15,2-3,8 0,7 1,6 4,9 3,5 6,2 5,6 5,-4 8,-38-14,37 18,-8 5,-9 9,-19 0,-12 2,-6-4,17-30,-26 27,26-27,-23 22,23-22,-19 16,9-10,10-5,13-4,-13 3,20-4,6 2,3 7,1 3,-6 5,-5 2,-19-15,11 18,-4 3,-9 3,-9-1,-13 1,-3-2,-11-6,-8 0,-6-5,-1-11</inkml:trace>
  <inkml:trace contextRef="#ctx0" brushRef="#br0" timeOffset="281089.8416">13286 10321,'0'0,"13"0,7-6,5 5,10 2,4 6,-7 4,-4 4,-4 5,-6 1,-7 6,-6 6,-3 1,-1 5,1 0,-2 4,3-3,1-1,3-1,3-4,3-2,0 2,0-4,-13-30,12 34,-4-2,-1-2,-7-30,0 29,-9-2,-4-4,-10-2,-8-6,-8-1,-11-1,-5 0,-10 2,-3-3,0-5,68-7</inkml:trace>
  <inkml:trace contextRef="#ctx0" brushRef="#br0" timeOffset="281310.0738">14056 10668,'0'0,"16"-2,14 2,7 7,17 1,3 8,-10-2</inkml:trace>
  <inkml:trace contextRef="#ctx0" brushRef="#br0" timeOffset="281482.4681">14197 10878,'0'0,"8"-6,16 0,14 1,18 6,10-1,0-1</inkml:trace>
  <inkml:trace contextRef="#ctx0" brushRef="#br0" timeOffset="281921.9531">14865 10414,'0'0,"0"0,0 9,2 11,3 15,1 6,-1 13,-1 1,1 8,-4-3,-2 5,-6-6,-3 1,-1-8,11-52,-15 39</inkml:trace>
  <inkml:trace contextRef="#ctx0" brushRef="#br0" timeOffset="282220.1834">15110 10583,'0'0,"0"0,-9 3,-16 10,-5 5,-9 4,0 3,39-25,-38 25,10-4,17-2,16-2,11-2,15-4,10-4,6 0,4-2,5 1,6 1,-3-5</inkml:trace>
  <inkml:trace contextRef="#ctx0" brushRef="#br0" timeOffset="282392.8352">15644 10741,'0'0,"13"-4,13 2,16 0,6 6,5 5,-53-9</inkml:trace>
  <inkml:trace contextRef="#ctx0" brushRef="#br0" timeOffset="282569.4017">15690 10889,'0'0,"16"-3,12-1,21 3,14 1,9-2,-7-2</inkml:trace>
  <inkml:trace contextRef="#ctx0" brushRef="#br0" timeOffset="282773.4067">16357 10521,'0'0,"2"8,0 10,5 19,-1 14,-3 14,-3 14,0 11,-7 7</inkml:trace>
  <inkml:trace contextRef="#ctx0" brushRef="#br0" timeOffset="284582.7313">11297 2496,'0'0,"0"0,0 0,-1-1,1 1,1 1,-5 4,1 10,-7 2,1 3,-7 0,1 3,15-23,-18 20,18-20,-17 16,17-16,-15 12,15-12,-9 6,6-8,3-14,5-3,0-4,5-3,-10 26,9-27,2-2,-11 29,16-27,-16 27,12-21,0 9,4 7,-16 5,18 5,-6 7,7 13,-4 11,1 5,-4 13,-3 5,2 3,-3 1,-1 3,-3-6,3 3,-4-3,-1-4,-2-5,-9-4,0-4,-1-7,10-36,-18 27,18-27,-15 17,0-13,7-10,5-6,7-5,12 0,9-5,17 3,14-2,4 1,11 6,-2 3,-2 1,-10 7,-57 3,49 0,-49 0,32 1,-17 6,-24-3</inkml:trace>
  <inkml:trace contextRef="#ctx0" brushRef="#br0" timeOffset="293714.9723">10113 11937,'0'0,"11"0,8-1,-19 1,34 1,15-2,9 1,11 3,11-4,5 0,8 3,11-2,7-4,7-2,11 0,15-8,1 3,11-1,8-9,10 4,11-3,5-1,9 1,3 0,11 2,3 1,9-1,8 1,2 2,0-2,2 4,3 2,-6 4,-1 5,-4 0,-2 8,-6-4,-4 3,-4 7,-5 4,-6 2,-14-3,-11 6,-13-8,-18 2,-18 0,-14 0,-22-5,-13 1,-79-11,61 10,-19-3,-29-5</inkml:trace>
  <inkml:trace contextRef="#ctx0" brushRef="#br0" timeOffset="294452.6505">12291 12154,'0'0,"0"0,0-6,-2-7,2 13,-8-16,-8 2,-14 6,-11 12,-5 12,-1 8,-2 4,12 4,6-1,13-2,18-29,-9 28,9-5,11-3,6-11,4-7,11-10,-2-8,1-5,0-3,1-3,0-1,-2 1,-4 0,-26 27,28-21,-8 9,-2 12,-7 9,-6 11,-8 12,0 9,-13 12,-2 4,-3 9,-6 3,-1-1,3-3,25-65,-24 60,24-60,-14 49,11-14,15-12,11-12,8-10,19-13,11-13,11-13</inkml:trace>
  <inkml:trace contextRef="#ctx0" brushRef="#br0" timeOffset="294628.1555">13004 12250,'0'0,"13"-6,16 9,8-6,10 8,-47-5</inkml:trace>
  <inkml:trace contextRef="#ctx0" brushRef="#br0" timeOffset="294810.4956">12947 12461,'0'0,"0"0,12-2,19-4,19-3,15 0,10-1,2-3</inkml:trace>
  <inkml:trace contextRef="#ctx0" brushRef="#br0" timeOffset="295271.5042">13748 12024,'0'0,"5"4,-3 6,1 7,-3 10,-6 11,-7 9,-2 5,-8 0,-4 2,2-7,25-47,-18 39,18-39,-14 32,15-5,18-8,12-10,8-6,11-6,-2-4,5-2,-5-6,-8-1,-7-2,-4-3,-29 21,21-19,-11-2,-9-1,-1 22,-5-21,-8 4,13 17,-18-9,2 2,3 16,2 11,1 11,5 13,-1 9,5 8,5 5,-1 6,-4 4,-5-10,-1-12</inkml:trace>
  <inkml:trace contextRef="#ctx0" brushRef="#br0" timeOffset="295585.4846">13370 12147,'0'0,"-11"1,-18 4,-19 9,-30 13,-21 16</inkml:trace>
  <inkml:trace contextRef="#ctx0" brushRef="#br0" timeOffset="342666.8776">10845 13561,'0'0,"-7"12,5 9,-3 13,2 4,4 6,-1-44,7 37,4-12,7-11,-18-14,21 3,2-12,0-10,-3-5,-4-4,-16 28,12-26,-12 26,8-20,-8 20,5-13,-2 13,4 11,3 6,-10-17,13 17,8 1,0-7,3-5,-3-8,1-4,-4-7,1-3,-4-3,1-2,-10-2,0-1,-6 24,0-23,-4-1,-8 0,-6 5,-4 0,0 2</inkml:trace>
  <inkml:trace contextRef="#ctx0" brushRef="#br0" timeOffset="343059.2937">11379 13190,'0'0,"6"10,2 11,1 14,3 9,-1 12,-4-1,-2 0,4-5,-9-50,2 46,-2-46,1 39,-1-39,2 26,-4-11,1-14,1-16,1-11,1-7,6-1,3 5,4 3,6 12,4 7,1 7,8 9,-4 1,-2 7,-1 4,-6 2,-5 6,-2 5,-5-3,-7-1,-2-30</inkml:trace>
  <inkml:trace contextRef="#ctx0" brushRef="#br0" timeOffset="343247.9222">11972 13547,'0'0,"-2"11,-2 11,2 7,6 3,-2 4,-2-36,3 36</inkml:trace>
  <inkml:trace contextRef="#ctx0" brushRef="#br0" timeOffset="343420.7274">11916 13380,'0'0,"0"0,0 0,2-8,5-6</inkml:trace>
  <inkml:trace contextRef="#ctx0" brushRef="#br0" timeOffset="343640.6854">12189 13147,'0'0,"1"10,1 13,-3 17,2 6,-4 13,3 3,-5 5,4 1,-6-1,4-12,3-55,1 47,9-19</inkml:trace>
  <inkml:trace contextRef="#ctx0" brushRef="#br0" timeOffset="344083.0206">12576 13500,'0'0,"8"-7,9-4,2-3,-19 14,20-20,-3 4,-17 16,8-18,-8 0,0 18,-8-17,-9 4,17 13,-26-8,-1 12,-4 14,3 6,4 6,7 4,3 1,7-3,5 1,6-4,3 0,12-3,3-5,5-3,2-3,6-5,-4-4,-3-2,-28-4,31 2,-31-2,28 2,-28-2,21 0,-21 0,15 3,-15-3,9 1,-10-6</inkml:trace>
  <inkml:trace contextRef="#ctx0" brushRef="#br0" timeOffset="344397.1515">13452 13191,'0'0,"7"12,-2 14,-5-26,5 39,4 15,-2 11,-6-1,-3-3,-1-7,-1-10,4-44,-9 34,9-34,-3 31,4-17,3-16</inkml:trace>
  <inkml:trace contextRef="#ctx0" brushRef="#br0" timeOffset="344680.1711">13683 13265,'0'0,"0"0,-3 4,-13 5,-9 7,-5 2,-7 3,37-21,-34 22,34-22,-29 19,8 3,15-2,9 1,11-3,8-2,5 0,3-2,3-3,-1-2,2-1,-34-8,35 4,-3-7</inkml:trace>
  <inkml:trace contextRef="#ctx0" brushRef="#br0" timeOffset="345014.4571">13965 13269,'0'0,"0"0,12 4,-12-4,24 6,7-1,-31-5,35 9,1-1,-3 2,-33-10,28 5,-12 2,-16-7,8 11,-10 3,-12 6,-4 7,-3 0,-5 2,0 0,-1 3,2-4,1 0,5-3,19-25,-12 23,6-6</inkml:trace>
  <inkml:trace contextRef="#ctx0" brushRef="#br0" timeOffset="345438.6706">14547 13273,'0'0,"-5"7,-6 6,-6 13,-8 6,-1 10,8-5,18-37,-16 36,6-7,10-29,1 27,13-8,6-5,8-10,1-5,2-7,-2-9,-4-1,-2-4,-23 22,20-25,-20 25,18-26,-9 0,-7 0,-7 4,-10 4,-11 7,-5 4,1 7,1 1,29-1,-26 7,26-7,-22 8,16-6</inkml:trace>
  <inkml:trace contextRef="#ctx0" brushRef="#br0" timeOffset="345909.783">15700 13220,'0'0,"0"0,0 0,-2 0,-10 1,-15 7,-6 6,0 5,1 10,3-2,29-27,-18 29,18-29,-10 26,11-3,10-8,7-6,2-9,-1-8,1-4,1-8,-6-2,1 0,-5 1,-11 21,10-22,-10 22,8-16,-2 8,3 12,0 11,1 6,-1 5,1 7,2 2,0-5,4 1,-16-31,18 18</inkml:trace>
  <inkml:trace contextRef="#ctx0" brushRef="#br0" timeOffset="346262.1494">15941 13300,'0'0,"0"0,0 6,3 8,2 11,-1 2,-2 2,-2-29,1 26,-1-26,0 20,0-20,0 12,0-9,-1-9,3-8,2-4,0-5,5 1,2 0,2 1,-13 21,15-16,3 8,-1 11,1 5,-5 9,-1 4,3 3,-5 2,0 2,3-2,3-9</inkml:trace>
  <inkml:trace contextRef="#ctx0" brushRef="#br0" timeOffset="346773.1504">16572 13280,'0'0,"0"0,0 0,-3 0,-11 2,-10 5,-7 7,-5 6,-4 8,3 1,8 0,8-2,21-27,-13 26,13-5,10-6,6-5,6-7,-1-6,3-8,0-4,0-9,-4-5,-1-10,3-4,-7-7,-1-4,1 0,-4 6,-2 4,-3 8,-6 36,1-31,-1 31,-1-25,1 25,-3-18,1 6,1 12,4 12,3 16,-2 7,3 13,1 8,-1 8,-2 2,4-2,2-5,2-5,-1-8,8-8,2-8,5-14</inkml:trace>
  <inkml:trace contextRef="#ctx0" brushRef="#br0" timeOffset="347291.5901">17428 13135,'0'0,"0"15,-3 10,2 15,-4 6,-2 4,7-50,-2 41,2-41,0 36,0-36,-3 24,3-24,-1 17,1-16,-4-13,-2-15,-2-10,-1-6,4-4,1-3,7 2,5 3,7 3,2 10,3 7,0 8,6 10,-2 4,2 8,6 2,-2 6,-8 5,0 3,-10 2,-6-1,-3 0,-6-2,-8-1,-7-4,-8-2,-8-3,-5-4,-6-1,-7-1,5-10,47 6,-39-7</inkml:trace>
  <inkml:trace contextRef="#ctx0" brushRef="#br0" timeOffset="347768.1666">18108 12886,'0'0,"0"0,-1-3,1 3,-7-1,-11-1,-9 2,-8 5,-6 6,2 7,-1 5,7 2,2 9,9 3,5 1,6 9,-2-5,5 4,2-1,1-1,0-4,2-1,3-4,1-2,-1-33,2 27,1 0,-3-27,4 25,3-4,3-2,6-7,8-6,3-6,8 0,4-4,-1 2,-2 1,-2 2,-5 0,-29-1,25 1,-25-1,19 0,-10-7,-7-4,-2 11,-7-14,-7 1</inkml:trace>
  <inkml:trace contextRef="#ctx0" brushRef="#br0" timeOffset="348034.7618">18191 13062,'0'0,"-2"9,2 10,0 10,-4 8,0 4,-1 6,1-1,4-46,-7 45,7-45,-8 41</inkml:trace>
  <inkml:trace contextRef="#ctx0" brushRef="#br0" timeOffset="348270.4491">18363 13156,'0'0,"0"0,-5 4,-10 8,-4 0,-7 2,-1 2,27-16,-26 15,6-3,8 3,15 1,8 3,11-1,8-2,5-8,8-2,4-5</inkml:trace>
  <inkml:trace contextRef="#ctx0" brushRef="#br0" timeOffset="348467.5585">18614 13259,'0'0,"0"0,11-1,10 0,17 1,0 1,2-1,-3-5,-37 5,35-7</inkml:trace>
  <inkml:trace contextRef="#ctx0" brushRef="#br0" timeOffset="348631.4539">18724 13123,'0'0,"-1"7,0 7,-1 4,2 10,1 5,1 4,-4 3,2-1,1-6,0-2</inkml:trace>
  <inkml:trace contextRef="#ctx0" brushRef="#br0" timeOffset="348868.7657">18989 13118,'0'0,"0"0,0 10,2 15,-5 7,-1 5,1 3,1-1,2-3,0-36,3 32</inkml:trace>
  <inkml:trace contextRef="#ctx0" brushRef="#br0" timeOffset="349338.8915">19239 12930,'0'0,"9"-1,6-3,-15 4,22-2,5 2,2 4,-5 3,0 5,-7 4,-6 4,-3 0,-3 5,0 2,-2 3,1 5,-3 3,-1 0,2 2,-2 2,6-1,-3-4,-2 0,3-2,3-4,-1-2,-3-4,-3-25,5 22,-7-1,2-21,-7 18,-1-4,-9-4,-3-4,-5-3,-3 0,-7-3,4 0,31 0,-30 0,2-4</inkml:trace>
  <inkml:trace contextRef="#ctx0" brushRef="#br0" timeOffset="349605.9849">19927 13380,'0'0,"15"0,7 3,10 3,11 6,-43-12,40 13</inkml:trace>
  <inkml:trace contextRef="#ctx0" brushRef="#br0" timeOffset="349904.327">19953 13626,'0'0,"16"-1,10-1,9 2,18 0,0 0,1 1,-4-2,-50 1,56 2,-7-3,-49 1,49-1,-10-4,-39 5,35-4,-35 4,22-5,-12-4</inkml:trace>
  <inkml:trace contextRef="#ctx0" brushRef="#br0" timeOffset="350372.0026">20058 13391,'0'0,"0"0,0 0,0 0,2 1,13-2,9-2,9 4,15-3,8-2,3 6,2 1,5 0,-6 1,-6-1,-7 2,-47-5,39 3,-39-3,25 1</inkml:trace>
  <inkml:trace contextRef="#ctx0" brushRef="#br0" timeOffset="350630.159">20359 13139,'0'0,"0"13,-5 15,-4 20,-1 13,-5 7,-5 5,2-2,0-4,4-7,1-2,4-6,3-3,6-49</inkml:trace>
  <inkml:trace contextRef="#ctx0" brushRef="#br0" timeOffset="351218.3742">21020 13266,'0'0,"-4"14,-2 17,-2 13,-1 9,1 1,3-2,2-11,3-41,0 34,0-34,0 25,0-25,-1 15,1-10,-2-17,1-13,-6-10,1-9,-2-8,4-3,1-3,8 2,8-1,2 10,6 8,5 8,1 10,1 6,6 8,-1 7,-5 4,-28-4,24 9,-4 5,-11 9,-12 4,-6-1,-8 1,-8-2,-9-5,-1-1,-5-2,1-5,39-12,-40 8,40-8</inkml:trace>
  <inkml:trace contextRef="#ctx0" brushRef="#br0" timeOffset="351620.3121">21752 13040,'0'0,"0"0,0 0,0 0,-9-1,-16 0,-5-2,-8 7,-6 2,5 3,5 5,4 7,2 2,7 7,2 8,1 4,6 5,0 4,-4 0,5 1,4-3,0-10,3-3,3-4,1-32,4 32,-1-4,6 2,-9-30,16 25,5-4,3-1,4-5,3-9,0-5,7-6,5-10,5 0</inkml:trace>
  <inkml:trace contextRef="#ctx0" brushRef="#br0" timeOffset="352107.1139">22151 13258,'0'0,"-6"-1,-7-3,-5 2,-11 4,-4 3,0 8,3 5,4 4,26-22,-19 26,7-4,12-22,0 21,0-21,8 20,8-12,5-7,-21-1,19-7,3-6,2-10,-4 0,0-1,-20 24,20-24,-20 24,19-18,-6 7,-3 13,-8 10,-3 11,0 9,-6 9,-1 2,-2 4,-1 1,2-9,-1-1,1-5,3-6,6-27,-2 26,8-3,8-5,9-10,9-10,4-9</inkml:trace>
  <inkml:trace contextRef="#ctx0" brushRef="#br0" timeOffset="352530.9027">22430 13071,'0'0,"8"-2,4-3,10-1,11 2,2 0,-35 4,37 0,-6 4,-31-4,27 10,-8 5,-10 10,-8 3,-6 5,-1 3,-1 4,1 5,2 5,2 2,0 1,5 2,3-4,2 0,5-2,0-4,0-7,-5 0,-1-9,-7-29,3 26,-5-1,-6 1,-8-3,-4-1,-14-5,-14-9,-16-8</inkml:trace>
  <inkml:trace contextRef="#ctx0" brushRef="#br0" timeOffset="356247.9881">13368 14137,'0'0,"0"0,0 0,0 0,1 3,2 8,0 7,-2 8,3 4,-2 7,-1 3,1 3,-1 5,-2 0,1 2,0-4,0-7,-1-4,1-35,2 29,0-4</inkml:trace>
  <inkml:trace contextRef="#ctx0" brushRef="#br0" timeOffset="356483.4863">13255 14346,'0'0,"8"-5,5-3,-13 8,26-10,13-2,4 1,6 1,4 4,0 0</inkml:trace>
  <inkml:trace contextRef="#ctx0" brushRef="#br0" timeOffset="357421.2965">13729 14337,'0'0,"0"0,6 4,4 9,8 6,2 8,-3 1,-3 4,-5-3,-8 2,-1-31,-3 28,3-28,-7 21,-1-10,8-11,-7-1,-3-10,4-7,1-6,7-4,7-4,2 3,8-4,-1 2,7 6,-1 6,-24 19,28-18,-28 18,25-13,-25 13,21-7,-21 7,19 0,-19 0,10 7,-5 11,-5-18,6 23,-6-23,5 25,1-1,-6-24,9 26,4-7,-13-19,19 14,-19-14,19 7,4-9,-1-9,2-3,-7-4,-17 18,15-21,-6 1,-9 20,2-23,-2 23,-2-16,2 16,-2-11,1 7,1 4,3 2,7 7,5 0,-15-9,20 5,5-5,9-5,-2-3,-32 8,31-13,1-2,-32 15,29-19,-6-1,-23 20,17-22,-5 0,-10 1,-2 21,-8-14,-2 8,-11 12,2 9,0 8,4 3,7 1,6-1,4-2,8-4,10 0,6-4,1-3,7-3,-4-3,7-6,0 0,-4-3,-33 2,26-9</inkml:trace>
  <inkml:trace contextRef="#ctx0" brushRef="#br0" timeOffset="357787.0584">13532 14574,'0'0,"0"0,-3 5,3-5,-11 13,-14 10,-12 5</inkml:trace>
  <inkml:trace contextRef="#ctx0" brushRef="#br0" timeOffset="358623.6406">15761 14263,'0'0,"-4"-6,-6-4,-2 2,-12 5,-9 8,2 8,0 4,0 6,4 6,8 2,3-1,16-30,-6 29,9-5,-3-24,13 18,3-8,7-11,-4-8,4-6,-4-5,-19 20,22-20,-6-5,0-5,-16 30,15-27,-15 27,11-28,-11 28,10-21,-3 13,0 13,2 15,1 3,-1 6,1-1,0 6,-1-3,-9-31,16 24</inkml:trace>
  <inkml:trace contextRef="#ctx0" brushRef="#br0" timeOffset="358996.5048">15933 14298,'0'0,"0"0,3 6,-3-6,7 14,2 8,-9-22,9 26,-9-26,9 28,-9-28,6 24,-2-16,-4-8,4-7,1-10,3-9,0-2,-8 28,8-28,3 1,-11 27,15-22,-15 22,14-14,4 10,-2 14,2 7,-4 7,0 2,0 4,2 3,4-5,6-9</inkml:trace>
  <inkml:trace contextRef="#ctx0" brushRef="#br0" timeOffset="359593.5305">16569 14164,'0'0,"0"0,-4 2,4-2,-16 10,-7 11,-10 5,-3 7,5 4,5-5,9 0,17-32,-6 27,7-3,-1-24,13 18,8-8,6-10,0-10,-5-7,2-4,-4-4,-3-9,4-2,-4-11,-1-4,0-8,-5 2,0-1,-5 13,-6 45,2-42,-2 42,4-32,-4 32,2-22,-2 14,-1 19,-3 13,-3 13,3 5,1 8,3-3,3 3,3-3,3-3,1 0,1-6,-11-38,14 34,-4-5,-10-29,13 25,-3-7,-10-18,11 14,-11-14,9 12,-9-12,8 13,-8-13,6 8,-6-8,3 10,-6-2</inkml:trace>
  <inkml:trace contextRef="#ctx0" brushRef="#br0" timeOffset="361121.1543">11266 14296,'0'0,"0"0,0 0,0 0,3 2,2 14,-1 6,-2 6,2 9,-3 7,0 5,1-2,-5 7,1-4,3-2,0-7,4-3,0-6,-5-32,3 25,2-10</inkml:trace>
  <inkml:trace contextRef="#ctx0" brushRef="#br0" timeOffset="361392.3226">11486 14430,'0'0,"0"0,-3 3,-7 9,-10 7,-2 8,-7 5,2 0,27-32,-19 31,19-31,-18 27,10-6,8-21,1 20,10-10,15-5,5-5,7-3,4-1,2-3,2-1</inkml:trace>
  <inkml:trace contextRef="#ctx0" brushRef="#br0" timeOffset="361596.4122">11849 14453,'0'0,"0"0,11-1,-11 1,23-4,5 1,10 3,-38 0</inkml:trace>
  <inkml:trace contextRef="#ctx0" brushRef="#br0" timeOffset="361784.7949">11861 14631,'0'0,"0"0,4-5,14-2,7-6,6-2,9-1,3-2</inkml:trace>
  <inkml:trace contextRef="#ctx0" brushRef="#br0" timeOffset="362661.9986">12272 14291,'0'0,"6"6,-1 7,-5-13,5 26,3 6,2 8,-1 4,0 4,2 7,0 6</inkml:trace>
  <inkml:trace contextRef="#ctx0" brushRef="#br0" timeOffset="364971.344">17604 14250,'0'0,"0"8,-2 6,3 11,4 7,-1 7,-2 1,0 4,-4-4,-2 1,1-3,3-38,-3 34,3-34,-2 23,2-23,-3 16,3-16,-1 8,0-5,-4-15,-1-13,-4-6,0-11,2-5,6-3,1-1,2-7,9 2,4 3,5 13,1 4,5 10,0 7,-2 8,-23 11,30-3,-2 4,2 10,-5 3,-4 6,-7 0,-14-20,6 22,-4 3,-4-1,-9 0,11-24,-15 20,-5-5,-7-1,-8-4,0-5,-3-3,5-3,-1 0,7 0,3-6</inkml:trace>
  <inkml:trace contextRef="#ctx0" brushRef="#br0" timeOffset="365452.6849">18292 14048,'0'0,"0"0,-1 0,-7 0,-10 3,-7 3,-7 3,-2 3,-2 2,1 8,7 4,2 3,3 4,7 4,3-3,6 2,1 0,5-2,0 5,0-5,4 0,0-1,2-2,0-2,-4 0,-1-29,8 26,-5-5,-3-21,5 22,4-4,6-5,-15-13,16 12,2-3,10-5,0-6,4-2,0-4,3-4,-2-6,-2-2</inkml:trace>
  <inkml:trace contextRef="#ctx0" brushRef="#br0" timeOffset="365834.5886">18501 14306,'0'0,"0"0,4-6,-4 6,10-14,11-3,-21 17,26-13,4 8,2 11,-5 8,-10 5,-8 4,-7 0,-11 5,-1 1,-9-1,1-1,-5 1,23-28,-22 24,22-24,-24 18,24-18,-16 16,16-16,-12 10,13-4,14-4,8-6,10-1,7-4,3-3</inkml:trace>
  <inkml:trace contextRef="#ctx0" brushRef="#br0" timeOffset="366274.9476">18931 14129,'0'0,"0"0,7-2,9-1,-16 3,27-1,5 5,-32-4,36 10,-8 6,-7 10,-7 2,-4 2,-4 3,-2 6,-5-3,3 5,-1-2,2 0,5 2,-3-5,-1 2,0-6,-4-32,5 32,-5-32,0 27,0-2,0-25,-6 25,-5-6,-12-3,-7-8,-10-6,-4-3,-4-5,-4-1,52 7,-48-10</inkml:trace>
  <inkml:trace contextRef="#ctx0" brushRef="#br0" timeOffset="366604.8606">19773 14491,'0'0,"9"0,18-5,8 5,18-3,7 1,7 1,0 1,6 2,-4 3,-3 0,-6-2,-3 4,-10-2,-6 1,-41-6,33 7,-9 1,-19-4</inkml:trace>
  <inkml:trace contextRef="#ctx0" brushRef="#br0" timeOffset="366856.0944">19854 14674,'0'0,"13"-3,12 1,16 1,23-1,11 2,3 3,-2-3,-9 3,-13-1,-54-2,46 1,-11-1,-35 0,31-4,-9-3</inkml:trace>
  <inkml:trace contextRef="#ctx0" brushRef="#br0" timeOffset="367139.2438">20254 14248,'0'0,"0"0,1 2,-4 7,-1 15,-7 11,5 15,-4 11,-5 5,-2 3,0 1,0-6,4-11,3-4,3-7,4-5,2-3,-1-5,2-29,-3 27</inkml:trace>
  <inkml:trace contextRef="#ctx0" brushRef="#br0" timeOffset="369615.4395">21196 14319,'0'0,"0"0,0 0,0 0,-1 8,0 8,2 7,-3 8,4 6,2 4,-1 4,-2 3,1 0,-6 4,2 0,0-7,2-45,-3 37,3-37,-3 28,3-28,-1 18,0-9,1-15,-3-7,2-11,-2-8,-1-5,3-3,-1-6,4-5,6-2,2-2,6-2,2 4,5 11,4 9,-1 9,4 10,-30 14,30-7,-2 7,0 8,2 11,-7 4,-8 5,-4-1,-11-27,5 26,-11 1,-7-7,-7 0,-5-5,-5-7,0-3,0-5,-2-4,1-1,0-1,2-2,11-7</inkml:trace>
  <inkml:trace contextRef="#ctx0" brushRef="#br0" timeOffset="370181.066">21923 14212,'0'0,"-6"-1,-8-3,-4 2,-13 4,-5 5,4 5,-1 1,-3 1,7 8,9 1,1 6,1 7,6 6,0 1,6 7,3-1,0-1,0 3,4-1,-2-4,-4-2,4-5,1-1,1 0,0-5,1 2,-2-35,2 29,0 2,-2-31,4 28,-4-28,10 25,7-5,-17-20,22 13,8-7,8-6,1-5,4 0,-8-2,0-2,-35 9,31-5,-31 5,26-4,-26 4,21-3,-21 3,15-6</inkml:trace>
  <inkml:trace contextRef="#ctx0" brushRef="#br0" timeOffset="371551.7801">22207 14436,'0'0,"-6"8,2 9,-2 8,-7 4,-2 9,-1-1,-1 10,17-47,-9 40,9-10,12-13,8-9,9-9,6-5,-2-3,-3-2,0-3,-30 14,25-17,-3-5,-22 22,18-22,-18 22,13-24,-13 24,3-20,-3 20,1-15,-1 9,0 12,3 10,-1 4,1 7,-1 3,0 1,4 1,2 2,-8-34,10 27</inkml:trace>
  <inkml:trace contextRef="#ctx0" brushRef="#br0" timeOffset="371991.643">22583 14232,'0'0,"9"0,10 4,6-1,9 8,-2 0,1 4,-2 4,-7 4,-3-1,-9 2,-2 3,-4 1,-3 1,-2 7,-2 1,1 5,-3 3,3 2,-2-2,9 3,-3-5,1-2,5-1,0-6,-10-34,6 28,-6-28,6 26,-5-2,-6-4,-10-6,-3-1,-10-7,-12 1,-12-3</inkml:trace>
  <inkml:trace contextRef="#ctx0" brushRef="#br0" timeOffset="376272.7416">18900 15136,'0'0,"2"7,1 11,0 10,3 8,1 8,-4 2,-3 1,4-3,1 4,-5-48,2 36,-2-36,-2 32,2-32,0 23,0-23,-2 14,-1-13,5-12,2-9,-1-9,5-1,2-3,5-4,4 5,11 3,4 8,2 8,4 9,3 5,-2 9,-7 6,-34-16,28 19,-6 2,-11 4,-11-25,-1 29,-8-7,-18 0,-6-6,-6-6,-3-3,0-5,0-5,2-1,40 4,-38-8</inkml:trace>
  <inkml:trace contextRef="#ctx0" brushRef="#br0" timeOffset="376519.7437">19975 15363,'0'0,"23"0,9 0,10 0,10 3,-52-3,54 7,-9-1,-45-6,39 10,-14 1</inkml:trace>
  <inkml:trace contextRef="#ctx0" brushRef="#br0" timeOffset="376708.2937">19886 15547,'0'0,"0"0,9 0,19-1,12 0,6-3,6 3,0 2,-2 0,-3 1,-5-7,-7 2</inkml:trace>
  <inkml:trace contextRef="#ctx0" brushRef="#br0" timeOffset="376928.0204">20162 15178,'0'0,"-2"8,2 10,-1 17,-2 9,1 7,0 8,-5-1,0 6,-9 5,16-69</inkml:trace>
  <inkml:trace contextRef="#ctx0" brushRef="#br0" timeOffset="377446.3537">20776 15281,'0'0,"0"13,1 18,4 14,-4 15,-5 5,1 0,-6-5,9-60,-9 50,9-50,-8 36,8-36,-10 25,10-25,-6 14,5-12,3-18,6-11,6-9,1-2,5 3,10 8,2 9,4 12,8 8,-7 8,-3 4,2 4,-9 3,-7 6,-20-27,15 26,-6 0,-9-26,-7 28,-6-3,-16-8,-6-5,-9-9,-4-10,-8-5,4-6,-1 1</inkml:trace>
  <inkml:trace contextRef="#ctx0" brushRef="#br0" timeOffset="379368.6016">16938 15309,'0'0,"1"9,7 9,3 12,8 8,4 6,-4 0,-2 0,1-7,-18-37,11 31,-11-31,7 23,-7-23,7 14,-6-12,-3-18,-9-11,-1-8,-4-6,0-2,0-5,1-4,0-4,4 1,5 0,4 8,6 4,10 8,9 6,5 4,7 8,4 6,3 7,1 7,-8 6,-35-9,34 16</inkml:trace>
  <inkml:trace contextRef="#ctx0" brushRef="#br0" timeOffset="380221.0166">16818 15481,'0'0,"8"-6,9-1,15 0,9-5,8-3,7 1,3-1,-1-1,-5 1,0-2,-5-1,-6 2,-42 16,39-11,-39 11,28-12,-28 12,18-10,-12 3,-18 7,-8 6,-6 9,-3 1,1 7,4 3,3-1,1 0,20-25,-11 26,7-1,4-25,7 21,5-7,6-6,1-9,-2-10,-17 11,13-15,1-5,-5-7,-4-1,2-2,-7 30,0-24,0 24,0-20,0 20,-1-14,4 12,5 11,-8-9,14 14,2 2,5 6,-21-22,23 15,1-6,-24-9,26 2,-6-8,0-10,-9-4,0-6,-5-3,-5-1,-2-5,-3-3,-3-2,0-3,2 2,5 41,-6-40,6 40,-6-29,6 29,-6-19,3 9,4 17,2 11,-1 7,1 10,0 2,4 3,0 2,1-1,4 0,-1 0,-11-41,14 37,1-10,4-13</inkml:trace>
  <inkml:trace contextRef="#ctx0" brushRef="#br0" timeOffset="380532.2573">17835 15105,'0'0,"0"0,-3 1,3-1,-10 3,-5 4,2 5,13-12,-14 16,10 2,11 4,8 2,8-5,1 3,0-5,-2 0,-22-17,20 21,-20-21,14 21,-3 2,-16-3,-8 1,-9-1,-8-6,-5-7,3-5,2-6,13-8</inkml:trace>
  <inkml:trace contextRef="#ctx0" brushRef="#br0" timeOffset="380909.2794">18112 15209,'0'0,"8"-2,6-4,-14 6,18-12,3-2,-21 14,21-17,-10-2,-11 19,1-20,-8 8,-11 7,-3 7,-1 7,-1 7,2 6,4 3,6 5,2-2,9 3,4-4,7-4,7 0,5-7,5 0,5-4,-1-5,-1-5,-31-2,28 1,-28-1,26 0,-26 0,21 1,-21-1,11 0</inkml:trace>
  <inkml:trace contextRef="#ctx0" brushRef="#br0" timeOffset="381667.5134">13541 15234,'0'0,"3"11,-2 10,6 17,-3 13,-2 12,-1 5,-2 0,-2-6,-3-3,2-11,0-6,4-42,-5 35,5-35,-2 29,2-29,3 22,2-4,7-7,4-10,5-10,5-7,1-7,3-8</inkml:trace>
  <inkml:trace contextRef="#ctx0" brushRef="#br0" timeOffset="382547.077">13429 15581,'0'0,"10"-6,9-6,12-1,8 0,11 2,-3 4,3 6,-9-1,-2 11,-5 3,-7 2,-5 1,-4 6,-7-1,-11-20,11 20,-2-1,-9-19,3 18,-3-18,2 15,-4-6,-5-9,7 0,-7-5,0-13,1-9,5 0,5 0,-4 27,7-27,6 6,-13 21,17-13,4 6,5 13,1-1,-4 7,-23-12,23 10,2-3,-25-7,22 5,2-4,-3-6,1 0,-22 5,19-11,-2-1,-17 12,18-16,-18 16,14-18,-14 18,15-14,-15 14,11-12,0 7,-11 5,12 1,3 3,-15-4,24 1,4-3,3-8,-5-4,-26 14,28-12,-7-2,-21 14,18-14,-7-1,-11 15,6-16,-10 0,4 16,-10-12,-6 6,-3 8,-2 8,1 7,2 7,7 0,11-24,-6 29,7 2,8-3,8-3,3-2,6-7,8-4,0-8,3-7</inkml:trace>
  <inkml:trace contextRef="#ctx0" brushRef="#br0" timeOffset="383034.3442">15104 15329,'0'0,"0"0,-7 8,-6 16,-8 3,0 4,-1 2,8-4,14-29,-6 24,6-4,11-4,-11-16,16 7,3-11,5-4,-24 8,28-17,-5-2,-6-9,-17 28,16-27,-16 27,8-25,-8 25,7-22,-4 8,1 14,0 10,0 10,6 8,-3 0,2 3,-1 0,-8-31,16 29</inkml:trace>
  <inkml:trace contextRef="#ctx0" brushRef="#br0" timeOffset="383413.0249">15412 15422,'0'0,"0"0,4 9,-4-9,7 18,-2 2,-5-20,4 24,-4-24,5 20,-5-20,5 13,-1-14,-4 1,4-9,4-7,-1-10,-7 26,13-25,-13 25,10-22,-10 22,12-16,-1 7,4 11,-1 8,-4 6,1 3,-11-19,16 19,2-1,8-3,5-5</inkml:trace>
  <inkml:trace contextRef="#ctx0" brushRef="#br0" timeOffset="383914.9871">15922 15273,'0'0,"0"0,-1 0,-11 0,-7 6,-2 7,-4 8,-1 2,6 6,20-29,-15 29,8 0,11-7,-4-22,12 16,8-12,7-7,1-7,-2-9,-1-2,-7-2,-1-5,-5 0,0-3,-6-9,-4-3,-2-6,0 2,-6-1,0 5,6 43,-9-44,9 44,-8-30,2 9,6 20,-5 12,2 14,4 14,-2 5,4 7,2 5,3 2,4 1,5 1,1-4,-4-4,5-6,-8-5,-11-41,9 38,-3-10,-6-28,3 25,-3-12</inkml:trace>
  <inkml:trace contextRef="#ctx0" brushRef="#br0" timeOffset="385278.7993">21696 15724,'0'0,"16"3,16 1,14-2,24 1,14 5,6-4,8 0,1-1,-3-3,1 1,-3-2,-4 1,-7-4,-14 0,-13-1,-15-4,-41 9,32-13,-16-2,-18-18,-21-5,-16 2,-14-2,-2 5,0 7,55 26,-44-17,44 17,-33-12,14 9,16 10,19 5,14 9,14-2,9 4,3-1,-2 4,-5 0,-9 3,-9-4,-17 4,-9 2,-7 2,-12 2,-10 1,-2-2,-4 0,2-2,28-32</inkml:trace>
  <inkml:trace contextRef="#ctx0" brushRef="#br0" timeOffset="385750.481">23498 15423,'0'0,"-3"11,0 9,0 16,1 13,-1 9,6 2,-3-1,4-5,0-6,-4-48,3 40,-3-40,3 29,-3-29,3 18,-1-16,-3-17,0-14,-2-7,-4-11,-3-6,-1-4,0-1,7-5,4-3,6-2,5 10,12 10,2 12,5 10,2 10,4 7,0 5,-4 8,-2 6,-5 5,-6 4,-5 4,-10 4</inkml:trace>
  <inkml:trace contextRef="#ctx0" brushRef="#br0" timeOffset="386934.8268">23355 15702,'0'0,"15"-1,13-2,14 0,10 1,5 1,3 0,3 1,-3-4,-4-2,-1-2,-5-4,-9 2,-41 10,34-8,-9-4,-25 12,14-15,-12 4,-14 2,-5 6,-5 6,-5 12,1 6,-3 4,6 2,0 5,7-1,16-31,-5 29,8-3,12-8,3-5,5-10,-1-6,-1-8,-2-5,-19 16,18-19,-4-5,1-5,-7 3,-8 26,6-25,-6 25,2-19,-2 19,1-10,-1 12,-1 12,4 8,3 2,9 3,-1-4,-14-23,18 16,6-4,1-4,-1-8,4-7,-3-8,-8-4,-2-6,-5-6,-1-5,-3-4,-2-8,-3-2,0-4,1-3,-5 1,1 3,2 53,-1-48,1 48,-3-37,3 37,-3-26,1 13,2 18,2 16,-1 12,1 11,1 9,-4 3,3 6,1-4,2-2,0-5,7-5,-12-46,9 37,5-8,8-10,2-10,5-9,4-9,-1-5,-1-10,0-2,-4-7,-1 2,-2 0,-24 31,17-26,-17 26,16-22,-16 22,4-16,-10 8,6 8,-15-2,0 9,3 2,8 8,11 2,9 2,4 2,9 1,-1-3,3 0,-4 0,-27-21,22 21,-9-2,-11 2,-12-2,-9-4,-11-1,1-3,-5-4,34-7,-35 3,35-3,-31-5</inkml:trace>
  <inkml:trace contextRef="#ctx0" brushRef="#br0" timeOffset="387312.2165">25064 15604,'0'0,"9"-5,12-6,4-3,-25 14,24-15,0-1,-24 16,13-19,-12 3,-17 3,-9 5,-10 9,-3 8,1 6,-2 9,6 3,7 5,8-1,7 0,10-4,10-2,7-3,9-2,5-6,1-5,5 0,4-1,-3-4,-37-4,40 4,-2-1,-38-3,33-1,-33 1,24 1,-9-2,-15-5</inkml:trace>
  <inkml:trace contextRef="#ctx0" brushRef="#br0" timeOffset="402135.4221">11588 16926,'0'0,"2"7,2 4,0 6,-4-17,4 24,0 8,-3 7,-3 5,-3-2,5-42,-4 36,4-36</inkml:trace>
  <inkml:trace contextRef="#ctx0" brushRef="#br0" timeOffset="402323.4235">11512 16794,'0'0,"0"0,0 0,0 0,0 0</inkml:trace>
  <inkml:trace contextRef="#ctx0" brushRef="#br0" timeOffset="402731.883">11818 16999,'0'0,"1"7,6 11,0 7,-7-25,9 32,-2 2,-7-34,6 39,-6-39,3 30,-3-30,1 21,0-9,-4-13,-2-14,-1-6,-1-7,-1-4,-2-3,4-5,-2-3,2-5,6-2,4-2,1 5,10-1,5 8,-1 6,7 6,3 6,0 9,0 3,3 9,-5 7,-3 2,-2 9,-6 3,-6 4,-10-24</inkml:trace>
  <inkml:trace contextRef="#ctx0" brushRef="#br0" timeOffset="402935.9925">11731 17070,'0'0,"10"-1,8-9,14 3,7-5,9-4</inkml:trace>
  <inkml:trace contextRef="#ctx0" brushRef="#br0" timeOffset="404680.9534">12749 16683,'0'0,"0"0,0 0,0 0,1-1,-1 1,1-2,-1 2,2-1,-2 1,1 0,-1 0,1-1,-1 1,0 0,0 0,-1 1,1-1,-3 0,3 0,0 4,0 6,4 12,0 3,-2 9,4 1,1 4,-3 0,1 1,-5-40,10 38,0-5,-1-2,-9-31,6 27,-6-27,4 22,-4-22,0 21,0-21,0 16,0-16,-2 9,1-9,-3-16,-5-13,-2-4,-4-5,-1-9,3-1,3-2,6 1,4 2,4 2,2 3,11 8,2 5,7 5,-2 4,-24 20,28-14,2 5,-1 8,-29 1,31 7,-6 4,-5 8,-12 1,-8-20,1 22,-9-1,-10 0,-5-4,-4-2,-2 0,4-4,-3-2,28-9,-28 8</inkml:trace>
  <inkml:trace contextRef="#ctx0" brushRef="#br0" timeOffset="405214.7283">13481 16526,'0'0,"0"0,-1 1,-17 5,-10-2,-2 2,-8 0,1 5,3 1,34-12,-33 15,10 6,8 12,4 0,10 9,-1 2,5 7,2-3,2 1,2 2,-3-8,1-2,0-4,2-3,-5-5,1 3,-5-32,2 30,-2-5,0-25,2 24,3-4,-5-20,11 14,2-4,11-4,1-8,5-5,1-3,3 2,-1 1,-33 7,33-6,-3 0,-30 6,28-6,-28 6,21-9,-21 9,15-9</inkml:trace>
  <inkml:trace contextRef="#ctx0" brushRef="#br0" timeOffset="405498.0116">13694 16660,'0'0,"1"10,0 11,1 8,-4 6,2 4,-3 2,-2 0,-2 6,-1-4,8-43,-5 40,5-40,-2 34,2-11</inkml:trace>
  <inkml:trace contextRef="#ctx0" brushRef="#br0" timeOffset="405796.2854">13873 16729,'0'0,"0"0,-5 4,-7 6,-9 7,-2 3,-3 1,3 2,23-23,-19 21,19-21,-12 18,7 2,9-5,8 0,7-5,5-2,2-4,7-3,5-4,3-4,-2 4,2-3</inkml:trace>
  <inkml:trace contextRef="#ctx0" brushRef="#br0" timeOffset="405952.953">14189 16933,'0'0,"0"0,6 2,6-1,-12-1,22 5,3-1,-25-4,29 5,-29-5</inkml:trace>
  <inkml:trace contextRef="#ctx0" brushRef="#br0" timeOffset="406188.7341">14256 16763,'0'0,"0"0,-2 5,0 14,1 5,-1 0,4 0,-3 7,4-6,-2 1,1 2,-2-28,3 28,2-6,7-5</inkml:trace>
  <inkml:trace contextRef="#ctx0" brushRef="#br0" timeOffset="406439.6909">14546 16729,'0'0,"-1"11,3 6,-3 16,-4 6,0 0,-2-1,-3 0,5-4,5-34,-4 33,4-33,-1 31,1-31</inkml:trace>
  <inkml:trace contextRef="#ctx0" brushRef="#br0" timeOffset="406956.9574">14677 16549,'0'0,"11"-1,6 1,-17 0,29 2,-29-2,36 2,1 3,-3 4,-34-9,30 11,-5 5,-4 6,-5 3,-9 3,0 3,-3 3,-2 1,-2 1,-3 1,6 5,-6-5,2 2,2 1,4-1,2-4,-1-3,-1 1,-1-5,-4-28,3 24,-3-24,4 25,-3-2,-1-23,-4 21,-4-1,-9-6,-4 1,-8-6,-8-2,-8-5,-4 1,-8-2,-3-4,2 3</inkml:trace>
  <inkml:trace contextRef="#ctx0" brushRef="#br0" timeOffset="407733.5724">14095 16947,'0'0,"0"0,0 0,-1 0,1 0,0 1,7-5,6-2,10 3,8-7,6 5,5-2,4 5,2 0,6 1,-1-1,2-2</inkml:trace>
  <inkml:trace contextRef="#ctx0" brushRef="#br0" timeOffset="408016.3303">15647 16851,'0'0,"16"4,7 2,6 0,10 2,-39-8,36 8,-36-8</inkml:trace>
  <inkml:trace contextRef="#ctx0" brushRef="#br0" timeOffset="408220.3801">15543 17041,'0'0,"0"0,4 5,5 1,9-2,6 1,5-1,5-6,2 0,3 0,-4-1,4-3,-1 2</inkml:trace>
  <inkml:trace contextRef="#ctx0" brushRef="#br0" timeOffset="408848.2797">16291 16732,'0'0,"3"9,1 14,-4 11,0 4,3 12,-2-3,-4 0,1-5,2-42,0 41,0-41,-3 32,3-32,0 24,0-24,0 15,0-8,-2-16,-2-14,-2-3,1-8,-3-6,2-3,4-3,2-1,5-3,8 7,5 3,5 5,6 9,2 7,-31 19,34-11,1 4,-2 5,-33 2,30 1,-7 8,-10 9,-13-18,10 19,-8 1,-11 4,-1-3,-5-4,-4-3,-2-4,-2-5,-3-2,-2 0,2-3,26 0,-27-3</inkml:trace>
  <inkml:trace contextRef="#ctx0" brushRef="#br0" timeOffset="409258.286">17093 16493,'0'0,"0"0,-6 0,-14 1,-13 4,-5 1,-5 2,7 1,4 3,4 8,9 5,2 8,5 7,5 9,0 6,2 5,2 2,3-3,1-6,-1-7,4-6,0-8,-4-32,7 30,2-3,4-2,-13-25,15 23,-1-8,9-5,3-7,5-8,4-6,5-5,3-8,1-3</inkml:trace>
  <inkml:trace contextRef="#ctx0" brushRef="#br0" timeOffset="409729.0048">17465 16651,'0'0,"0"0,-5-6,-9-2,-11 0,-4 2,-2 5,0 9,0 7,7 5,24-20,-17 22,4 2,6 0,7-24,0 22,9-6,7-8,5-8,-21 0,22-9,3-1,1-4,-26 14,21-14,1-2,-22 16,22-18,-22 18,19-10,-4 10,-5 10,-4 10,-7 7,-2 6,-5 4,0 0,0 3,4-3,2-4,2-4,0-4,5-5,5-2,7-6,3-3,5-8,3-9,6-4</inkml:trace>
  <inkml:trace contextRef="#ctx0" brushRef="#br0" timeOffset="410152.6704">17823 16530,'0'0,"0"0,6-6,8-1,4-5,6 4,1 4,3 4,-4 2,2 7,-6 5,-2 2,-2 2,-4 8,0 3,-5 5,-4 0,3 11,-2-1,-1 5,2 0,-2 4,3-2,-2 0,6-3,-2-1,-1-7,-1-2,-4-8,-4 0,-1-5,-3-3,6-22,-11 18,-6-3,-13-5,-12-6,-6-7,-12-8,-9-9,-4-4</inkml:trace>
  <inkml:trace contextRef="#ctx0" brushRef="#br0" timeOffset="410520.0676">15093 16904,'0'0,"0"0,9-3,15 1,9 0,7 0,-2 5,-38-3</inkml:trace>
  <inkml:trace contextRef="#ctx0" brushRef="#br0" timeOffset="410692.8326">15162 17118,'0'0,"0"0,12-1,10-5,13-4,3 2</inkml:trace>
  <inkml:trace contextRef="#ctx0" brushRef="#br0" timeOffset="412070.8274">13150 17694,'0'0,"1"11,1 4,3 8,6 7,-2 5,2 0,-1 3,0-2,-1-4,-9-32,8 30,-8-30,8 22,-8-22,6 15,-6-15,5 8,-1-8,-8-10,-1-11,-7-3,0-8,-4-2,4-2,2-9,5-3,5 2,3 1,8 5,9 12,4 4,2 8,5 6,-31 10,29-2,0 4,-1 8,-28-10,20 13,-5 9,-8 6,-16-1,-5-4,-7-2,-3 0,-3-8,-1 2,-4-1,-1-5,33-9,-32 5</inkml:trace>
  <inkml:trace contextRef="#ctx0" brushRef="#br0" timeOffset="412573.3374">13831 17462,'0'0,"-7"0,-10 0,-4 5,-11 2,-5 5,1 3,7 1,1 5,11 2,4 4,7 5,0 2,7 5,2 3,2-1,-3 7,3 0,0 0,-3-1,2-4,-3-2,-1-7,-1-1,5-4,-1-2,-3-27,2 23,4-1,-6-22,13 15,2-5,10-6,4-8,3-2,2-4,0-2,-1 1,0 2,-33 9,30-11,-30 11,27-7,-27 7,20-9,-20 9,12-9</inkml:trace>
  <inkml:trace contextRef="#ctx0" brushRef="#br0" timeOffset="414266.3676">14038 17674,'0'0,"0"-8,0 8,4-16,5-1,12 4,3 1,4 4,1 7,-2 5,2 4,-6 5,0 0,-6 5,-2 3,-11 3,-5 2,-5 3,-11-3,1-1,-5 0,0-4,-5-1,2 0,4-1,20-19,-21 15,21-15,-12 9,12-9,-5 6,11-4,15-2,5 1,10-7,3-2,3-4</inkml:trace>
  <inkml:trace contextRef="#ctx0" brushRef="#br0" timeOffset="414724.4875">14647 17553,'0'0,"10"0,6 5,-16-5,21 0,0 4,-21-4,19 13,-2 2,-6 7,-2 6,-3 1,-5-2,2 6,2-4,4 1,1 4,5-1,0-4,1 4,1-7,-4 0,-13-26,13 23,-5-4,-8-19,4 18,-6-4,2-14,-5 18,-7-3,-12-6,-7-1,-4-3,-4-5,-3-1,2-8,40 9</inkml:trace>
  <inkml:trace contextRef="#ctx0" brushRef="#br0" timeOffset="414989.4969">15303 17763,'0'0,"11"2,15-2,8-4,4 4,6 0,-10-1,-1 0,-33 1,28 3,-28-3,26 5</inkml:trace>
  <inkml:trace contextRef="#ctx0" brushRef="#br0" timeOffset="415165.5284">15350 17941,'0'0,"0"0,8 1,9-1,14-1,12-5,3 1,2-1,-3-3,-2 0,-3 4</inkml:trace>
  <inkml:trace contextRef="#ctx0" brushRef="#br0" timeOffset="415683.6238">15958 17717,'0'0,"7"0,11-1,6-6,10 4,0-2,1 4,-2 1,-2 0,-1 1,-30-1,29 3</inkml:trace>
  <inkml:trace contextRef="#ctx0" brushRef="#br0" timeOffset="415919.7054">16058 17903,'0'0,"16"0,7-1,-23 1,34-1,9 1,6-3,-6-2,-1 0,-1-2,-3 0</inkml:trace>
  <inkml:trace contextRef="#ctx0" brushRef="#br0" timeOffset="416579.4847">16641 17658,'0'0,"1"9,5 6,0 15,-2 3,2 3,-4 2,-3-1,1-3,-1-2,1-32,0 34,0-34,-1 27,1-27,-1 21,1-21,-1 12,1-9,0-18,-4-6,2-11,-2-4,0-9,0 2,4-4,0-1,6 3,4 3,5 6,3 7,5 2,1 7,1 6,-25 14,30-9,1 7,-31 2,27 4,0 7,-11 4,-6 6,-7 1,-5-2,-8-3,10-17,-11 16,-4-2,-9 2,-2-4,-1 2,-6-6,2 0,-3-6,-2 2,3-3</inkml:trace>
  <inkml:trace contextRef="#ctx0" brushRef="#br0" timeOffset="418558.134">17353 17475,'0'0,"0"0,-6 0,-10 1,-10 0,-7-1,-1 1,3 4,31-5,-31 5,4 7,27-12,-24 20,6 6,6 10,3 2,3 1,4 2,2 1,-2 1,2-1,-1-3,0 0,1-39,-2 33,1-2,6-7,-5-24,7 23,3-5,6-5,-16-13,17 7,6-3,7-7,2-7,2-5,1-2</inkml:trace>
  <inkml:trace contextRef="#ctx0" brushRef="#br0" timeOffset="419007.2521">17545 17588,'0'0,"-1"8,-5 4,-1 4,-2 10,0 0,-3-1,-1-2,13-23,-8 23,2-5,6-18,7 14,8-5,10-3,3-3,1-2,-29-1,28-7,0 0,-6-4,-22 11,21-14,-21 14,13-13,-13 13,11-15,-11 15,2-14,-2 14,0-11,-2 6,2 5,-5 3,1 9,6 13,0 3,2-2,0 1,0 1,0 0,-4-28,6 26</inkml:trace>
  <inkml:trace contextRef="#ctx0" brushRef="#br0" timeOffset="419494.2972">17861 17492,'0'0,"9"0,5-2,-14 2,17 1,4 0,-21-1,22 6,-4-2,-18-4,19 10,-3 5,-2 4,-1-2,0 7,-4 1,-1 0,0-1,0 1,-1 4,1-1,-2 1,0 5,-1 2,0-4,0-1,3 1,-8-32,9 28,-4-1,-5-27,3 28,-3-6,-6-1,-11-5,-1-7,-9-6,-9-3,1-3,-1-1,-4-3,-1-4,2-2,4-4,35 17</inkml:trace>
  <inkml:trace contextRef="#ctx0" brushRef="#br0" timeOffset="420059.5276">18529 17706,'0'0,"7"-2,4-2,8-4,11 1,9-5,7 2,1-2,1 4,1 0,4 2,-7 1,-4 0,-42 5,34-8,-34 8,25-6,-12-8,-13-4,-10-3,-11 0,-7 3,-4 1,4 5,28 12,-28-9,28 9,-20-6,20 6,-15-4,14 6,17 4,9 6,3 4,5-1,-3 0,-4-1,-26-14,24 14,-5 1,-6 6,-8 2,-6 0,-8-1,-6 1,-7 2,-2 0,-2-3,26-22,-23 18,23-18</inkml:trace>
  <inkml:trace contextRef="#ctx0" brushRef="#br0" timeOffset="420752.9216">19697 17323,'0'0,"0"10,0 8,4 18,1 8,-1 6,-3-1,-2 3,1-5,-4-2,4-45,0 43,0-43,1 31,-1-31,0 24,0-24,-1 14,2-10,-2-14,5-3,5-6,0-3,3-1,7-4,1 1,6 9,3 4,0 7,0 6,-2 8,-7 3,-20-11,21 14,-6 5,-7 2,-4 4,-8 0,-13 0,-5 1,-8-1,-3-2,-4-4,4-6,-2-4,4-6,-3-2,6-6,1-13,2-4,9-3</inkml:trace>
  <inkml:trace contextRef="#ctx0" brushRef="#br0" timeOffset="420954.8325">20344 17619,'0'0,"19"1,15 2,13 4,5-1,-6 0,-46-6,39 5</inkml:trace>
  <inkml:trace contextRef="#ctx0" brushRef="#br0" timeOffset="421133.1144">20373 17777,'0'0,"0"0,3 2,11 0,18 2,5-1,11 0,6-1,0-7</inkml:trace>
  <inkml:trace contextRef="#ctx0" brushRef="#br0" timeOffset="421354.4103">21085 17563,'0'0,"10"3,4-2,8 5,6 2,5-2,1 4,-1-3</inkml:trace>
  <inkml:trace contextRef="#ctx0" brushRef="#br0" timeOffset="421557.5643">20994 17815,'0'0,"10"4,8-4,8 0,19 0,1 0,4-8,-3-6</inkml:trace>
  <inkml:trace contextRef="#ctx0" brushRef="#br0" timeOffset="422076.2483">21528 17325,'0'0,"0"0,0 5,-3 19,-2 5,0 8,0 6,-2 7,0 0,-3 2,1-2,-1-5,3-8,7-37,-6 34,6-34,-2 28,2-28,-3 21,3-21,-1 13,4-9,3-13,5-9,1-1,6-6,2 1,-1 1,4 0,4 7,-2 9,0 7,5 12,-3 5,-6 8,-3 4,-5 0,-8 5,-4-4,-8-2,-3-2,-6-4,-1-8,-6-7,2-2,-4-11,-6-11,-6-10</inkml:trace>
  <inkml:trace contextRef="#ctx0" brushRef="#br0" timeOffset="424952.7025">21924 17648,'0'0,"0"0,3-2,10-4,12-4,8-3,13 0,2 1,6-5,4 5,0 3,-1 1,0 0,-6 2,-51 6,41-9,-41 9,31-5,-18-2,-14-7,-9-3,-13-1,-1-1,-4 0,28 19,-25-13,25 13,-21-8,21 8,-18-6,18 6,-10-2,11 2,-1 0,10 6,7 5,0 7,3 1,-20-19,14 21,-1 6,-6-2,-4-1,-3-24,0 24,-4 0,0-1,4-23,-12 24</inkml:trace>
  <inkml:trace contextRef="#ctx0" brushRef="#br0" timeOffset="425264.5302">22823 17191,'0'0,"5"7,4 10,-1 15,1 1,-1 11,-5 4,5 2,-5-2,0 5,0-2,-2-5,-1-5,0-6,0-35,1 33,-1-14</inkml:trace>
  <inkml:trace contextRef="#ctx0" brushRef="#br0" timeOffset="425575.1956">23124 17241,'0'0,"0"0,-1 1,-12 15,-13-4,-10 6,-1 5,-4 4,41-27,-36 20,7 0,29-20,-19 21,11-2,11 0,10 0,10-5,7 2,7-5,5-2,4-2,5-3,0-1</inkml:trace>
  <inkml:trace contextRef="#ctx0" brushRef="#br0" timeOffset="425754.261">23486 17447,'0'0,"7"0,8-2,12 2,11 2,5-1,2 2,1 1,-46-4,43 3</inkml:trace>
  <inkml:trace contextRef="#ctx0" brushRef="#br0" timeOffset="425914.6143">23537 17568,'0'0,"0"0,4 1,17-1,15 0,9 3,11 3,7-1</inkml:trace>
  <inkml:trace contextRef="#ctx0" brushRef="#br0" timeOffset="428359.4064">24256 17415,'0'0,"0"0,-1-3,3-14,0-5,1-6,8-6,5 2,2-1,12 7,10 8,3 10,3 11,-1 5,-3 10,-9 8,-8 4,-4 4,-9 5,-7 6,-9 1,-6 3,-14-1,0-3,-6-7,-5-5,-2-2,37-31,-34 26,1-5,33-21,-30 19,30-19,-21 12,21-12,-12 7,17-3,24-3,11-4,14 3,5-2,1 2,-6 0,1 2,-8-2,-7 2,-6 1,-34-3,29 2,-29-2,20 1,-7-2,-15-1</inkml:trace>
  <inkml:trace contextRef="#ctx0" brushRef="#br0" timeOffset="430634.467">15162 18311,'0'0,"0"0,1 4,-1-4,3 9,4 8,-1 9,-2 4,-3 8,1 0,-3 4,2-4,1 3,0-2,-2-3,1-4,-1-32,3 29,-3-29,7 26</inkml:trace>
  <inkml:trace contextRef="#ctx0" brushRef="#br0" timeOffset="430885.8715">15367 18395,'0'0,"0"0,0 0,0 1,1 8,0 14,-1 4,-2 6,-1 3,-3 3,4-4,0 0,-1 1,6-5,-3-31,3 28,-3-28,6 20</inkml:trace>
  <inkml:trace contextRef="#ctx0" brushRef="#br0" timeOffset="431165.0003">14930 18399,'0'0,"6"-1,11-4,11-1,13 0,10 3,8-6,2 2,-1 4,1 0,-5 1,-3 2,-4 1,-3-1,-6 3,-7-1</inkml:trace>
  <inkml:trace contextRef="#ctx0" brushRef="#br0" timeOffset="431733.4934">16045 18260,'0'0,"0"0,-5-2,-13-7,-8 3,-4 0,30 6,-33-3,0 1,8 8,25-6,-22 9,4 3,8 13,1-1,5 2,5 7,-1 3,-1-1,2 5,1-4,-1-4,-1-32,1 30,0 0,0-1,-1-29,1 27,-1-2,0-25,2 24,-2-24,3 22,-3-22,6 18,-6-18,8 16,5-4,-13-12,17 8,-17-8,22 4,4-1,-26-3,27 1,2-1,-29 0,29-3,-29 3,25-1,-25 1,20-3,-20 3,13-1,-13 1,8-1,-6 0,-2 1,-2-6,2 6</inkml:trace>
  <inkml:trace contextRef="#ctx0" brushRef="#br0" timeOffset="432503.7227">16342 18333,'0'0,"0"0,-2 9,-3 16,-5 6,0 6,-4 5,1-7,13-35,-15 32,6-5,3-2,6-25,3 20,9-3,10-3,7-6,5-5,-3-7,0-3,-3 1,-1-2,-4-4,1-3,-2-3,-22 18,21-21,-21 21,14-23,-14 23,9-22,-9 22,-1-19,-9 6,10 13,-12-6,-4 10,16-4,-15 15,3 8,5 9,2 1,4 0,2-1,2-1,1-3,4-2,-8-26,9 20,-9-20</inkml:trace>
  <inkml:trace contextRef="#ctx0" brushRef="#br0" timeOffset="432975.8691">16695 18299,'0'0,"9"-2,11 0,4-2,2 1,4 5,-30-2,29 2,-3 3,0 1,-26-6,20 10,-8 7,-3 9,-3 1,-2 3,-1-2,-1 0,-2-28,1 34,1 1,0 6,-1-2,3-3,0-6,1-4,-5-26,3 23,-3-23,4 23,-4-23,2 21,-2-21,1 21,-7-5,-6-2,-5-5,-7-5,-6-3,-3-6,-1-5,34 10,-34-14</inkml:trace>
  <inkml:trace contextRef="#ctx0" brushRef="#br0" timeOffset="433245.2794">17429 18478,'0'0,"12"-1,8-3,4-1,12 0,4 1,-3 1,0 3,0 0,-2 4,-2 2,-5-1,-28-5</inkml:trace>
  <inkml:trace contextRef="#ctx0" brushRef="#br0" timeOffset="433497.0757">17510 18620,'0'0,"9"2,8-1,12 0,6 5,4-1,-2-3,-3 3,-1 0,1-3,-4-2,4 2,-4-3,-30 1,27-2,-27 2</inkml:trace>
  <inkml:trace contextRef="#ctx0" brushRef="#br0" timeOffset="434015.6286">18226 18261,'0'0,"0"0,-3 11,1 14,-3 12,0 5,3 4,2-46,-4 47,2-3,1 4,1 1,0-9,0-40,0 34,0-3,0-31,1 31,-1-31,4 25,2-11,7-18</inkml:trace>
  <inkml:trace contextRef="#ctx0" brushRef="#br0" timeOffset="434299.1873">18492 18409,'0'0,"0"0,0 0,-1 1,-7 0,-14 7,-5-3,-11 4,0 3,-1-1,39-11,-33 13,33-13,-29 12,10 1,14 4,9 1,11-3,12-1,7 2,7-2,12-4,4-2</inkml:trace>
  <inkml:trace contextRef="#ctx0" brushRef="#br0" timeOffset="434519.0771">18927 18517,'0'0,"11"0,12 0,6 6,13-2,2 0,-3 3,-41-7</inkml:trace>
  <inkml:trace contextRef="#ctx0" brushRef="#br0" timeOffset="434716.8209">18918 18703,'0'0,"10"0,6 3,12 2,7 0,12-6,0 1,7-2,-4 0</inkml:trace>
  <inkml:trace contextRef="#ctx0" brushRef="#br0" timeOffset="435328.9741">19704 18353,'0'0,"0"0,0 0,0-4,0 4,-1-8,0-6,2-3,6-2,4-1,4 3,4 4,5 5,2 7,0 4,2 9,-2 3,-2 9,-7 5,-6 3,-11 5,-9 5,-11-3,-10 5,-5-1,-4-4,2-11,2-9,4-1,31-18,-26 14,26-14,-20 9,11-4,14-2,10-2,12 1,12 0,6 1,5 1,-1 3,2-1,-4 2,-7 1,-6 0,-34-9,29 11,-29-11,22 7,-11-7,-15-7</inkml:trace>
  <inkml:trace contextRef="#ctx0" brushRef="#br0" timeOffset="437127.2683">12078 2746,'0'0,"0"0,-2-4,-5-10,-3-4,0-4,2-3,8 25,-3-25,7-1,6 2,6 3,0 6,-16 15,27-8,-1 5,4 7,0 10,-2 2,-5 7,-7 4,-6 5,0 10,-4 2,-4 2,-4 2,-4-5,-2-1,-6 2,-10 1,-2-2,-9 1,0-5,1-6,3-5,31-28,-28 19,28-19,-17 13,6-8,17-8,11-7,16-1,8-4,14 0,2 0,3-1,-2 3,-9 1,-8 1,-41 11,36-5,-36 5,25-3,-25 3,16-2,-9 9</inkml:trace>
  <inkml:trace contextRef="#ctx0" brushRef="#br0" timeOffset="438434.2921">11294 2559,'0'0,"0"0,-2 1,-5 9,-4 2,-3 11,-6 2,-5 5,-1 0,26-30,-20 27,20-27,-19 25,19-25,-9 22,9-22,-3 14,6-7,7-14,7-7,0-7,5-2,-4-4,0-2,-1-2,-1 0,-16 31,12-32,-1 0,-11 32,8-31,-8 31,6-24,-6 24,3-17,-3 17,3-7,-3 11,1 10,4 5,-2 7,0 1,0 5,-2-1,1 6,0 4,5 4,1 3,1 6,2 0,5-1,-1-1,1-2,-6-7,1 0,-2-4,-5-5,-4-34,0 32,0-3,0-29,-1 28,1-28,-2 19,2-19,-1 14,1-14,0 8,0-8,1 8,-1-8,-1 1,-5 3,-12-1,-5 3,-7 3,-7-1,-3 2,1-3,1-3,38-4,-32 5,32-5,-21 3,21-3,-15 1,15-1,-8 1,6-3,13-10,14-1,8-9,9 0,9 0,1 1,-2 1,-6 6,-8 3,-36 11,31-7,-31 7,25-5,-25 5,17-2,-17 2,16-2,-7 7</inkml:trace>
  <inkml:trace contextRef="#ctx0" brushRef="#br0" timeOffset="442171.5498">16212 3563,'0'0,"0"0,0 0,0-1,0 1,0-1,4 3,3 4,7 5,5-2,3-2,4 2,9-4,4-4,7 1,3 2,6-2,4-4,5-1,5-1,1 1,8 3,3 0,-1 3,-2-2,7 1,-2-2,3 0,-1 3,-1-3,-4 0,1 5,-3 0,2-3,2 5,-3-1,-3 2,0-2,-5-1,-7-2,-7-2,-8 2,-7-1,-6 2,-1-4,3-4,2-2,2-1,3-4,3-2,-1-3,-3 2,-3-2,-5 3,-36 13,27-13,-27 13,24-11,-24 11,18-11,-18 11,10-8,-10 8,7-6,-7 6,5-2,-5 2,7 1,2 10,-1 4,0 5,-4 4,-1 1,-2 5,0-2,-4 5,-1 2,4 2,-3 3,0 7,2 3,-1 7,-1 2,0 7,-1 1,0 6,3 5,-2 2,5 4,-2 8,3 1,0 4,-6 7,3 0,0 4,-2 3,3 1,2 2,1 1,-1 7,0-3,5 5,-1 0,-3 8,-1 0,-2-2,5 4,3 2,3-1,0 1,3-1,0-1,0 4,-1 3,0 1,3 1,-7-4,4 5,-5-1,5 3,-4-3,4-2,1-1,5 2,-10-4,7 0,-3-1,5-3,-4 2,-1-6,1 3,-1-8,-3-3,4-5,-4-5,-3-5,3-5,-6 0,-5-5,-6-7,3-4,-6-11,2-7,2-8,-5-7,4-6,-1-2,-3-7,-5-4,-4-6,-6 1,-5-4,-15-1,-6 4,-14-1,-15-1,-13 3,-15 1,-14 3,-14 8,-13 5,-14 13</inkml:trace>
  <inkml:trace contextRef="#ctx0" brushRef="#br0" timeOffset="443193.8168">19669 11343,'0'0,"0"0,0 0,0 0,1 1,-1-1,3 5,-1 3,-2-8,10 9,6 0,15 2,8-3,12 1,13-5,7 0,8-6,4-2,12 1,0-2,7 1,5-2,5 2,5 0,10-2,0 0,5 0,5-2,3 1,3 2,3-3,10 1,-1 1,5 2,6-5,4 1,1 0,9-2,7 7,-2-3,6 2,4-2,3 5,6-2,5 0,2 0,1 2,2-2,3 3,-1-1,1 1,2 0,2 0,-3 2,1-3,5 5,10 2,-4-2,2 2,-1 2,-3-1,-4 2,-3 0,7 0,-3 0,0 2,-5 1,-3-1,-4 0,-7 3,-3-3,-4 2,-7-1,-6 0,-8-1,-9-4,-9 1,-10 0,-11-6,-9 0,-11-2,-11-5,-15-2,-12 1,-16-4,-5 0,-60 10,47-12,-47 12,37-13,-13-5,-21 0,-18 1,-13 0</inkml:trace>
  <inkml:trace contextRef="#ctx0" brushRef="#br0" timeOffset="444898.9569">20995 539,'0'0,"0"0,0 0,2-2,-8 1,-9 5,-9 2,-7 11,-2 3,-2 6,5 5,2 9,3 0,7 2,2 2,16-44,-4 35,5-5,-1-30,12 21,1-13,7-16,0-7,4-10,-1 1,-2-3,0 0,0 6,-21 21,21-24,-21 24,20-17,-3 6,-17 11,12 0,-7 11,-2 15,-4 9,-4 4,-1 8,-4 3,0 1,2 4,4-2,4-4,7-7,3-4,8-7,3-8,4-4,5-6,10-12</inkml:trace>
  <inkml:trace contextRef="#ctx0" brushRef="#br0" timeOffset="445197.3886">21944 1058,'46'-3,"18"2,15 5</inkml:trace>
  <inkml:trace contextRef="#ctx0" brushRef="#br0" timeOffset="445919.582">19326 694,'0'0,"0"0,1 2,2 14,-3 7,-1 11,-1 6,2 3,0 13,3 1,-3 11,-3 6,0 2,-1 5,-4 4,2 5,0 6,4 7,-7 7,3 6,-2 5,1 6,-3 5,4 4,3 1,3 2,4-1,8 1,-3 6,5 16,4 7,-6-1</inkml:trace>
  <inkml:trace contextRef="#ctx0" brushRef="#br0" timeOffset="446469.4869">20862 631,'0'0,"7"0,2 7,3 4,5 4,-4 9,-2 8,-3 2,-4 11,-3 7</inkml:trace>
  <inkml:trace contextRef="#ctx0" brushRef="#br0" timeOffset="446939.9073">21745 960,'0'0,"16"-6,13-6,12 0,18-1,8 5,6 1</inkml:trace>
  <inkml:trace contextRef="#ctx0" brushRef="#br0" timeOffset="447359.6493">22597 836,'0'0,"-5"6,-4 8,7 6,6 4,12 0,15-2,7 1,3-9,5 6,-6-4,-5 0,-6 2,-5 0,-24-18,16 19,-9 0,-7 3,-7-1,-9 1,-7-1,-11-2,-8 6,-9 0,-4-3</inkml:trace>
  <inkml:trace contextRef="#ctx0" brushRef="#br0" timeOffset="447646.3476">22765 794,'0'0,"10"-5,6-2,12-3,10-4,14 1,3 1,7-1,-3 5,-7-1,-2 2,-4 3,-3 0,-8-1,-35 5,30 1</inkml:trace>
  <inkml:trace contextRef="#ctx0" brushRef="#br0" timeOffset="586312.1836">19646 1023,'0'0,"0"0,-2 0,-10 0,-1 7,-3 3,-6 6,1 1,1 9,5-1,-2 2,6 9,2 3,4 1,5 8,2 0,11-3,-3 0,5-3,1-6,2-1,0-8,-4 0,-8-4,-6 0,-6 2,-2 4,-7-3</inkml:trace>
  <inkml:trace contextRef="#ctx0" brushRef="#br0" timeOffset="586908.8481">19315 1647,'0'0,"8"-8,18-11,21-11,20 0,14-5,4 1,4 5,-13 4,-76 25,60-22,-60 22,41-14,-41 14,27-12,-16 10,-13 7,-7 8,-7 8,-3 2,-1 5,7 2,3-1,10-29,0 26,10-2,8-1,2-7,3-3,-2-6,-21-7,22 2,-5-7,2-10,-2-8,1-5,0-7,-18 35,18-29,-18 29,14-25,5 14,-3 8,-16 3,17 7,-17-7,16 14,-16-14,13 13,-13-13,7 9,-7-9,6 6,-6-13,-1-9,2-8,-1-10,6-4,9 0,6 3,6 7,-27 28,31-21</inkml:trace>
  <inkml:trace contextRef="#ctx0" brushRef="#br0" timeOffset="587207.4195">20110 1473,'0'0</inkml:trace>
  <inkml:trace contextRef="#ctx0" brushRef="#br0" timeOffset="590603.8994">19557 2787,'0'0,"0"8,-2 7,4 18,1 6,1-1,-4-38,7 34,8-6,-15-28,20 12,-6-15,-14 3,11-15,-11 15,6-21,-6 21,-5-20,5 20,-4-14,2 9,6 10,13 2,3 4,11-4,3-3,-1-8,-33 4,31-6,-6-7,-6-7,-13-5,-7-2,-8-1,-11 2,-6 3,-5 7,-4-2</inkml:trace>
  <inkml:trace contextRef="#ctx0" brushRef="#br0" timeOffset="590979.2294">19824 2458,'0'0,"6"8,3 3,3 17,6 11,2 8,2 2,-1 2,0-3,-21-48,17 39,-17-39,14 32,-14-32,8 22,-5-15,-7-13,0-9,-5-10,5-6,4 31,-4-31,8 5,-4 26,13-20,6 12,6 11,4 11,2 5,-3 2,0 8,-2 4,-26-33,21 31</inkml:trace>
  <inkml:trace contextRef="#ctx0" brushRef="#br0" timeOffset="591136.475">20335 2709,'0'0,"0"0,2 7,1 10,6 8,-3 4,3 7</inkml:trace>
  <inkml:trace contextRef="#ctx0" brushRef="#br0" timeOffset="591263.9889">20317 2645,'0'0,"0"0</inkml:trace>
  <inkml:trace contextRef="#ctx0" brushRef="#br0" timeOffset="591766.5935">20474 2473,'0'0,"0"0,0 4,2 8,3 9,3 5,2 7,2 1,-1 2,0 0,0-4,1-5,0-1,-12-26,14 18,6-8,-20-10,22 5,-22-5,21-4,4-7,3-5,1-4,1 3,1 0,-3-2,3 1,-31 18,27-17,-27 17,21-19,-21 19,17-15,-17 15,9-14,-10 6,-10 3,-8 7,-7 6,-7 14,6-1,0 3,11 2,8 3,16-5,9-6,11-1,9-3,4-6,3-5,-1-2,-2-6,-6-2,0-7,-4-2</inkml:trace>
  <inkml:trace contextRef="#ctx0" brushRef="#br0" timeOffset="591973.997">21526 2457,'0'0,"7"13,1 10,0 15,1 11,-1 1,-8 0,0-50</inkml:trace>
  <inkml:trace contextRef="#ctx0" brushRef="#br0" timeOffset="592227.1259">21708 2464,'0'0,"-4"5,-11 11,-6 4,-10 2,31-22,-28 23,6-2,22-21,-13 18,10-1,24-2,11-3,15-4,10-5,9-6</inkml:trace>
  <inkml:trace contextRef="#ctx0" brushRef="#br0" timeOffset="592541.1292">22120 2432,'0'0,"12"-1,7 0,5-2,-24 3,32 1,-32-1,31 0,-31 0,26 6,-13 2,-7 6,-15 1,-10 5,-6-1,-3 3,0 3,2-2,5-2,21-21,-21 26</inkml:trace>
  <inkml:trace contextRef="#ctx0" brushRef="#br0" timeOffset="592949.7311">22641 2420,'0'0,"0"0,0 6,-6 10,-7 4,-6 3,0 6,19-29,-17 25,6-2,11-23,1 20,9-2,11-9,9-11,2-5,-2-6,0-4,-7-3,-4-2,-7-4,-3 1,-9 25,5-24,-6 2,-7 1,-4 6,-5 5,-2 5,-3 3,-11 9,-1 7</inkml:trace>
  <inkml:trace contextRef="#ctx0" brushRef="#br0" timeOffset="599316.2184">21618 3293,'0'0,"0"0,-4-6,2-1,10-7,3-2,9 5,8 4,2 7,-1 4,-4 5,-5 6,-7 6,-10 12,-12 8,-11 8,-7 1,-9-3,-3-7,39-40,-35 30,35-30,-28 17,11-6,13-8,13-7,16-6,17-9,14-4,15-2</inkml:trace>
  <inkml:trace contextRef="#ctx0" brushRef="#br0" timeOffset="599598.0547">22016 3260,'0'0,"10"1,7 0,14 0,8 0,5 4,0 3,-4 2,-8 1,-9 4,-5 3,-11 8,-4 7,-7 4,-8 9,-6-1,1 1,-2 2,19-48,-20 49</inkml:trace>
  <inkml:trace contextRef="#ctx0" brushRef="#br0" timeOffset="599934.103">22622 3216,'0'0,"0"7,-8 6,4 15,-6 12,-2 6,4 0,6-5,6-10,8-11,3-9,4-10,-4-6,-1-8,1-11,4-6,-8-3,-2-3,-3-6,-6 0,-7 2,-3 5,10 35,-16-25,-6 11,-6 11,-4 14,32-11</inkml:trace>
  <inkml:trace contextRef="#ctx0" brushRef="#br0" timeOffset="600751.9987">23745 2453,'0'0,"-7"9,-5 9,12-18,-13 26,-8 9,4 5,2 2,9-3,6-39,-2 34,10-10,-8-24,15 15,2-10,3-15,-5-10,2-2,-17 22,10-28,-3-2,-7-4,0 34,-2-30,2 30,-3-22,1 8,2 14,1-3,5 14,4 10,-1 8,5 3,-4 7,5 2,4 4,-1 2</inkml:trace>
  <inkml:trace contextRef="#ctx0" brushRef="#br0" timeOffset="601102.415">23929 2643,'0'0,"0"6,3 5,1 4,-4-15,10 17,-10-17,7 17,-7-17,6 14,-2-9,-1-8,-1-8,-5-3,1-5,1-5,1-1,0 25,3-27,-3 27,9-19,3 5,9 13,4 8,-2 9,0 4,0 5,1 0,5 2,7-1</inkml:trace>
  <inkml:trace contextRef="#ctx0" brushRef="#br0" timeOffset="601514.4495">24452 2498,'0'0,"-3"5,-2 9,-2 13,-2 7,-2 8,11-42,-4 42,5-6,-1-36,9 27,2-13,5-13,5-16,-4-9,-1-4,-7-9,-4-5,-8-8,-7-8,-7-2,-2-1,-1 5,20 56,-19-50,19 50,-12-37,4 10,4 18,9 10,3 12,3 12,12 13,3 9,2 11,7 15,4 6,-2 7</inkml:trace>
  <inkml:trace contextRef="#ctx0" brushRef="#br0" timeOffset="604236.6254">25467 1964,'0'0,"3"7,3 5,4 12,6 7,1 7,-2 5,2 2,-2 1,-15-46,18 41,-18-41,12 36,-12-36,11 26,-11-26,8 17,-5-9,-6-13,-6-9,-4-10,-10-5,2-6,-3-5,1-7,3-5,7 1,11-1,5 7,-3 45,13-42,8 10,6 4,4 8,1 11,-32 9,31-3,-4 7,-7 10,-13 6,-6 5,-7 9,-12 0,-10 2,-1 1,29-37,-31 34,8-9</inkml:trace>
  <inkml:trace contextRef="#ctx0" brushRef="#br0" timeOffset="604629.1113">26149 1794,'0'0,"0"0,-9 4,-11 8,-9 6,-1 3,-3 3,5 1,3-2,8 1,4 0,7 2,3 4,5 1,2 5,2 2,2-1,-4 2,2-6,-4 2,-2-35,-1 30,-1-2,2-28,2 24,3-4,8-7,6-8,5-7,7-3,8-5,9-2,1 1,1 0,-50 11,48-8</inkml:trace>
  <inkml:trace contextRef="#ctx0" brushRef="#br0" timeOffset="605729.1966">26380 2049,'0'0,"0"0,0-7,0 7,4-11,-4 11,4-15,-4 15,8-18,8 2,4 8,-20 8,29-3,3 8,-2 7,-2 4,-28-16,21 19,-10 3,-11-22,3 23,-3-23,-1 20,1-20,-1 16,11-5,13 1,-23-12,25 8,0 5,-7 1,-11 4,-16 3,-13 1,-11 3,-10-6,1 1,42-20,-44 18</inkml:trace>
  <inkml:trace contextRef="#ctx0" brushRef="#br0" timeOffset="606171.9688">26987 1812,'0'0,"8"-2,-8 2,11 3,5 1,-16-4,18 4,-4 7,-14-11,11 16,-3 7,-2 9,-1 1,7-2,0 3,10-1,-1-2,3-2,0 0,-1 0,-23-29,20 25,-20-25,13 22,-13-22,6 22,-7-6,-10-1,-11-1,-10-2,-12 1,-8 0,-6 4,1-3</inkml:trace>
  <inkml:trace contextRef="#ctx0" brushRef="#br0" timeOffset="606424.0964">27717 1998,'0'0,"15"-2,11-2,14 1,10-3,5 6,-7 4,-8 1,-6 4,-34-9</inkml:trace>
  <inkml:trace contextRef="#ctx0" brushRef="#br0" timeOffset="606738.0179">27501 2286,'0'0,"10"-6,12-3,17-6,18-3,7 2,8 0,-6 2,-4 2,-15 2,-47 10,38-7,-38 7,28-3,-28 3,26-1,-26 1</inkml:trace>
  <inkml:trace contextRef="#ctx0" brushRef="#br0" timeOffset="607067.638">27755 1994,'0'0,"0"0,12 0,20-2,10-1,12-1,2-1,-1 1,1 1,-6-1,-4 1,-6 1,-40 2,34-4,-34 4,27-3</inkml:trace>
  <inkml:trace contextRef="#ctx0" brushRef="#br0" timeOffset="607319.085">27951 1707,'0'0,"0"0,-1 2,2 9,-1 10,-4 6,0 11,-2 8,-2 7,-6 13,-1 8,-4 8,1 3,-1-1,9-2</inkml:trace>
  <inkml:trace contextRef="#ctx0" brushRef="#br0" timeOffset="607931.4445">28747 2068,'0'0,"3"14,3 13,0 15,5 6,-11-48,11 47,-11-47,7 37,-7-37,6 27,-6-27,3 17,-2-12,-2-14,-5-10,-4-9,-6-9,-5-4,0-8,-5-2,-1-5,6 3,11 2,9 5,8 9,9 8,7 8,10 4,1 7,6 5,-1 8,-39-3,37 2,-8 7,-29-9,21 14,-10 3,-19 6,-19 3,-10-1,-9-1,-5-2,6-3,45-19,-38 16</inkml:trace>
  <inkml:trace contextRef="#ctx0" brushRef="#br0" timeOffset="608405.6179">29413 1710,'0'0,"0"0,0 0,-8-1,-11 5,-9 1,-5 4,-2 1,2 1,9 5,3 1,6 5,4 5,7 3,0 11,7 2,-3 2,-2 5,4 0,-6-4,0 4,-1-3,-3-3,1 0,-2 1,0-5,5 0,2-5,3-5,-1-30,5 25,6-3,11-10,2-7,3-4,9-9,6-4,10-2,4 1,3 5,-8 5,-51 3,45 2,-45-2,36 4,-36-4</inkml:trace>
  <inkml:trace contextRef="#ctx0" brushRef="#br0" timeOffset="610503.0275">29776 1809,'0'0,"0"0,0 0,-4 0,-7 0,11 0,-19 5,-5 7,24-12,-23 16,5 7,8 6,13 1,7-3,10-1,11-3,0-2,-1-2,0-5,-5 3,-25-17,21 17,-7 2,-14-19,5 25,-10-1,-14 1,-13-5,-4-2,0-5,0-2</inkml:trace>
  <inkml:trace contextRef="#ctx0" brushRef="#br0" timeOffset="610691.888">29790 1809,'0'0,"12"-1,9-5,19-2,12 1</inkml:trace>
  <inkml:trace contextRef="#ctx0" brushRef="#br0" timeOffset="611067.9904">30201 1641,'0'0,"11"1,11-2,-22 1,30-1,9 2,-39-1,39-1,-4 5,-35-4,26 10,-8 6,-14 6,-8 7,-7 4,0-3,2 5,6-1,5-1,2 4,6-1,3 1,4 2,-3 2,3-8,-17-33,15 30,-3-2,-12-28,7 24,-3-5,-6 2,2-21,-6 19,-7-2,-10-1,-8 0,-13 0,-17 3</inkml:trace>
  <inkml:trace contextRef="#ctx0" brushRef="#br0" timeOffset="619702.9981">26849 2733,'0'0,"0"0,0-5,0 5,-11-12,-6 5,-10 10,-7 6,-2 14,-4 8,3 10,6 0,5 5,13-3,9-4,4-39,5 35,12-9,7-10,2-9,-2-7,0-7,-8-11,3-3,-2-6,0 0,-8-4,1-2,-7-2,-2-1,-1 36,-2-33,2 33,0-30,0 30,-3-21,5 11,2 12,4 7,5 8,1 7,2 5,1 3,8 6,3 3,7 5</inkml:trace>
  <inkml:trace contextRef="#ctx0" brushRef="#br0" timeOffset="619907.163">27340 2905,'0'0,"13"-7,18-4,17-4,24-1,11 1,8 4,6 5,-8 5,-14 8,-75-7,65 12</inkml:trace>
  <inkml:trace contextRef="#ctx0" brushRef="#br0" timeOffset="620095.4453">27474 3061,'0'0,"20"-6,17 1,14-2,23-2,8 3,4 2,-2 3,-7-3</inkml:trace>
  <inkml:trace contextRef="#ctx0" brushRef="#br0" timeOffset="620346.2276">27822 2551,'0'0,"0"0,-2 11,-2 25,-4 14,-1 14,-4 13,-1 11,0 5,5 8,3 6,10-4</inkml:trace>
  <inkml:trace contextRef="#ctx0" brushRef="#br0" timeOffset="620852.0985">28362 2678,'0'0,"3"9,4 9,2 25,3 9,-4 15,3 6,-3-1,-7-13,-1-59,3 56,-3-56,-1 41,1-41,-3 28,1-13,-1-16,-1-14,0-9,5-13,6-4,7-3,7 1,9 7,1 12,3 10,-2 12,2 10,-2 7,0 6,-5 3,-7 5,-6 0,-10-1,-8 2,-7-6,-5-4,-4-1,-3-5,-8-6,-8-2,-9 0,-2-4,6-2,13-7,22-6</inkml:trace>
  <inkml:trace contextRef="#ctx0" brushRef="#br0" timeOffset="621291.8761">28972 3145,'0'0,"7"-2,11-4,13 0,14 0,11-2,-1 0,0-1,-5 1,-50 8,42-5,-42 5,31-9,-31 9,21-4,-14-4,-14-1,-14 1,-6 2,27 6,-35-6,35 6,-30-7,30 7,-25-3,12 1,13 0,8 7,-8-5,17 4,-17-4,21 9,1 3,-5 5,-5 2,-6 4,-12 3,-1 2,-8 4,-2 4,17-36</inkml:trace>
  <inkml:trace contextRef="#ctx0" brushRef="#br0" timeOffset="621590.247">29724 2914,'0'0,"0"0,3 5,-2 13,7 7,-2 9,-2 8,0-2,1 5,-5-1,4 0,-3-3,-2 0,-1-6,2-35,-1 35</inkml:trace>
  <inkml:trace contextRef="#ctx0" brushRef="#br0" timeOffset="622532.527">29526 3166,'0'0,"0"0,5-5,5-10,22-11,9 0,7 2,2 5,-1 9,-7 4,-5 3,-6 5,-5 2,-2 1,-2 1,-2 7,-20-13,16 13,1 8,-5 3,-12-24,12 26,-12-26,7 26,-7-26,2 24,-2-24,0 15,0-15,-2 10,1-6,-2-7,-1-9,2-10,0-5,0-9,2 36,4-37,6 2,-10 35,12-28,6 8,7 14,1 11,-4 7,1 4,-1 3,-5 1,-17-20,20 17,-20-17,20 15,-20-15,15 10,-15-10,12 5,-2-10,-10 5,11-13,4-4,-15 17,15-26,1 0,-16 26,18-28,-1 5,-17 23,14-23,-14 23,13-17,-13 17,11-14,-11 14,9-12,-9 12,7-8,-7 8,2-3,-2 3,1 3,0 1,6 6,6-3,9-2,5-6,-27 1,28-3,3-4,-2-1,-29 8,23-12,-23 12,19-14,-19 14,11-16,-9 1,-10 2,8 13,-17-6,-8 6,25 0,-31 12,3 6,28-18,-28 23,12 3,10 6,17-4,14 1,23-2</inkml:trace>
  <inkml:trace contextRef="#ctx0" brushRef="#br0" timeOffset="623763.321">20911 4519,'0'0,"0"0,0 4,-2 10,1 8,2 5,0 4,-1-31,3 30,2-2,-5-28,10 25,-10-25,11 20,1-15,1-6,-13 1,11-10,-11 10,4-15,-4 15,1-14,-1 14,1-5,-1 5,4 4,7 3,7 2,-18-9,21 9,4-9,-25 0,27-11,-5-7,-22 18,17-20,-17 20,12-24,-5 0,-7 24,-1-21,-3-1,2-4</inkml:trace>
  <inkml:trace contextRef="#ctx0" brushRef="#br0" timeOffset="624125.0789">21307 4264,'0'0,"0"0,4 8,8 9,0 7,5 7,4 3,-3 7,-3 1,0 0,-8 0,-7-42,2 37,-2-37,-2 28,2-28,-5 19,3-12,2-13,-1-7,4-9,2-4,-5 26,11-23,3 1,6 7,3 11,3 5,0 7,-4 5,1 6,-6 3,0 5,-3-3,1-3</inkml:trace>
  <inkml:trace contextRef="#ctx0" brushRef="#br0" timeOffset="624297.1574">21825 4534,'0'0,"0"0,5 9,3 12,7 7,2 1,2 6,-19-35</inkml:trace>
  <inkml:trace contextRef="#ctx0" brushRef="#br0" timeOffset="624470.4626">21838 4292,'0'0,"0"0,1 1,9 2,5-4</inkml:trace>
  <inkml:trace contextRef="#ctx0" brushRef="#br0" timeOffset="624627.4192">22093 4364,'0'0,"3"11,7 10,0 12,4 13,4 10,6-5</inkml:trace>
  <inkml:trace contextRef="#ctx0" brushRef="#br0" timeOffset="624941.475">22410 4418,'0'0,"9"-8,6 0,11-7,3-2,0 1,-29 16,25-14,-25 14,19-14,-19 14,9-9,-10 4,-13 10,-1 7,-1 7,0 2,0 5,7-1,4 0,4-1,7 1,10-1,2-1,12-2,7-1,10-5,8-5</inkml:trace>
  <inkml:trace contextRef="#ctx0" brushRef="#br0" timeOffset="625412.2268">23160 4420,'0'0,"10"0,9 0,18-7,21-4,10 0,0-2,3-1,-7 5,-15 2,-8-5,-41 12,33-6,-33 6,18-5,-8 1,-12-3,-11 5,-11 0,24 2,-27-5,27 5,-30-2,30 2,-25-3,9-1,15 0,11-1,9 0,5 2,3 4,-1 3,-6 4,-20-8,22 17,-6 3,-12 10,-4 5,-6 5,-9 1,0 2,15-43,-12 38</inkml:trace>
  <inkml:trace contextRef="#ctx0" brushRef="#br0" timeOffset="625651.0726">24285 4077,'0'0,"2"7,3 8,7 15,-1 10,7 8,-2 4,0 4,-1 3,-3-4,0 2,-12-57,9 50</inkml:trace>
  <inkml:trace contextRef="#ctx0" brushRef="#br0" timeOffset="626358.1107">24200 4326,'0'0,"8"-10,9-6,14-4,9 0,6 6,3 9,5 10,-6 8,-4 4,0 7,-7 4,-8 0,-9 3,-20-31,15 30,-15-30,4 24,-7-6,-7-10,-3-11,-6-4,6-6,-2-8,8-2,3-7,10 1,2 0,8 4,-16 25,17-15,9 10,6 10,-4 5,2 7,-3 2,0-2,-2 0,-25-17,30 12,-1-5,1-8,-30 1,22-9,-3-2,-19 11,13-19,-13 19,9-15,-9 15,4-13,4 5,2-5,8 4,5 2,7-4,6-3,-1-2,-35 16,32-17,-3-2,-29 19,22-25,-11 0,-11 4,-12 3,-9 13,-5 8,-7 12,0 9,2 7,8 1,16 2,11-4,18-1,19-4,23-8,20-12</inkml:trace>
  <inkml:trace contextRef="#ctx0" brushRef="#br0" timeOffset="630064.303">20792 5302,'0'0,"0"0,4 9,2 16,4 7,3 10,-6 8,4 6,0 1,1 4,-7-3,2-5,-3-1,-3-7,-1-45,4 40</inkml:trace>
  <inkml:trace contextRef="#ctx0" brushRef="#br0" timeOffset="630378.3455">21070 5409,'0'0,"-11"11,-14 14,-8 9,-4 7,-5 4,6 0,3-9,33-36,-22 31,12-9,12-6,17-10,11-4,11-5,10-6,7 1,6-4,5 0,4 1</inkml:trace>
  <inkml:trace contextRef="#ctx0" brushRef="#br0" timeOffset="630553.4692">21580 5591,'0'0,"7"-3,8-1,19-5,17 4,9 1,-1 0,-3 7</inkml:trace>
  <inkml:trace contextRef="#ctx0" brushRef="#br0" timeOffset="630742.6372">21532 5808,'0'0,"0"0,7-3,15-4,14-3,11 0,11-3,8 0,4 1,-1-1,0 0,-8 2</inkml:trace>
  <inkml:trace contextRef="#ctx0" brushRef="#br0" timeOffset="631088.356">22731 5271,'0'0,"2"6,0 6,3 17,2 6,2 4,-1 8,4 0,-2-1,2-1,-2-2,1-2,-4-5,-7-36,3 32</inkml:trace>
  <inkml:trace contextRef="#ctx0" brushRef="#br0" timeOffset="631339.3391">23079 5249,'0'0,"0"0,0 1,2 6,1 7,3 4,2 9,-4 6,3 2,4 5,-3 0,1 4,1-3,-4 2,-6-7,5-17</inkml:trace>
  <inkml:trace contextRef="#ctx0" brushRef="#br0" timeOffset="631653.4269">22642 5278,'0'0,"8"-2,10-4,18-8,15-1,15-4,9-1,14 0,6 1,-3 4,-6 2,-14 2,-17 4,-12 3,-43 4,33-4,-6 4,-3-3</inkml:trace>
  <inkml:trace contextRef="#ctx0" brushRef="#br0" timeOffset="632067.5639">23997 4966,'0'0,"0"0,-6 0,-18 11,-11 4,-2 3,-5 4,7 0,11-2,24-20,-19 21,8 4,8 4,6 6,4 1,-2 6,3-1,-5 4,-6 5,0-5,2 4,-2-5,0-2,-1-8,2 0,1-7,4-2,4-2,0-1,5-1,5-6,5-6,6-4,11-7,7-9,11-8,11-11,2-10</inkml:trace>
  <inkml:trace contextRef="#ctx0" brushRef="#br0" timeOffset="632300.0533">24347 5064,'0'0,"0"0,2 9,2 9,6 15,1 6,2 13,-2 4,2 2,-8 2,-2-2,-1-8,-2-50,-1 45,3-16</inkml:trace>
  <inkml:trace contextRef="#ctx0" brushRef="#br0" timeOffset="632568.1838">24691 5155,'0'0,"0"0,-3 6,-16 10,-14 7,-2 6,-8 2,3-2,6-3,34-26,-22 21,8-2,17-1,13-5,9 0,9-4,11-6,5-3,5-3</inkml:trace>
  <inkml:trace contextRef="#ctx0" brushRef="#br0" timeOffset="632969.3123">24910 4936,'0'0,"8"-1,8-3,5-3,10 4,-2 2,-29 1,31 2,-6 7,-5 6,-9 3,-9 8,-3 5,1 0,-2 1,1 4,6-3,-1 2,6 0,0-4,-1 3,4-1,-1 0,-4 2,-4-3,-4-32,8 27,-5-3,-3-24,-3 24,-4-4,-3-1,-7 0,-5-3,-12 2,-8-2,-14 0</inkml:trace>
  <inkml:trace contextRef="#ctx0" brushRef="#br0" timeOffset="633391.3338">22345 5302,'0'0,"9"-4,18-6,16-6,27-2,17 2,19 1</inkml:trace>
  <inkml:trace contextRef="#ctx0" brushRef="#br0" timeOffset="633752.414">25599 5078,'0'0,"7"-1,13-3,9 1,19 0,5 6,9 4,2 3,-5 3</inkml:trace>
  <inkml:trace contextRef="#ctx0" brushRef="#br0" timeOffset="633909.6113">25736 5295,'0'0,"21"-5,17 0,23-3,24 2</inkml:trace>
  <inkml:trace contextRef="#ctx0" brushRef="#br0" timeOffset="634115.0044">26424 4912,'0'0,"0"0,5 9,1 19,2 10,3 10,-1 8,-2 3,-1 3,2 1,-9-63,7 60</inkml:trace>
  <inkml:trace contextRef="#ctx0" brushRef="#br0" timeOffset="634334.1268">26709 4953,'0'0,"2"7,0 7,7 12,0 14,-1 10,4 4,-4 4,-3-3,2-3,-7-52,6 41</inkml:trace>
  <inkml:trace contextRef="#ctx0" brushRef="#br0" timeOffset="634538.1622">26254 4999,'0'0,"14"-4,15-4,24-2,13-1,15 0,10 4,5 1,3-4</inkml:trace>
  <inkml:trace contextRef="#ctx0" brushRef="#br0" timeOffset="635040.3912">27381 4750,'0'0,"0"0,0 0,0 0,-8 0,-18 6,-5 2,-6 5,0-1,37-12,-34 13,34-13,-23 14,8 4,10 3,3 6,3 1,-3 8,5-1,-4 8,0 7,-4 0,-8 8,-3 2,1-2,0-8,-2-1,3-5,2-8,5-2,4-2,5-5,7-3,-9-24,11 21,3-6,14-9,9-6,11-7,9-3,5-3,6 5,-6-1,-5 3,-2 2,-12-1,-43 5,34-3,-34 3,28-1,-28 1,20 0,-14-1,-15-5,-14-1</inkml:trace>
  <inkml:trace contextRef="#ctx0" brushRef="#br0" timeOffset="636400.71">27505 4992,'0'0,"4"-5,6-5,3-3,8 4,3 1,3 11,0 3,-5 9,-2 5,-8 7,-8 5,-3 0,-11 4,-11-1,-5-2,-5-2,31-31,-32 21,32-21,-27 19,27-19,-18 10,14-2,20-4,18-4,17-2,16-4,14 1,2-9</inkml:trace>
  <inkml:trace contextRef="#ctx0" brushRef="#br0" timeOffset="636794.4046">27958 4786,'0'0,"4"-4,10 0,10-6,13 1,6 2,7 3,-5 1,-9 8,-4 1,-7 9,-8 6,-5 1,-4 7,-5 7,-2 2,-5 6,-1 8,5 3,2 2,5-3,4 3,3-6,5-8,-3-5,-16-38,17 31,-3-6,-14-25,12 21,-12-21,5 18,-8-2,-18-1,-13-2,-19 0,-14-5,-28 2</inkml:trace>
  <inkml:trace contextRef="#ctx0" brushRef="#br0" timeOffset="639006.0939">28946 5117,'0'0,"14"-3,13 0,18 1,21 0,12 4,6 3</inkml:trace>
  <inkml:trace contextRef="#ctx0" brushRef="#br0" timeOffset="639193.5322">29067 5340,'0'0,"11"-4,16-2,19-2,16 1,15-1,13 3,7-6</inkml:trace>
  <inkml:trace contextRef="#ctx0" brushRef="#br0" timeOffset="639557.8802">30088 4905,'0'0,"0"0,-9 4,-15 9,-11 10,-5 8,-4 7,6 8,8-1,9 8,6-4,14-4,9-1,12-13,8-5,7-12,4-11,-1-6,3-8,2-8,-1-2,-3-8,-3-4,-8-5,-7-7,-6-1,-7 2,-8 0,-3 9,-10 5,-5 5,-3 7,-4 6,-5 6,-3 6,-5 11</inkml:trace>
  <inkml:trace contextRef="#ctx0" brushRef="#br0" timeOffset="643302.4698">20252 6661,'0'0,"0"0,0 1,0-1,4 6,-1 7,0 12,-1 3,-4 5,3 3,3 0,-4 3,3 1,-2-1,-1-39</inkml:trace>
  <inkml:trace contextRef="#ctx0" brushRef="#br0" timeOffset="643490.935">20143 6535,'0'0,"0"0,0 0,1-2,-1 2,0-1,7 5</inkml:trace>
  <inkml:trace contextRef="#ctx0" brushRef="#br0" timeOffset="643899.5767">20441 6650,'0'0,"4"10,-1 5,4 5,1 10,6 3,-2 4,0-3,1 2,-13-36,10 37,-10-37,6 29,-6-29,3 18,-6-15,-9-17,-4-11,1-7,-6-9,2-1,-3-5,6-2,-1-3,9-3,5 0,5 3,8 5,5 6,2 7,10 6,4 5,2 6,5 8,1 8,2 4,-4 9,-6 3,-4 8,-4-3</inkml:trace>
  <inkml:trace contextRef="#ctx0" brushRef="#br0" timeOffset="644166.245">20370 6765,'0'0,"0"0,6-5,19-4,10-4,12-2,7 6,4-1,-3 5,-5 3,-50 2,47-2,-47 2,36-3,-36 3,27-2,-27 2</inkml:trace>
  <inkml:trace contextRef="#ctx0" brushRef="#br0" timeOffset="645242.598">21825 6548,'0'0,"0"0,2 8,3 11,-1 9,2 4,7 5,-6 5,0-2,2 0,3 6,-5-4,-7-42,3 35,-3-35,-1 31,1-31,-4 20,1-9,1-12,-2-9,-6-11,-2-8,-4-4,3-5,2-5,0-1,6-6,2-3,7 0,9 3,1 4,-14 46,25-37,1 7,1 7,-1 11,2 9,-4 7,-5 9,-4 5,2 1,-6 6,-4 0,-6-4,-4 4,-10-1,-7-5,-3 3,-5 0,-9 0,-3-5,1-1,39-16</inkml:trace>
  <inkml:trace contextRef="#ctx0" brushRef="#br0" timeOffset="645745.0322">22486 6228,'0'0,"0"0,0-1,-5 6,-5 4,-13 4,-1 10,-5 2,-2 2,5 4,9-1,5-2,8 1,7 2,6-2,-2 3,2 6,-1 0,-3 7,-10-1,0 1,-2-3,-4 0,-2-7,4-2,9-33,-4 31,-1-2,5-29,0 27,6-3,8-8,4-10,10-7,3-8,4-3,-2 1,1-1,1 0,-2 1,-5 1,-28 10,27-11,-27 11,23-12,-23 12,17-12,-13-1</inkml:trace>
  <inkml:trace contextRef="#ctx0" brushRef="#br0" timeOffset="646411.9932">23028 6356,'0'0,"0"0,1 9,2 17,11 13,0 6,-2 9,1 2,-4 2,-4 2,-7 2,2-62</inkml:trace>
  <inkml:trace contextRef="#ctx0" brushRef="#br0" timeOffset="646697.1294">23319 6423,'0'0,"-3"7,-9-1,-4 12,-11 7,-6 2,-3 2,9 1,27-30,-24 26,9-3,16-4,8-3,13-3,9-5,7-5,10-4,3 1,0-4</inkml:trace>
  <inkml:trace contextRef="#ctx0" brushRef="#br0" timeOffset="646836.7396">23693 6567,'0'0,"14"0,17 0,5 0,10 0,0-2</inkml:trace>
  <inkml:trace contextRef="#ctx0" brushRef="#br0" timeOffset="647028.3601">23827 6447,'0'0,"0"0,0 9,2 19,0 6,1 9,-1 7,-1 0,-3-5,5-5</inkml:trace>
  <inkml:trace contextRef="#ctx0" brushRef="#br0" timeOffset="647260.2938">24131 6383,'0'0,"0"0,2 8,-3 21,6 7,-2 5,0 11,-4-1,2-1,-1-50,0 43</inkml:trace>
  <inkml:trace contextRef="#ctx0" brushRef="#br0" timeOffset="647748.0289">24380 6252,'0'0,"0"0,8-4,15 1,1-6,2 5,3 5,2 7,-7 4,-2 6,-3 3,-2 5,-9 1,5 4,-5 4,-4-2,-4 3,2-5,-1 1,3-2,1 1,2-3,-2-1,-5-27,11 29,-4-1,0-1,-7-27,3 27,-3-27,2 23,-2-23,-2 16,-3 0,-5-3,10-13,-16 9,-6-2,-8 0,-2 0,-4-1,36-6,-41 7,3-3,38-4,-35 1</inkml:trace>
  <inkml:trace contextRef="#ctx0" brushRef="#br0" timeOffset="648030.3033">24995 6603,'0'0,"14"-1,6-4,10 0,9 2,12 5,0 3,0 3,-1 5,-4 1,-46-14</inkml:trace>
  <inkml:trace contextRef="#ctx0" brushRef="#br0" timeOffset="648218.801">25109 6793,'0'0,"13"0,8-4,18 3,8-4,10 5,7 1</inkml:trace>
  <inkml:trace contextRef="#ctx0" brushRef="#br0" timeOffset="648423.0609">25810 6533,'0'0,"11"-1,14-2,11 6,9 0,7 3,-3 5,-8-2</inkml:trace>
  <inkml:trace contextRef="#ctx0" brushRef="#br0" timeOffset="648600.9298">25998 6713,'0'0,"9"-3,16 0,8 2,18 2,7 1,4-5</inkml:trace>
  <inkml:trace contextRef="#ctx0" brushRef="#br0" timeOffset="649040.5301">26585 6528,'0'0,"1"8,2 13,11 11,-3 6,2 6,2 5,-4-1,-11-48,8 41,-8-41,5 32,-1-13,-4-16,-1-18,-4-11,-5-7,-2-3,-2-1,-3-3,1-2,7 3,5-6,10 3,5-2,7 6,6 7,4 9,1 9,4 10,1 5,-1 7,-1 8,-8 4,-5 3,-12 2,-8 4,-9-1,-13 2,-10-5,-8-7,-8 0,-4-7,4-9</inkml:trace>
  <inkml:trace contextRef="#ctx0" brushRef="#br0" timeOffset="649433.0096">27385 6203,'0'0,"0"0,-4 5,-17 10,-15 7,-14 6,1 5,-1 3,12 0,14-3,14 2,10 0,12-1,8 4,-1-2,-4 1,-1 0,-6 2,-2-1,-4-5,1-2,-3-31,2 28,1-1,-3-27,5 25,2-3,11-4,11-8,9-9,9-10,14-10</inkml:trace>
  <inkml:trace contextRef="#ctx0" brushRef="#br0" timeOffset="649888.2699">27683 6359,'0'0,"-14"-3,-11 9,-7 8,-6 10,3 6,6 4,8-5,21-29,-17 34,16-9,11-5,7-9,3-9,4-9,-24 7,25-10,-1-6,1-5,1-2,-26 23,20-23,-20 23,19-20,-19 20,13-16,-4 10,-4 12,-5 13,-3 9,-6 7,2 5,-4 2,-4 4,2 1,0-1,2-7,11-39,-5 32,10-7,11-8,14-7,10-10,11-7,7-14</inkml:trace>
  <inkml:trace contextRef="#ctx0" brushRef="#br0" timeOffset="650303.0408">27998 6272,'0'0,"7"-1,11 0,14-1,9 2,4 0,-1 0,-44 0,40 4,-7 1,-33-5,21 11,-9 7,-12 11,-5 4,-5 9,-2 4,-1 8,9-1,-1 4,5-2,3-3,2-1,2-1,-1-3,5-7,0-4,-11-36,11 33,-4-8,-4 0,-4-3,-7-6,-8 0,-11 2,-12-8,-15-1,-16-4,-24-6</inkml:trace>
  <inkml:trace contextRef="#ctx0" brushRef="#br0" timeOffset="651720.7654">22258 7530,'0'0,"-2"10,1 10,5 13,6 7,0 5,2 3,-4-6,1-4,-9-38,10 33,-10-33,6 26,-6-26,3 15,0-11,-6-14,-4-15,-4-5,-2-8,1-7,2-3,1-4,4-3,7-5,11 2,3 8,10 7,3 12,0 10,3 7,3 11,-3 3,-3 6,-3 8,-8 4,-4 2,-3 7,-8 0,-9-1,-11-1,-3-3,-9-2,-3 1,-5-5,4-2,33-14,-30 11,30-11,-23 6,23-6,-19 0</inkml:trace>
  <inkml:trace contextRef="#ctx0" brushRef="#br0" timeOffset="652317.7572">23393 7225,'0'0,"0"0,-4 0,-6-1,-11 1,-2 7,-11 2,-6 7,2 2,1-1,4-2,33-15,-25 16,11 3,7 6,8 1,8 6,-1 1,3 4,0 1,-4 5,-2-3,-4 3,-2 0,-4-1,2-6,-5-4,1-3,7-29,-7 28,7-28,-5 21,5-21,-2 17,10-8,10-7,6-10,13-5,5-6,8-9</inkml:trace>
  <inkml:trace contextRef="#ctx0" brushRef="#br0" timeOffset="652537.0333">23631 7409,'0'0,"0"0,-2 4,1 13,3 9,7 8,-8 7,0 5,0-3,-3 4,2-47,0 46</inkml:trace>
  <inkml:trace contextRef="#ctx0" brushRef="#br0" timeOffset="652998.1738">23942 7206,'0'0,"10"-2,3 1,7 1,-20 0,26 0,2 8,-2 8,-5 5,-1 6,-9 4,0-1,-2 5,-4 2,3 2,-1-3,3-1,-1-4,-1-3,-8-28,9 26,-2-2,-7-24,9 22,-5-1,-4-21,2 19,-2-19,0 18,-4 0,-8-1,-5-1,-6-5,-8 1,-6-1,-3 0,-9 1,1 2,48-14</inkml:trace>
  <inkml:trace contextRef="#ctx0" brushRef="#br0" timeOffset="653221.2089">24765 7517,'0'0,"14"-2,8-4,18 4,16 3,13 2,0 6,-2 2</inkml:trace>
  <inkml:trace contextRef="#ctx0" brushRef="#br0" timeOffset="653409.2768">24883 7704,'0'0,"11"-2,16-3,19-3,15 2,11 4,8 2</inkml:trace>
  <inkml:trace contextRef="#ctx0" brushRef="#br0" timeOffset="653613.1059">25702 7444,'0'0,"9"0,13-1,10 2,10 4,0 6,-42-11,41 11</inkml:trace>
  <inkml:trace contextRef="#ctx0" brushRef="#br0" timeOffset="653785.1437">25726 7640,'0'0,"12"-1,9-2,14 3,17 0,4 2,3 1</inkml:trace>
  <inkml:trace contextRef="#ctx0" brushRef="#br0" timeOffset="654586.2139">26451 7418,'0'0,"1"6,3 15,4 15,1 4,-1 8,1 2,-3-6,-6-44,3 37,-3-37,4 28,-4-28,4 19,-3-12,1-14,0-13,-1-5,-2-7,1-5,0-2,-1-1,3 0,0-4,6 2,6 0,4 3,4 10,3 7,-25 22,25-14,2 7,-27 7,31 3,0 5,-31-8,28 15,-7 8,-12 4,-7-1,-10-1,-11-2,-7-3,-8-5,-6 2,-1-4,-1 3,1-3,41-13,-37 10,37-10,-31 6</inkml:trace>
  <inkml:trace contextRef="#ctx0" brushRef="#br0" timeOffset="655031.6657">27151 7239,'0'0,"0"0,0 0,-2-1,-8 4,-14 6,-7 5,-9 5,-1 4,0 2,6 0,7 0,11 0,17-25,-11 28,5 4,6 3,1-3,2-1,-3 1,-3-4,3 1,-1 6,-1-2,0-2,-4 1,0-3,0-4,6-25,-5 22,5-22,-2 22,5-6,-3-16,10 14,6-5,13-8,8-6,9-5,2-7</inkml:trace>
  <inkml:trace contextRef="#ctx0" brushRef="#br0" timeOffset="655363.9418">27322 7381,'0'0,"0"0,-5 1,5-1,-9 4,-2 9,3 4,8 3,4 4,6 1,4-2,4 3,-3-2,3-1,-18-23,13 23,-1-1,-12-22,10 23,-7-3,-3-20,-2 19,-6-4,-10-2,-6-4,-3-5,-3-5</inkml:trace>
  <inkml:trace contextRef="#ctx0" brushRef="#br0" timeOffset="655537.0713">27341 7394,'0'0,"13"-2,15 0,12 2,-40 0,52 1,16 1</inkml:trace>
  <inkml:trace contextRef="#ctx0" brushRef="#br0" timeOffset="655929.2437">27815 7268,'0'0,"0"0,7 2,-7-2,20 1,9 0,2 4,-3 1,-3 4,-25-10,18 14,-9 4,-6 8,-4 3,-5 4,2 0,2 4,1 0,-1 4,5-3,3-1,2-2,3-3,1-2,-1-3,-11-27,11 25,-2-2,-9-23,8 25,-8-4,0-21,-8 23,-6-4,-14-1,-16-1,-14-6,-19-2,-23 3</inkml:trace>
  <inkml:trace contextRef="#ctx0" brushRef="#br0" timeOffset="659928.6804">28535 7586,'0'0,"8"-3,6 2,16-3,17 0,15-1,8 1,12 2,1 0,-1 0,-3-1,-9-2,-70 5,56-7,-56 7,40-8,-16-7,-19 0,-12-2,-14 5,-9-2,-6 4,0 2,36 8,-34-4,34 4,-23-2,13-1,18 0,12 4,8 0,8 4,-36-5,31 5,-4 6,-5 5,-7 7,-12 2,-12 8,-10 4,-4-2,-5 4,28-39,-29 40</inkml:trace>
  <inkml:trace contextRef="#ctx0" brushRef="#br0" timeOffset="660384.4128">30030 7374,'0'0,"0"0,-3-4,-9 4,-17 9,-10 9,-9 10,1 4,5 7,9 0,13-4,13-2,9 0,10-7,4-7,9-8,8-6,1-11,5-6,4-4,-5-6,-3-3,-8-3,-5-6,-8 0,-3 3,-11 31,7-31,-7 31,4-25,-4 25,-1-15,-4 14,-3 12,5 11,1 7,2 3,9 3,1 2,6 0,8 4,9-6,11-7</inkml:trace>
  <inkml:trace contextRef="#ctx0" brushRef="#br0" timeOffset="660619.6231">30614 7520,'0'0,"8"-5,15-1,12 1,17 2,15 3,4 5,-6 7,0 2,-65-14,49 13,-17 1,-24 4,-18-4</inkml:trace>
  <inkml:trace contextRef="#ctx0" brushRef="#br0" timeOffset="660761.1113">30625 7738,'0'0,"13"-4,14-3,21 5,11-2,15 4,5 5,2 2,1-5</inkml:trace>
  <inkml:trace contextRef="#ctx0" brushRef="#br0" timeOffset="661051.4214">31368 7562,'0'0,"0"0,0 0</inkml:trace>
  <inkml:trace contextRef="#ctx0" brushRef="#br0" timeOffset="661389.0085">31298 7524,'0'0,"11"0,9-5,11 3,16-1,7 6,0 4,3-1,-9 5,-48-11</inkml:trace>
  <inkml:trace contextRef="#ctx0" brushRef="#br0" timeOffset="661577.6499">31460 7681,'0'0,"13"0,16-1,11 1,18 1,6-3</inkml:trace>
  <inkml:trace contextRef="#ctx0" brushRef="#br0" timeOffset="661860.8759">31991 7193,'0'0,"0"0,0 0,0 0,0 0,0 0,0 0,0 1,0-1,0 5,0-5,-1 7,1-7,-1 7,1-7,-3 11,3-11</inkml:trace>
  <inkml:trace contextRef="#ctx0" brushRef="#br0" timeOffset="664317.9151">31971 7004,'0'0,"0"0,0 0,0 5,4 7,2 10,1 10,-1 4,-1 11,1 2,-2 1,-5 2,-5 2,2-2,-4-3,-1-9,1-6,8-34,-9 30,9-30,-5 23,5-23,-4 18,4-18,-2 9,2-9,0 6,-3-13,-3-10,3-9,0-9,5-1,7 1,8-2,4 6,7 2,9 12,3 6,2 10,2 6,-1 6,-2 8,-7 0,-11 5,-8 0,-9 6,-10-3,-7-1,-11-2,-5-1,0-4,-7-1,-4-4,-1-4,-2-5,-2-2,1-3,42 0</inkml:trace>
  <inkml:trace contextRef="#ctx0" brushRef="#br0" timeOffset="664694.3158">32874 7020,'0'0,"0"0,0 0,-4-4,-4-1,-7 3,-5 3,-1 6,-6 3,2 8,-2 5,2 8,3 6,5 9,2-1,12 5,3 0,1-5,8 1,1 1,0-1,4-1,-3-1,-4-1,-7-43,4 35</inkml:trace>
  <inkml:trace contextRef="#ctx0" brushRef="#br0" timeOffset="665416.5225">32606 7559,'0'0,"8"-2,3-3,13-6,21-3,8-3,9-3,0-2,-62 22,59-26,-59 26,43-22,-43 22,29-19,-15 6,-14 4,-8 12,-16 16,0 4,-9 6,4 4,1-1,11-6,17-26,-14 25,12-3,2-22,7 17,9-12,6-10,0-10,0-4,-8-2,-2-5,-12 26,11-25,-11 25,8-21,-8 21,3-13,0 6,-3 7,1 9,2 6,-3-15,6 19,8-2,2-4,2-15,0-6,-1-9,-3-8,-5-1,-3 2,-3-5,-2 1,-1-4,-1-2,-1 0,-2-3,4 37,-6-34,6 34,-4-25,4 25,-3-18,1 13,-1 13,0 14,0 10,2 4,4 11,0-1,1 7,5 1,3-7,6-17,-18-30,21 18</inkml:trace>
  <inkml:trace contextRef="#ctx0" brushRef="#br0" timeOffset="665919.2302">33370 7376,'0'0,"0"0,0 0,-7 0,7 0,-12 0,1 1,11-1,-19 5,6 7,4 5,10 2,8 2,0 3,3 0,-12-24,14 21,-14-21,10 21,-4-1,-6-20,-5 17,-6-6,-14-2,25-9,-28 3,28-3,-20-2,10-6,20-2,14 1,5-4,5-3,-1 1,0-2,-3-1,-4-1,-26 19,24-17,-24 17,18-16,-18 16,12-14,-12 14,6-13,-7 5,-12 8,-6 9,-2 9,1 5,2 1,9 7,10-3,7 5,16-4,11-3,13-12</inkml:trace>
  <inkml:trace contextRef="#ctx0" brushRef="#br0" timeOffset="669089.794">21104 8754,'0'0,"0"0,1 8,-1 10,0-18</inkml:trace>
  <inkml:trace contextRef="#ctx0" brushRef="#br0" timeOffset="669262.9401">20800 9179,'0'0,"0"0,0 0,1-2,7 4,12 2</inkml:trace>
  <inkml:trace contextRef="#ctx0" brushRef="#br0" timeOffset="669412.0633">21317 9054,'0'0,"0"0,0 0,0 0,0 2,-1 6,6 4</inkml:trace>
  <inkml:trace contextRef="#ctx0" brushRef="#br0" timeOffset="669671.2056">21783 8708,'0'0,"0"0,3 11,2 15,1 10,0 8,2 6,-1-3,1 3,-5-4,3 1,0-1,-6-46,8 39</inkml:trace>
  <inkml:trace contextRef="#ctx0" brushRef="#br0" timeOffset="669890.8208">21968 8685,'0'0,"0"0,0 4,3 14,-1 7,8 10,3 8,0 4,-3 6,3-2,2 2,-5-6,-10-47,4 41</inkml:trace>
  <inkml:trace contextRef="#ctx0" brushRef="#br0" timeOffset="670094.904">21685 8725,'0'0,"6"-6,11-7,9-5,17-5,18 1,11 4,8 3,4 5,3 5</inkml:trace>
  <inkml:trace contextRef="#ctx0" brushRef="#br0" timeOffset="670588.137">22694 8513,'0'0,"0"0,-4 1,-16 6,20-7,-28 9,-5 5,-5 5,3 2,4 2,9-1,9 1,6 0,4 5,3 0,-2 2,0 4,-3 2,2 4,1 6,-1-3,1 4,2-2,-2-3,1-4,2-3,1-2,1-1,3-4,-6-28,7 28,-7-28,8 24,4-5,5-7,7-6,7-11,2-6,2-4,7-3,-1 1,-41 17,41-16,-3 0,-38 16,33-11,-33 11,26-7,-26 7,15-6,-12 4,-3 2,-5-3</inkml:trace>
  <inkml:trace contextRef="#ctx0" brushRef="#br0" timeOffset="671490.51">23104 8601,'0'0,"0"0,-8 2,-4 9,-13 12,-1 6,3 4,7 3,2-4,14-32,1 32,9-11,-10-21,11 10,6-11,3-12,-2-8,0-2,-8 1,2 2,-12 20,10-22,-10 22,14-19,-14 19,15-13,3 11,-9 15,-5 13,-2 8,-7 9,1 2,-2-1,3 1,1-5,2-40,-2 36,2-36,0 27,6-9,12-8,3-10,10-5,7-7,5-7,-1-8</inkml:trace>
  <inkml:trace contextRef="#ctx0" brushRef="#br0" timeOffset="671883.64">23427 8447,'0'0,"6"-5,9-4,6-2,7 5,3 4,1 4,-6 8,-5 7,-2 4,-7 7,-4 6,-4 7,-3 5,-4-1,3 1,0 1,8-6,1-7,7 2,0-3,-3-3,-13-30,14 29,-3-1,-11-28,9 29,-7-7,-5 3,-7-4,-10 0,-4-4,-4 3,-6-2,-15 2,-6 0,-5-4</inkml:trace>
  <inkml:trace contextRef="#ctx0" brushRef="#br0" timeOffset="672081.8198">24144 8799,'0'0,"17"-2,14 1,12 1,18 8,-5 6,-56-14,54 19</inkml:trace>
  <inkml:trace contextRef="#ctx0" brushRef="#br0" timeOffset="672229.3894">24291 9031,'0'0,"11"-5,20-3,11-7,14 0,11 1,-1-2</inkml:trace>
  <inkml:trace contextRef="#ctx0" brushRef="#br0" timeOffset="672417.4042">24902 8685,'0'0,"0"0,2 5,5 16,6 13,1 6,-6 7,1 0,-6 1,5 6,-3-5,-5-49</inkml:trace>
  <inkml:trace contextRef="#ctx0" brushRef="#br0" timeOffset="672622.0438">25187 8721,'0'0,"0"0,0 10,2 15,5 11,-2 4,-3 8,-2 1,0 0,0-49,-9 43</inkml:trace>
  <inkml:trace contextRef="#ctx0" brushRef="#br0" timeOffset="672810.0415">24786 8708,'0'0,"13"-5,17-3,17-4,23 1,19 4,4 3,3 3</inkml:trace>
  <inkml:trace contextRef="#ctx0" brushRef="#br0" timeOffset="673171.2068">25826 8433,'0'0,"-5"-1,-7 1,-8 3,-3 5,-9 6,4 4,-1 2,7 0,5 7,10-1,6 4,-1 8,2 0,0 7,-3 0,-1 5,-4-2,-5 2,3-4,-1-1,-3-3,14-42,-15 42,6-5,6-8,6-5,9-7,6-8,8-5,7-4,10-8,5-9,5-5</inkml:trace>
  <inkml:trace contextRef="#ctx0" brushRef="#br0" timeOffset="673469.7864">26093 8674,'0'0,"0"0,-4 2,4-2,-7 10,-2 7,2 7,12 3,3-1,8-2,7-1,-23-23,25 24,0-3,-25-21,24 27,-7-4,-17-23,9 23,-9-3,-13 2,-7-6,-11-2,-5-4,-13-10</inkml:trace>
  <inkml:trace contextRef="#ctx0" brushRef="#br0" timeOffset="673643.4526">26105 8713,'0'0,"12"-6,10 1,11-1,14 0,8 2</inkml:trace>
  <inkml:trace contextRef="#ctx0" brushRef="#br0" timeOffset="674100.9789">26523 8456,'0'0,"11"-2,5 4,11-2,10 3,-1 2,-36-5,34 8,-3 5,-8 3,-7 7,-7 2,-9 5,-4 2,-5 2,-2 2,2 2,3 0,2 0,3 0,2-4,2-3,2-5,1 0,2-1,-2 0,-6-25,7 24,-2-1,-5-23,8 22,-7-1,-1-21,-4 18,-3-1,-14 1,-6-3,-8-2,-6 1,-10-2,-7 1,-8-1,-7 1,0-3</inkml:trace>
  <inkml:trace contextRef="#ctx0" brushRef="#br0" timeOffset="674368.015">27041 8904,'0'0,"7"-3,11 0,14 0,-32 3,38-1,18 5,1 5,-2 2,-6 4,-49-15,42 15</inkml:trace>
  <inkml:trace contextRef="#ctx0" brushRef="#br0" timeOffset="674525.4852">27067 9103,'0'0,"12"2,14-4,10 2,19 0,5 5,2 0,-2 0,-8-1</inkml:trace>
  <inkml:trace contextRef="#ctx0" brushRef="#br0" timeOffset="675626.5394">27760 8547,'0'0,"0"0,3 13,4 14,4 14,1 10,-1 8,-2 6,0 1,-5 1,-4-1,-6-1,-4-11,-2-6,12-48,-14 36,1-19</inkml:trace>
  <inkml:trace contextRef="#ctx0" brushRef="#br0" timeOffset="675927.4337">28128 8735,'0'0,"0"0,-8 0,-12 10,-12 2,-7 5,-4 2,0 1,2-1,41-19,-38 18,38-18,-30 18,13 0,13 0,17-4,10 1,14-4,8-4,12-2,7 3,10-1,3-4</inkml:trace>
  <inkml:trace contextRef="#ctx0" brushRef="#br0" timeOffset="676113.1">28543 8907,'0'0,"19"4,15-1,13 5,20 5,-2 2,-65-15,52 13</inkml:trace>
  <inkml:trace contextRef="#ctx0" brushRef="#br0" timeOffset="676271.004">28675 9119,'0'0,"14"-1,16 2,19 2,23 1,5-3</inkml:trace>
  <inkml:trace contextRef="#ctx0" brushRef="#br0" timeOffset="676665.8176">29298 8854,'0'0,"0"0,-8 3,-12 10,-4 10,-6 8,-2 9,5 8,4 1,6 4,10-6,15-7,10-8,10-11,3-8,3-11,3-6,-1-3,-3-6,-1 0,-5-6,-1-5,-5-1,-3-7,-6-4,-6-3,-6 1,-7 0,-5 6,-6 7,-3 4,-7 8,-6 6,-5 1,-1 10,-6 2,46-6</inkml:trace>
  <inkml:trace contextRef="#ctx0" brushRef="#br0" timeOffset="744489.4134">13005 2505,'0'0,"0"0,0 0,0-3,0 3,4-6,-5-3,-4 4,-6 6,-7 3,-2 10,-8 10,-1 3,0 4,-2 5,4 1,1 5,6 5,9 0,4 2,6-2,9-3,1-2,7-5,7-2,5-1,2-3,5-7,0-1,4-10,-2-4,-3-5,-3-4,4-8,-7-10,0-3,-2-8,-4-5,-11-9,0-3,0-3,1-1,-5-3,-6 5,-3 5,-4 4,-5 6,-7 4,-1 5,-2 5,-6 2,-4 6,1 4,-1 6,-5 9,2 4,-2 11,1 2,35-25,-33 30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6T08:34:06.42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458 8633,'0'0,"0"0,0 0,1-4,7 0,4 1,6 3,10 2,3 2,7-1,4 1,10-2,9 0,4 1,7-3,8 1,5-2,8 2,7-4,9 1,2 1,4-2,1 0,7 0,-1 1,9-3,4 5,5-1,3 2,3-3,4 0,11 2,1 1,7-4,6 0,3 1,0-4,7 3,0 0,3 1,3-2,0 0,3-5,4 2,-1 2,2-1,5-1,0 2,3 2,-4-1,2 7,-5-1,-1 5,1-1,0 2,0-2,-2 3,-1 2,-2 3,2-1,0-5,-2 2,-1 1,3-3,-5 4,-4 0,3-2,-1-2,1 2,2-4,-1-2,4 2,3-2,-1 1,2-2,-3 4,-2-2,-8-4,4 1,-6-4,-3 1,2 0,-2-3,1 1,1 1,1-1,-9 1,6 0,-5-4,1 4,-5-1,0-2,-1 4,-3-1,-1 2,1 2,-4-1,-2 1,-5-1,-4 1,-5 2,-8 3,-8 0,-6-1,-7-1,-8-6,-10 3,-4 0,-13 4,-6-1,-11 0,-10-6,-13 0,-45 1,36-1,-12-2,-24 3</inkml:trace>
  <inkml:trace contextRef="#ctx0" brushRef="#br0" timeOffset="2754.6605">1845 9010,'0'0,"0"0,0 4,0-4,7 18,1 8,6 8,-2 4,-3 4,0-4,0 0,-9-38,2 33,-2-33,0 24,0-24,-2 14,-1-12,-1-15,1-11,-3-7,6-7,3-5,3-3,5 3,8 5,0 6,6 12,-1 5,5 8,1 7,-2 4,4 9,4 10,-6 8,-2 4,-7 5,-3 1,-1-2,-17-39,9 36,-3-4,2-2,-8-30,7 27,4-9</inkml:trace>
  <inkml:trace contextRef="#ctx0" brushRef="#br0" timeOffset="2921.2953">2791 9124,'0'0,"13"-5,16 2,10 1,13 2,3 2,-55-2</inkml:trace>
  <inkml:trace contextRef="#ctx0" brushRef="#br0" timeOffset="3078.2763">2771 9367,'0'0,"13"-4,16-1,15 1,21 1,6-2</inkml:trace>
  <inkml:trace contextRef="#ctx0" brushRef="#br0" timeOffset="4400.9281">3831 8922,'0'0,"0"0,-4-2,-7 2,-10 4,-5 6,1 7,0 4,2 7,9 0,4 4,7-3,9 0,12-1,10 0,10-5,8 4,-3-5,8 1,-6 1,-3 0,-4-2,-7 3,-31-25,22 25,-9-1,-10 3,-9-2,-11-5,-8-2,25-18,-32 13,-1-5,33-8,-33-2,4-9,6-11,11-7,8-5,9-2,8-1,8-3,2 1,0-2,3 2,-3 1,-3 4,-8 4,-2 3,-10 27,3-28,-6 3,-10 1,-6 8,-8 9,-14 7,-5 10</inkml:trace>
  <inkml:trace contextRef="#ctx0" brushRef="#br0" timeOffset="5280.3084">1877 9823,'0'0,"1"7,4 9,-1 8,-1 4,4 9,-1 0,-5-4,-1-33,2 28,-2-28,0 27,0-13,-3-13,0-10,-4-11,4-5,0-8,9-2,-6 35,10-33,4 6,11 4,-25 23,32-12,-2 11,8 11,-6 6,-6 6,-6 2,-4 0,-16-24,11 25,-11-25,2 19,-7-8,5-11,-11-1,1-9,1-14,3-7,6-3,7-3,4 0,9 7,2 2,2 10,4 7,-1 9,2 3,-5 6,5 7,-4 2,-2 7,-1 1,-2 6,-10 3,-5 2,-4 1,-4 1,3-37,-7 31</inkml:trace>
  <inkml:trace contextRef="#ctx0" brushRef="#br0" timeOffset="5468.8142">2539 10066,'0'0,"0"0,7-1,12-6,9 2,10-4,11 4,-4-3</inkml:trace>
  <inkml:trace contextRef="#ctx0" brushRef="#br0" timeOffset="5672.9742">2636 10256,'0'0,"9"-4,11-2,22-6,11-2,13-6</inkml:trace>
  <inkml:trace contextRef="#ctx0" brushRef="#br0" timeOffset="6018.7272">3222 9884,'0'0,"0"0,-2 5,-3 9,3 3,4 5,2 1,8-1,5-2,3-3,2 1,2 1,0-1,-24-18,26 17,-3 2,-23-19,18 20,-7 1,-8 2,-9-1,-8 1,-4-7,-8 2,-4-2,-2-2,0-2,-1 0,33-12</inkml:trace>
  <inkml:trace contextRef="#ctx0" brushRef="#br0" timeOffset="6302.9432">3273 9879,'0'0,"9"-4,8-1,16-7,6 0,7 0,3-2,-2 2,-1 4,0-2,-8 1,-38 9,32-8,-32 8,26-6,-26 6,18-6,-7 5,-14 8</inkml:trace>
  <inkml:trace contextRef="#ctx0" brushRef="#br0" timeOffset="12381.9205">10116 2328,'0'0,"0"0,0 0,-2-1,2 1,-1-1,0 8,1-7,0 16,-1 5,0 12,1-1,-5 4,4 1,5 1,-2-1,1 0,4-1,-7-36</inkml:trace>
  <inkml:trace contextRef="#ctx0" brushRef="#br0" timeOffset="12625.5692">10262 2391,'0'0,"0"0,5 7,1 13,2 10,0 2,4 5,1-1,-4 2,1-5,-1 3,-1-5,-1 3,-8-6,-10-10</inkml:trace>
  <inkml:trace contextRef="#ctx0" brushRef="#br0" timeOffset="12853.2279">9956 2466,'0'0,"10"-11,14-3,16-7,12 0,10-2,0 6,4 7,-4 4,-8 4,-7 4,-47-2,40-2,-40 2,30 3,-5 5</inkml:trace>
  <inkml:trace contextRef="#ctx0" brushRef="#br0" timeOffset="13057.8041">10668 2484,'0'0,"11"-6,11 1,7-2,21 1,4 0,4 6,-8 3</inkml:trace>
  <inkml:trace contextRef="#ctx0" brushRef="#br0" timeOffset="13230.2476">10829 2626,'0'0,"14"-5,18-2,17-2,17 0,8 2,-4 1</inkml:trace>
  <inkml:trace contextRef="#ctx0" brushRef="#br0" timeOffset="14498.9682">11968 2441,'0'0,"-16"10,-3 7,-6 4,-2 9,0 3,3 2,7 1,3-2,12 0,9-7,6-3,5-8,12-4,-30-12,34 5,4-8,2-9,-4-4,-8-5,-13-6,-2-2,-8-7,-10-4,-8-2,-2 1,-6 5,21 36,-24-28,-4 7,-2 8,3 13,4 4,3 8,8 6,11 5,13-2,16-4</inkml:trace>
  <inkml:trace contextRef="#ctx0" brushRef="#br0" timeOffset="14890.7463">12565 2403,'0'0,"0"0,-2 2,-5 11,-3 8,1 9,2 6,0-2,7 7,8-7,4-2,6-4,-18-28,21 20,3-9,-1-6,3-5,-4-11,-2-7,-1-1,-9-7,-5-7,-3-4,-5-4,-5-8,-4 3,0 8,1 5,11 33,-20-26,1 10,-2 12,2 10,-1 6,8 10,4 3,7 7,8-1</inkml:trace>
  <inkml:trace contextRef="#ctx0" brushRef="#br0" timeOffset="15236.0347">13226 2459,'0'0,"0"0,-2 7,2 11,-1 8,-2 8,4 2,1 1,-1 2,1-1,1 2,4-7,7-7</inkml:trace>
  <inkml:trace contextRef="#ctx0" brushRef="#br0" timeOffset="15691.678">13669 2531,'0'0,"0"-8,0-3,0 11,2-14,-2 14,6-18,5 1,-11 17,20-7,2 9,-2 8,-5 5,-5 8,-2 4,-14 2,0 4,-5 2,-7 1,-5-3,23-33,-29 31,29-31,-26 25,26-25,-20 18,12-10,19-9,13-8,10-4,7-3,2 2,-3 3,-5 6,-35 5,30-6,-8 5,-22 1,21 0,-21 0,17 1</inkml:trace>
  <inkml:trace contextRef="#ctx0" brushRef="#br0" timeOffset="16178.056">14451 2462,'0'0,"0"0,-4 2,4-2,-12 17,-6 3,3 11,-2 3,5-1,8 1,5-1,-1-33,6 26,4-2,11-8,2-5,0-5,2-5,0-6,0-2,-3-6,-3-7,2-2,-7-6,-6-6,1-5,-10 1,-7 2,-4 6,12 30,-13-26,-7 7,20 19,-20-14,-2 8,0 12,-4 7,0 4,26-17,-27 22</inkml:trace>
  <inkml:trace contextRef="#ctx0" brushRef="#br0" timeOffset="48893.4869">11853 328,'0'0,"0"0,2 1,4 9,4 6,6 9,-1 1,-1 15,-3-3,2 4,-13-42</inkml:trace>
  <inkml:trace contextRef="#ctx0" brushRef="#br0" timeOffset="49317.242">12294 326,'0'0,"0"0,0 0,0-5,3-3,9 0,6 3,10 0,3 11,-31-6,31 8,-7 5,-24-13,22 20,-11 1,-7 7,-8-3,4-25,-10 19,10-19,-15 14,15-14,-16 11,16-11,-11 6,8-4,13 0,15-5,16 3,7-2</inkml:trace>
  <inkml:trace contextRef="#ctx0" brushRef="#br0" timeOffset="49741.0222">12893 306,'0'0,"0"0,0 0,0 0,7-2,13-2,11 3,7 2,3 9,-41-10,39 9,-39-9,34 11,-9 1,-11 4,-13 3,-1-19,-12 13,12-13,-17 12,17-12,-19 8,7 1,12-4,9 2,-9-7,16 13,-16-13,14 12,-6 0,-16 5,-12 1,-6-4,-2 2,28-16,-27 14</inkml:trace>
  <inkml:trace contextRef="#ctx0" brushRef="#br0" timeOffset="50165.6323">13584 349,'0'0,"0"0,-4 7,4-7,-9 17,-5 6,-2 8,16-31,-15 32,15-32,-12 31,12-31,-7 26,11-8,8-11,-12-7,15-1,-15 1,17-7,-17 7,14-12,-14 12,10-9,-10 9,7-7,0 11,0 7,-4 8,-3-19,1 20,2 2,5-1</inkml:trace>
  <inkml:trace contextRef="#ctx0" brushRef="#br0" timeOffset="50447.4778">14153 365,'0'0,"0"0,8 4,9 5,-17-9,23 16,-1-2,-22-14,22 18,-7-3,-15-15,8 18,-8-18,2 15,-8 0,-10-2,-6-6</inkml:trace>
  <inkml:trace contextRef="#ctx0" brushRef="#br0" timeOffset="50604.8589">14187 316,'0'0,"6"-2,-6 2,9-13,6 4,9-2,3 3</inkml:trace>
  <inkml:trace contextRef="#ctx0" brushRef="#br0" timeOffset="50966.7072">14859 253,'0'0,"0"0,0 9,-3 8,1 5,1 7,1-29,-2 32,3-4,-1-28,7 22,4-3,5-6,-16-13,21 5,3-3,-24-2,23-4,-23 4,17-7,-7-2,-10 9,-3-9,-11 2,-10 2,24 5,-26 0,4 7</inkml:trace>
  <inkml:trace contextRef="#ctx0" brushRef="#br0" timeOffset="51328.0712">15411 242,'0'0,"9"0,7-4,7-1,5 1,-28 4,28 0,-28 0,28 0,-28 0,20 5,-4 2,-16-7,2 13,-6 6,-8 7,1 5,3-2,2 3,1-5,2 0,10-7</inkml:trace>
  <inkml:trace contextRef="#ctx0" brushRef="#br0" timeOffset="51798.9845">16086 221,'0'0,"8"2,5 3,5 7,7 3,-25-15,23 18,1 1,-24-19,20 22,-11-1,-12-3,-11-6,-6-4,-7-4,27-4,-26 0,26 0,-24 0,6-4,5-6,13-6,6-1,8-1,3-5,2 4,3-3,-2 2,-3 1,-17 19,11-19,-11 19,9-17,-9 17,2-13,-12 2,-8 6,-6 2,-2 4,-5 5,3 5,0 1</inkml:trace>
  <inkml:trace contextRef="#ctx0" brushRef="#br0" timeOffset="94987.6249">2088 10808,'0'0,"0"0,0-6,0 6,-3-9,-8-4,-11 3,-9 2,1 7,-12 6,3 5,6 8,-2 7,9 2,7-1,8 2,6 5,7-4,4-2,-6-27,11 25,7-8,6-8,6-9,-2-9,-2-8,6-4,-7-4,-1 0,-1-6,-3 4,-2-3,-18 30,17-30,-17 30,13-20,0 7,-7 14,-3 14,-6 11,-3 12,-5 11,-4 6,-2 11,-5 2,2-2,1-7,7-8,4-9,1-6,14-13,0-3,6-4,9-7,7-6,7-7,13-13,14-10,8-11</inkml:trace>
  <inkml:trace contextRef="#ctx0" brushRef="#br0" timeOffset="95155.4604">2730 10989,'0'0,"6"-1,6-3,14-2,7 1,2 6,1 1,-36-2,34 12</inkml:trace>
  <inkml:trace contextRef="#ctx0" brushRef="#br0" timeOffset="95312.3094">2661 11267,'0'0,"0"0,8-3,17-6,23-2,18-3,8-2,6-2</inkml:trace>
  <inkml:trace contextRef="#ctx0" brushRef="#br0" timeOffset="95658.0034">3276 11007,'0'0,"-5"3,-5 2,-7 11,1 8,-4 4,6 4,2 2,12-3,4-6,9-2,8-8,3-8,8-7,11-4,-6-7,-2-5,-2-2,-4-4,-3-6,-6 2,-6-7,-6-3,-5-1,-10 3,-6 9,-10 4,-6 7,-12 10,-6 9,-4 6,3 13,48-24</inkml:trace>
  <inkml:trace contextRef="#ctx0" brushRef="#br0" timeOffset="102213.4984">1183 3803,'0'0,"0"0,0 0,-2-2,-5 1,-15 2,-1 5,-9 1,2 4,30-11,-29 12,1 0,28-12,-28 10,28-10,-22 9,22-9,-19 14,9 3,10-17,-6 19,3 2,3 9,6 0,-3-4,1 4,-2 4,2 0,-4 5,0 5,-4 0,4 8,-6 0,-4 5,2 5,0 2,-1 1,2 1,-2 3,2 3,3 4,-2 1,2 5,2 1,4-1,-2-1,3 3,1-3,0 2,-1 0,4-2,-1 1,0 0,4 1,0 3,2-3,1 1,-2 0,1-2,-3-1,2 2,-2-3,1 0,1-4,0 5,-3-4,4 0,-3-1,5-4,-4-1,3-4,-1-3,-2-2,0-6,3 0,-3-5,2-4,-2-3,-1-4,-1-7,1 0,-2-1,-1-4,0 0,0-3,0-1,-1-1,-5-23,6 24,-2 0,1 1,-5-25,4 28,3-1,-1-1,4 0,-10-26,7 23,5-4,-12-19,8 20,3-2,-11-18,11 19,-2-4,-9-15,17 16,1-2,2 1,3-8,-1 4,5-3,5-2,-3 2,7-3,4 0,1-1,0 0,9 0,-2-1,4 0,3 0,0-3,0-3,-2 3,4-3,2 3,-4-1,0-1,-3 1,0-1,-2 2,0-4,-3 3,3-1,-3-2,-3 2,2-2,-2 1,-4-1,-1 1,-1 1,-2 1,-36 1,33-3,-1 0,-32 3,33-5,-33 5,28-3,-28 3,26-4,-26 4,20-4,-20 4,12-3,-12 3,7-3,-7 3,4-1,-11 5,-6 1,-7 2</inkml:trace>
  <inkml:trace contextRef="#ctx0" brushRef="#br0" timeOffset="112443.7532">1364 11860,'0'0,"0"0,-5-1,-8 4,-7 1,4 5,-6 3,5 4,2 1,-2 7,4 3,4 5,-1 4,3 3,0 5,-2 3,8-2,-2 6,0-2,3-3,0-2,1-2,-2-6,1-2,0-3,-3-3,3-28,-3 25,3-3,0-22,-1 21</inkml:trace>
  <inkml:trace contextRef="#ctx0" brushRef="#br0" timeOffset="113149.5323">913 12402,'0'0,"0"0,8-2,18-2,13-2,11 0,8-1,12-2,1 0,5 0,1-2,1-2,-7-2,-9-2,-10 2,-19-2,-33 17,26-14,-26 14,15-13,-8 5,-11 6,-9 11,-7 5,-6 8,-2 6,9 2,6 1,5 2,11 2,4-2,9-8,3-4,-19-21,20 11,6-7,-26-4,23-7,-1-9,1-6,-8-7,-3-1,-2-4,-1-1,-6 2,-3 33,9-29,1 5,7 6,3 10,5 9,0 6,5 9,2 3,0 5,1 2,-4 5,-9 0,-20-31,10 32,-5-8,-5-24,-9 13,0-13,-8-13,17 13,-16-18,-2-4,7-6,-1 0,8 2,4 2,10 5,6-1,13 8,6-2</inkml:trace>
  <inkml:trace contextRef="#ctx0" brushRef="#br0" timeOffset="113385.608">2678 12237,'0'0,"3"9,-2 7,1 8,2 4,2 8,1-3,-1-4,0-1,-6-28,4 25,1-10,3-12</inkml:trace>
  <inkml:trace contextRef="#ctx0" brushRef="#br0" timeOffset="113700.6417">2606 11948,'0'0,"0"0,0 0,0 0,-3 5,-3 6,2 7,4-18,1 17,5 0,-6-17,17 10,2-7,0-7,-19 4,14-11,-2-5,-6-3,-9 0,-1-1,4 20,-11-18,0 4,-7 6,-3 11,1 3,20-6,-18 14</inkml:trace>
  <inkml:trace contextRef="#ctx0" brushRef="#br0" timeOffset="113920.4453">3116 12197,'0'0,"12"1,4-1,13 6,1 2,2 5,-32-13,29 14</inkml:trace>
  <inkml:trace contextRef="#ctx0" brushRef="#br0" timeOffset="114093.2921">3151 12374,'0'0,"0"0,5-1,12-1,9-4,7 1,9-1,4 0,-4-1</inkml:trace>
  <inkml:trace contextRef="#ctx0" brushRef="#br0" timeOffset="115581.8288">3899 11909,'0'0,"0"6,-6 5,6-11,-9 23,1 3,8-26,-13 24,13-24,-10 23,1-11,1-13,7-8,1-10,3-6,3-3,3-2,-2 0,0-3,-1 3,-6 30,6-33,-6 33,10-27,-10 27,4-22,3 14,2 15,-3 14,0 6,5 11,-5 5,3 2,2 7,-2 2,4-2,-3 3,-1-2,-1-6,1-3,-9-44,6 40,-4-7,-2-33,0 28,-8-6,-5-7,-7-4,-5-5,-5-5,-3-6,1 0,32 5,-31-6,31 6,-24-7,24 7,-16-8,10-3,19-2,13-1,9-2,10 0,4 1,3 0,3 3,4 4,2-4,-2 3,2-1</inkml:trace>
  <inkml:trace contextRef="#ctx0" brushRef="#br0" timeOffset="116059.2501">4810 12291,'0'0,"0"0,5-4,9-12,-2-7,2-6,-4-8,-4-8,-5-2,-2-6,1-6,-3-2,3 0,0 1,4 6,-4 54,3-50,-3 50,5-43,-5 43,4-31,-2 13,-2 18,-1 18,-4 10,-1 11,3 9,0 11,0 6,3 4,6-2,3-5,6-10,0-5,5-9,-1-6,1-5,2 0,2-11,5-2,6-11</inkml:trace>
  <inkml:trace contextRef="#ctx0" brushRef="#br0" timeOffset="116420.145">5150 12011,'0'0,"-1"10,-5 8,-3 7,-1 5,6 6,4 2,7-3,9-2,1-7,6-4,-23-22,26 10,2-6,4-9,-32 5,28-14,-3-7,-6-10,-6-6,-6-1,-5-2,-8 4,0 6,6 30,-16-25,-1 3,-9 11,-3 8,0 7,-4 6,1 7,3 0,29-17</inkml:trace>
  <inkml:trace contextRef="#ctx0" brushRef="#br0" timeOffset="116687.2019">4695 11960,'0'0,"20"-5,14-3,20-6,8 0,9-1,-4 2,-8 2,-59 11,46-7,-46 7,32-8,-12 4,-16 5</inkml:trace>
  <inkml:trace contextRef="#ctx0" brushRef="#br0" timeOffset="120380.8313">6245 11769,'0'0,"0"0,-10-3,-14 2,-16 7,-5 3,-2 7,5 4,5 6,8 2,8 6,8 1,13 1,10 1,14-3,4-2,7 0,4-5,2 1,1 0,4-1,-11-1,-4 2,-12 1,-12 1,-8-1,-13 2,-10-2,-11-1,-6-6,-3-9,1-7,8-10,3-7,7-6,5-9,8-2,7-5,5-5,10-3,12-6,11-1,7 0,9-1,-2 5,5 2,-15 5,-5 3,-32 34,26-30,-4-1,-12 1,-8 7,-16 2,-12 5,-15 8,-12 10,-17 10</inkml:trace>
  <inkml:trace contextRef="#ctx0" brushRef="#br0" timeOffset="123313.1125">824 12989,'0'0,"0"0,0 0,-3-1,6 6,4 6,8 2,8 3,12 5,9-3,6-1,9-2,13-1,5-4,10-3,8-3,6-2,12-2,9-6,11 0,10-5,6 0,13-3,8 1,8-3,8 3,6 2,6 1,9-1,1-1,9-2,1-1,1-2,2 0,-1 3,0 0,-13 3,-8-2,-13 1,-14 0,-16 1,-16 1,-20-2,-22 1,-17-1,-14 0,-19-1,-16-1,-32 14,27-18,-12-4</inkml:trace>
  <inkml:trace contextRef="#ctx0" brushRef="#br0" timeOffset="124424.8567">2458 13284,'0'0,"-4"-6,1-6,3 12,-11-13,-7 3,-9 4,-7-1,-1 11,0 1,6 4,7 5,3 3,6 7,2 7,3 4,2 8,6 4,2 1,2 6,2 4,2 2,-3-4,1-2,0-6,-2-7,-1-3,0-6,-2-3,-5-4,4-25,-3 24,-6-3</inkml:trace>
  <inkml:trace contextRef="#ctx0" brushRef="#br0" timeOffset="125178.7374">1920 13816,'0'0,"12"-3,8-7,19-2,9-3,16-3,5 2,9 2,1 1,1 2,-6-2,-9 0,-13 0,-52 13,42-13,-42 13,23-11,-23 11,15-11,-14 4,-17 14,-10 5,-7 6,1 8,0 6,3-2,9 4,4 2,12-1,4 1,10-3,-10-33,17 25,6-9,6-8,-1-11,-2-4,-7-6,1-2,-4-3,-3-2,-2 0,-3-7,2-1,-3 1,-7 27,7-25,3 2,-10 23,13-15,6 11,1 10,8 7,-4 5,-1 3,-4 3,2 1,-4 6,-17-31,11 27,-11-27,8 25,-7-12,-1-13,-4-1,-5-11,-2-13,3-6,1-1,6-3,-4-5,5 2,2 3,2 5,8 7,5 4,5 6,8 3,5 4,2 2</inkml:trace>
  <inkml:trace contextRef="#ctx0" brushRef="#br0" timeOffset="125414.5606">3516 13621,'0'0,"0"7,-2 8,2 11,2 8,-2 4,4 1,-1-1,-3-38,4 34,-4-7,3-16</inkml:trace>
  <inkml:trace contextRef="#ctx0" brushRef="#br0" timeOffset="125775.4236">3416 13366,'0'0,"0"0,0 7,1 5,-1-12,6 18,7 0,4-2,5-6,2-9,4-3,-3-7,-25 9,20-12,-1-4,-19 16,10-25,-7-2,-3 27,-6-28,-5 2,-8 12,-7 9,0 10,-3 7,4 6,25-18,-17 25,1-1</inkml:trace>
  <inkml:trace contextRef="#ctx0" brushRef="#br0" timeOffset="126011.2321">3913 13537,'0'0,"5"-3,12 1,2 0,7 1,7 4,1 4,-34-7,31 5</inkml:trace>
  <inkml:trace contextRef="#ctx0" brushRef="#br0" timeOffset="126230.4653">3897 13705,'0'0,"9"-2,9-3,8 1,4 0,8-1,2 2,-1-3,-1-1,-4-1,0-1,-5 2</inkml:trace>
  <inkml:trace contextRef="#ctx0" brushRef="#br0" timeOffset="126434.5661">4498 13360,'0'0,"0"0,0 5,0 15,1 13,4 10,-5 10,-1 12,-4 6,-4 1</inkml:trace>
  <inkml:trace contextRef="#ctx0" brushRef="#br0" timeOffset="130416.6034">1113 14618,'0'0,"0"0,-4 0,-4 11,-1 7,0 7,2 8,-2 5,6-1,-1 1,5-2,-1-36,6 30,5-5,-11-25,14 16,3-14,-17-2,26-11,-3-7,-23 18,19-23,-19 23,19-21,-3 4,-16 17,14-5,-1 9,-2 8,4 3,-15-15,17 15,1-5,-18-10,18 4,-18-4,18-1,-2-6,-16 7,13-13,-13 13,7-16,-7 16,1-19,-1 19,-5-20,5 20,-9-18,9 18,-10-15</inkml:trace>
  <inkml:trace contextRef="#ctx0" brushRef="#br0" timeOffset="130840.8175">1558 14408,'0'0,"0"0,0 6,-2 12,2 15,1 8,0 8,-2 0,2 5,-1-1,5-4,-5-49,3 46,-3-46,6 35,-6-35,7 24,-3-15,-2-13,0-9,0-5,1-6,0 0,6-1,1 2,3 1,-13 22,14-13,8 7,4 9,0 6,3 6,-6 8,-1 7,-1 4,-2 8,0 1,-19-43,21 33,-3-10</inkml:trace>
  <inkml:trace contextRef="#ctx0" brushRef="#br0" timeOffset="131044.7821">2097 14771,'0'0,"4"6,-1 6,4 5,-1 4,0 6,-6-27,6 25</inkml:trace>
  <inkml:trace contextRef="#ctx0" brushRef="#br0" timeOffset="131233.3273">2045 14591,'0'0,"0"0,0 0,0 0,7-1,0-13</inkml:trace>
  <inkml:trace contextRef="#ctx0" brushRef="#br0" timeOffset="131405.6908">2302 14425,'0'0,"1"9,-1 7,0 16,5 6,-5 15,0 5,1 7,1 8,1-1,3-18</inkml:trace>
  <inkml:trace contextRef="#ctx0" brushRef="#br0" timeOffset="131931.7877">2546 14739,'0'0,"0"0,8-5,5-2,3-5,-16 12,24-13,-3-3,-21 16,20-16,-20 16,17-16,-17 16,12-17,-12 17,3-17,-6 2,3 15,-12-10,-5 7,-6 9,2 6,0 5,-1 7,6 2,0 3,7-1,9-28,-4 31,4-2,10-2,-10-27,16 24,2-3,3-8,-21-13,25 9,-3-5,4-4,-26 0,26-3,-2 0,-24 3,26-3,-26 3,21-2,-21 2,18-2,-18 2,13 0,-1-4,-12 4</inkml:trace>
  <inkml:trace contextRef="#ctx0" brushRef="#br0" timeOffset="135209.0889">3864 14264,'0'0,"0"0,-1-6,-9-2,-5 3,-5 5,-3 3,-8 9,7 5,-6 2,8 3,4 0,18-22,-11 24,6 0,13-6,-8-18,11 12,6-6,8-9,-7-4,6-5,-1-2,-5-1,-1-1,-2-2,-4-1,-11 19,10-18,-10 18,6-16,-6 16,6-9,-8 9,-4 16,-2 7,-8 9,6 6,-3 1,0 7,7 1,-1 0,5-1,2-3,3-6,0-4,3-6,-6-27,9 19,5-3,3-6,9-9,0-3,6-9,3-9,0-11,-5-4</inkml:trace>
  <inkml:trace contextRef="#ctx0" brushRef="#br0" timeOffset="135542.4306">4198 14322,'0'0,"0"0,0 0,0 0,0 2,7 4,9 3,9 2,4 2,6 1,1-1,-3-3,0-1,-4-3,-29-6,28 4,-28-4,20 2,-3 5,-17-7,10 9,-8 9,-12 9,-9 5,-6 2,-5 1,0 1,1 1,4 1,1-5,24-33,-15 30,5-12,16-16,10-5</inkml:trace>
  <inkml:trace contextRef="#ctx0" brushRef="#br0" timeOffset="135966.8589">4913 14338,'0'0,"0"0,-3 2,-10 10,-9 5,2 5,-6 8,1 10,7-3,2 1,10 1,7-7,11-5,8-9,6-5,3-8,1-4,5-6,-2-3,2-5,-3-4,-3-6,-3-1,-6-4,-3-2,-6-2,-7-1,-3 1,-6 3,-4 5,-10 2,-4 5,-6 4,-3 5,-5 4,0 6,4 5,-2 3,35-10</inkml:trace>
  <inkml:trace contextRef="#ctx0" brushRef="#br0" timeOffset="140016.9939">4032 15119,'0'0,"0"0,0 0,-2-3,-8 2,-11 5,-5 6,-6 5,-2 4,6 5,-3 3,7 7,5 0,3 5,6-1,10 0,5-8,9-7,3-11,4-4,0-6,1-4,1-3,-3-2,5-4,-2-3,-23 14,23-22,2-1,-5-6,-3-3,-11 1,-6 1,-9 3,9 27,-11-23,-4 2,15 21,-17-14,17 14,-19-8,19 8,-20-2</inkml:trace>
  <inkml:trace contextRef="#ctx0" brushRef="#br0" timeOffset="140409.4663">4326 15136,'0'0,"0"0,9 2,6 6,7 7,-22-15,27 10,-27-10,26 13,-26-13,21 13,-21-13,18 11,-18-11,9 10,-9-10,2 13,-8 2,6-15,-14 17,-1 6,-8 4,2 4,0 1,-1 0,22-32,-17 29,17-29,-15 27,8-5,11-11,9-8,8-9</inkml:trace>
  <inkml:trace contextRef="#ctx0" brushRef="#br0" timeOffset="140817.0839">4690 15236,'0'0,"-4"10,-2 5,0 8,3 6,-1 2,4-31,1 29,5-3,-6-26,15 20,3-9,7-9,0-12,-1-3,1-3,-5-2,-1-2,-6 1,-13 19,10-22,-4-3,-6 25,1-27,-5 2,4 25,-9-19,-8 3,-11 13,2 3,2 9,24-9,-24 11,10 1</inkml:trace>
  <inkml:trace contextRef="#ctx0" brushRef="#br0" timeOffset="141162.4809">5209 15227,'0'0,"8"3,6-6,1 2,8 0,1-2,1-1,-25 4,27-4,1 1,-28 3,29-3,-29 3,26-3,-26 3,27-4,-27 4,23-2,-23 2,18-2,-18 2,11-3,-11 3</inkml:trace>
  <inkml:trace contextRef="#ctx0" brushRef="#br0" timeOffset="142889.0725">5880 14736,'0'0,"0"0,0 0,-1-5,-5-5,6 10,-13-7,-4 1,-11 10,28-4,-27 14,4 8,8 10,4 6,8 3,1 4,5 3,3 0,6 2,-8-2,2-3,0-7,-6-38,2 31,0-2,-2-29,1 29,-1-29,-1 24,1-24,-3 12,-1-13,-5-13,-4-6,-2-5,-6 4,0 4,21 17,-23-11,23 11,-21-11,21 11,-15-8,9 3,11 0,11-2,10 0,6-1,7 2,5 2,8-1,-7 1,3-2,-3-2,-5 0,-40 8,34-8,-34 8,29-10,-29 10,17-9,-13-3,-13 3,-6 4,-7 10,-6 4,-2 12,1 5,6 2,23-28,-21 32,9 1,9-1,3-32,6 25,5-7,-11-18,23 7,1-11,1-9,-25 13,22-17,-3-5,-2-4,-5-3,-12 29,9-26,-9 26,7-23,-7 23,1-16,0 9,-1 7,2 6,7 9,0 7,-9-22,14 23,0-1,-14-22,21 16,-1-9,2-9,2-7,-4-7,0-3,-6-2,-5-3,-1-4,-5-4,0-3,1-4,-4-7,3-1,-5 3,2 44,-3-39,3 39,-5-29,5 29,-4-18,1 9,-1 16,1 13,1 6,2 10,-2 5,5 1,0 3,3-2,2-5,3-7,-1-5,4-4,3-10,6-9,2-7,5-9,3-8,1-3,0 1,2-10,-1 1,-8 1,-27 31,25-31,-25 31,16-24,-16 24,7-14,-15 2,-7 9,-8 6,-3 2,26-5,-25 10,2 4,4 5,12-2,7 5,11-3,10 2,2 0,-1 0,8-4,-3 5,0-6,-27-16,23 18,-23-18,16 14,-10 1,-14-2,-9 0,-7-4,-4-4,2 0,-2-8,28 3,-22-8</inkml:trace>
  <inkml:trace contextRef="#ctx0" brushRef="#br0" timeOffset="143270.718">6936 14989,'0'0,"0"0,10-3,5-4,-15 7,27-11,-27 11,26-13,-26 13,21-14,-7-4,-14 18,2-18,-7 6,5 12,-18-7,-2 9,-8 12,3 9,5 2,7 4,8 0,7-1,5 1,8-4,5-3,6-6,1-2,3-5,4-2,-1-3,-5-1,-2 0,-26-3,23-2,-4-1,-9-9,-8-6</inkml:trace>
  <inkml:trace contextRef="#ctx0" brushRef="#br0" timeOffset="178196.9228">1917 16175,'0'0,"0"0,2 6,-2 8,1 3,-1 8,2 3,2 2,-3 1,-1 2,3 2,-3-35,3 31,2-9</inkml:trace>
  <inkml:trace contextRef="#ctx0" brushRef="#br0" timeOffset="178383.1943">1903 15988,'0'0,"0"0,0 0,-3 0,3 0,-9 1,9-1,-4 5</inkml:trace>
  <inkml:trace contextRef="#ctx0" brushRef="#br0" timeOffset="178823.5503">2166 16091,'0'0,"0"0,2 8,2 15,3 7,-1 8,1 3,-2 1,3 0,-8-42,4 36,-4-36,5 33,-5-33,4 26,-2-11,-5-12,0-13,-2-10,1-10,-4-9,3-8,1-8,2-7,4-3,1 1,6 6,2 10,2 9,4 5,4 8,0 7,4 0,-2 5,-23 14,26-7,2 3,1 8,-29-4,27 9,-5 12,-22-21,13 26,-6 3,-7-29</inkml:trace>
  <inkml:trace contextRef="#ctx0" brushRef="#br0" timeOffset="179027.7293">1997 16234,'0'0,"6"-3,14-9,13-5,15-1,10-7,6 0,1 4,2 0,-3-1</inkml:trace>
  <inkml:trace contextRef="#ctx0" brushRef="#br0" timeOffset="180936.0755">3494 15586,'0'0,"0"0,-4-3,-10 0,-4 1,-4 1,-7 4,29-3,-30 4,-1 6,31-10,-30 11,4 2,26-13,-26 12,9 3,17-15,-12 19,3 3,2 6,0 2,3 2,-2 2,0-2,1-1,0 0,-2 1,4 1,0-2,-6 3,-5 2,5-4,-1-1,10-31,-10 28,10-28,-6 27,6-27,-2 24,2-24,5 19,8-5,3-7,7-4,0-8,4-1,4-4,0 2,-4 0,-27 8,29-10,-29 10,23-6,-7 2,-16 4,5 3,-6 3,1-6</inkml:trace>
  <inkml:trace contextRef="#ctx0" brushRef="#br0" timeOffset="182178.4379">2771 15787,'0'0,"0"0,1 3,1 15,2 7,3 4,2 10,-2 5,5-3,-1 5,-1 2,-1-6,1-3,-10-39,9 30,-9-30,6 21,-6-21,3 13,-3-13,2 8,-2-9,-5-11,2-10,-8-6,-1-8,-2-6,3-4,2-4,5-1,7 1,4 5,5 6,-12 39,16-33,4 5,3 5,3 10,-26 13,23-9,0 8,-23 1,23 10,-7 7,-16-17,6 26,-2 4,-11-1,7-29,-11 27,-7-4,-1-3,-5-4,-4-2,-3-3,-4-5</inkml:trace>
  <inkml:trace contextRef="#ctx0" brushRef="#br0" timeOffset="183368.2925">3719 15825,'0'0,"0"0,-7 0,7 0,-17 2,-6 0,-5 6,0 2,28-10,-29 15,1 7,0 6,11-1,5 1,7-2,5-26,1 19,5-4,-6-15,12 13,5-8,2-8,-1-6,4-2,-7-6,5 0,-20 17,19-16,-1-4,-18 20,21-21,-21 21,16-16,-1 6,-6 13,-4 11,-5 9,0 7,-6 6,0 3,-4 1,3 1,-4-6,3-6,8-29,-7 27,7-27,-6 21,6-21,-2 14,7-5,11-14,4-9,8-7,-1-1</inkml:trace>
  <inkml:trace contextRef="#ctx0" brushRef="#br0" timeOffset="183556.677">4084 16067,'0'0,"12"-4,9 1,11-2,9 1,1 2,-4 1,-38 1,34-3</inkml:trace>
  <inkml:trace contextRef="#ctx0" brushRef="#br0" timeOffset="183776.408">4169 15925,'0'0,"0"0,2 8,3 8,-2 7,3 4,4 3,-4 3,0 6,-6-39,6 35,4-8</inkml:trace>
  <inkml:trace contextRef="#ctx0" brushRef="#br0" timeOffset="184012.3253">4464 15946,'0'0,"0"6,2 8,-4 8,-1 7,-3 3,2 2,4-34,-5 35,5-5,7-6</inkml:trace>
  <inkml:trace contextRef="#ctx0" brushRef="#br0" timeOffset="184499.1591">4680 15711,'0'0,"0"0,9-2,6-1,13 2,1-3,4 0,-3 7,-30-3,25 5,0 6,-25-11,23 21,-6 4,-7 8,-2 2,-6 0,-1-3,-2 0,5 0,-3 0,-1-3,0-1,7-2,-3-1,2-1,-6-24,6 24,0-1,-6-23,1 23,-1-23,2 21,-2-21,-5 18,-8 3,-13-6,-1-2,-8-5,-3-2,-2-4,2-4,-1 0,6 0</inkml:trace>
  <inkml:trace contextRef="#ctx0" brushRef="#br0" timeOffset="184782.4809">5279 15995,'0'0,"11"1,11 0,6 2,12 3,3-2,-4 1,-1 3,-6-2,-32-6,25 5,-25-5,23 7,-11 4</inkml:trace>
  <inkml:trace contextRef="#ctx0" brushRef="#br0" timeOffset="184970.9326">5326 16252,'0'0,"0"0,8-3,13-6,14-1,16-2,6-4,-1 2,1-4</inkml:trace>
  <inkml:trace contextRef="#ctx0" brushRef="#br0" timeOffset="185175.0171">5902 15937,'0'0,"0"0,10 0,10 3,11 0,-1 1,8 4,-6 0,-32-8</inkml:trace>
  <inkml:trace contextRef="#ctx0" brushRef="#br0" timeOffset="185379.1562">6050 16202,'0'0,"17"-1,12 1,16-6,4 1,3-4,-7-4</inkml:trace>
  <inkml:trace contextRef="#ctx0" brushRef="#br0" timeOffset="185647.7731">6533 15826,'0'0,"0"0,0 5,0 16,1 8,-2 5,-1 6,4 2,-2-2,1 2,-1-1,2-6,-2-35,5 36,-5-36,7 28,5-11</inkml:trace>
  <inkml:trace contextRef="#ctx0" brushRef="#br0" timeOffset="185850.317">6350 15875,'0'0,"0"0,12 0,13-1,10 1,10 0,7-1,5 0,3-5</inkml:trace>
  <inkml:trace contextRef="#ctx0" brushRef="#br0" timeOffset="186289.9963">7214 15657,'0'0,"-6"3,-7-1,-7 0,-15 0,2 0,0 3,33-5,-30 8,5 5,6 7,6 6,3 0,0 6,7 0,-3 4,2 5,1 1,1 0,0-4,-1 1,1-5,-1 0,2-2,-2 1,0-3,3-30,-2 26,5 0,5-2,-8-24,14 18,2-2,6-2,1-6,3-2,1-3,8-7,-5-4,3-7</inkml:trace>
  <inkml:trace contextRef="#ctx0" brushRef="#br0" timeOffset="186509.735">7388 15951,'0'0,"0"0,1 10,-1 9,-3 7,3 2,-2 3,0 3,0-4,2-30,0 29,2-6</inkml:trace>
  <inkml:trace contextRef="#ctx0" brushRef="#br0" timeOffset="186682.6097">7399 15873,'0'0,"0"0,0 0,-4 2,4-2,-6 6,2-1</inkml:trace>
  <inkml:trace contextRef="#ctx0" brushRef="#br0" timeOffset="187108.9503">7740 15691,'0'0,"0"0,10 0,8 2,3 2,-21-4,25 3,-2 4,0 5,-23-12,18 17,-2 5,-5 6,-6 2,-1 8,5 0,-6 3,0 2,5 1,-2-2,-3 0,4-3,2-3,-2-3,-1-2,2-6,-8-25,3 23,-2-2,-1-21,-2 22,-2-6,-10-3,-11-2,-6-6,-18-8,-12-3</inkml:trace>
  <inkml:trace contextRef="#ctx0" brushRef="#br0" timeOffset="187581.952">6237 15974,'0'0,"0"0,-7 1,-7-2,-14 3,-6 4,-11 0,-2 4,0 1,2 3,6-1,4 2,35-15,-26 13</inkml:trace>
  <inkml:trace contextRef="#ctx0" brushRef="#br0" timeOffset="187817.4074">6416 16163,'0'0,"0"0,-2 0,-16 4,-15 1,-16 3,-7 2,-9 5,-3 2,-7 2</inkml:trace>
  <inkml:trace contextRef="#ctx0" brushRef="#br0" timeOffset="195310.9839">3669 16602,'0'0,"0"0,3 5,1 16,2 12,0 7,-2 11,2 6,-2 1,-2 3,-1-1,2-7,-3-53,2 45,-2-45,2 34,-2-34,1 22,-1-10,-3-14,0-12,-2-11,-2-8,2-10,7-6,-1-6,8-4,5 0,3 9,6 5,5 13,0 7,2 9,1 5,-31 11,27-3,1 6,-6 6,-2 5,-10 6,-10 1,-12 6,-9 0,-8-1,-5-1,-3-3,-4-4,1-3,-2-3,42-12,-36 7</inkml:trace>
  <inkml:trace contextRef="#ctx0" brushRef="#br0" timeOffset="195703.5737">4302 16541,'0'0,"0"0,-7 3,-15 9,-11 1,-12 8,-3 4,1 3,8-2,7 0,9 1,3 3,8 3,8 5,1 6,3 4,1 2,1-3,2-4,3-5,-2-6,2-2,-1-2,-1 0,0-1,-5-27,6 25,4-1,3-6,8-7,2-11,4-8,7-14,1-5,5-8</inkml:trace>
  <inkml:trace contextRef="#ctx0" brushRef="#br0" timeOffset="195897.8953">4478 16849,'0'0,"0"6,0 11,0 8,5 5,1 7,-6-37,9 34</inkml:trace>
  <inkml:trace contextRef="#ctx0" brushRef="#br0" timeOffset="196337.2345">4759 16677,'0'0,"11"-1,9-1,13 1,2 0,-35 1,39 2,-7 7,-32-9,29 16,-11 5,-10 3,-6 2,-3 1,0-2,5-1,-1 2,3 1,0-1,1 3,3-4,0 2,0-1,2 1,-7 1,-5-28,2 26,1-2,-9-1,-4-2,-7-4,-9-3,-8 2,-5-6,-6-4,-5-5</inkml:trace>
  <inkml:trace contextRef="#ctx0" brushRef="#br0" timeOffset="196541.3451">5487 16811,'0'0,"13"-2,12 2,12 6,-37-6</inkml:trace>
  <inkml:trace contextRef="#ctx0" brushRef="#br0" timeOffset="196729.7655">5525 17043,'0'0,"0"0,5 0,11-3,12-1,6 0,10-1,4-2,-2-3,-1-2</inkml:trace>
  <inkml:trace contextRef="#ctx0" brushRef="#br0" timeOffset="196996.4363">6191 16717,'0'0,"5"5,-1 10,-4-15,4 22,2 5,0 5,-3 7,-2 2,1 1,1 3,-2-3,-4-7,3-35</inkml:trace>
  <inkml:trace contextRef="#ctx0" brushRef="#br0" timeOffset="197200.9693">6062 16752,'0'0,"0"0,3-1,8-3,15-2,11-2,9 0,14-3,2-4</inkml:trace>
  <inkml:trace contextRef="#ctx0" brushRef="#br0" timeOffset="197612.0666">6873 16551,'0'0,"0"0,-5 0,-15 0,-5 3,-12 1,-2 6,1 0,38-10,-36 14,6 4,30-18,-27 21,10 2,7 2,6 3,4 2,5 0,-1 1,3 7,0 2,-1-1,-5 0,-1-39,3 33,0-4,0-2,-3-27,3 24,-3-24,6 20,-6-20,3 21,-3-21,11 16,3-3,13-7,2-8,4-7,3-8,5-7,-4-5</inkml:trace>
  <inkml:trace contextRef="#ctx0" brushRef="#br0" timeOffset="197800.5539">7062 16685,'0'0,"0"0,0 9,0 15,-1 10,-1 5,4 3,-5 4,3-46,1 41,6-5</inkml:trace>
  <inkml:trace contextRef="#ctx0" brushRef="#br0" timeOffset="198240.838">7282 16637,'0'0,"0"0,11-4,13-2,6 3,4 3,-34 0,34 0,-5 6,-7 2,-7 5,-7 4,-1 3,-8 6,-5 4,-1 4,-2-1,2 1,1 0,0-1,5-4,2-1,-1-28,2 25,3 0,-5-25,10 24,-10-24,8 22,-8-22,5 22,-7-4,-6 0,-13-3,-11-4,-14 2,-10 0,-11 3</inkml:trace>
  <inkml:trace contextRef="#ctx0" brushRef="#br0" timeOffset="202019.0825">7607 16888,'0'0,"0"0,0 0,0 2,5 2,16-2,7 0,6-1,8-2,7 0,-5-6,4 3,0-5,-48 9,44-7,-44 7,40-9,-40 9,33-11,-12-4,-16 0,-13-3,-10 6,-7-3,0 3,25 12,-23-12,23 12,-19-8,19 8,-9-5,10 7,8 2,8 4,0 0,-17-8,22 10,-2 1,-20-11,18 12,-3 4,-10 3,-5-19,-7 20,-6 2,-15 6,0-4,28-24,-24 22,24-22</inkml:trace>
  <inkml:trace contextRef="#ctx0" brushRef="#br0" timeOffset="202442.9082">8398 16756,'0'0,"-7"-1,-4 2,-14 6,-5 3,-5 7,5 0,4 9,7-1,9 4,6-1,4-28,3 25,9-4,9-7,3-8,3-6,-3-9,2-7,1-3,-6-4,-1-1,-2-4,-18 28,12-27,-5 3,-7 24,8-23,-3 7,-5 16,3-2,0 13,1 12,1 5,1 3</inkml:trace>
  <inkml:trace contextRef="#ctx0" brushRef="#br0" timeOffset="203323.0273">4378 17555,'0'0,"-5"-1,-6-2,-7 5,-9 3,-9 7,-2 9,3 3,-2 5,7 3,8 0,9-3,5 1,11-1,6-3,7-7,2-2,6-10,2-7,0-2,0-8,0-5,0-6,-6-4,2-1,-3-3,-9 1,-7 1,-3 1,0 26,-3-24,3 24,-3-17,3 17,-3-12,0 13,3 15,-1 9,1 4,3 2,4-1,6-3,4 1,9-5</inkml:trace>
  <inkml:trace contextRef="#ctx0" brushRef="#br0" timeOffset="203542.8483">5020 17540,'0'0,"17"-2,8-1,-25 3,40 0,7 1,-47-1</inkml:trace>
  <inkml:trace contextRef="#ctx0" brushRef="#br0" timeOffset="203715.7739">5011 17773,'0'0,"13"-3,18-6,18-1,14-3,-1-2</inkml:trace>
  <inkml:trace contextRef="#ctx0" brushRef="#br0" timeOffset="204155.5889">5586 17435,'0'0,"-4"10,-10 8,-8 7,1 7,-1 3,6 1,9-1,7-2,0-33,7 26,6-8,7-10,6-8,-1-9,2-3,-2-6,0-2,-5-3,1 2,-8-5,-1 3,-12 23,6-26,-6 26,1-24,-1 24,-1-18,-1 12,-2 16,1 8,3 7,0 7,6 4,4 0,5-1,2-3,2-4</inkml:trace>
  <inkml:trace contextRef="#ctx0" brushRef="#br0" timeOffset="204610.5726">6187 17635,'0'0,"12"-6,15-3,11 0,8-1,6-3,-7 5,-45 8,35-7,-35 7,28-7,-9 3,-14-4,-14 0,-11-1,20 9,-23-12,-2-5,25 17,-22-17,22 17,-13-14,13 14,-4-11,11 5,-7 6,20 3,6 4,5 7,-31-14,26 19,-10 1,-10 8,-6-1,-6 0,-7 3,-6-3,1 1,18-28,-23 27,2-2</inkml:trace>
  <inkml:trace contextRef="#ctx0" brushRef="#br0" timeOffset="204940.1851">6891 17306,'0'0,"0"0,3 13,4 15,0 7,-2 8,1 2,-5 4,-1-3,-3 2,-1-1,1-4,3-43,-1 40,4-4,-3-36,5 29,-5-29,5 20</inkml:trace>
  <inkml:trace contextRef="#ctx0" brushRef="#br0" timeOffset="205741.4578">6770 17527,'0'0,"6"-7,12 0,-18 7,27-13,9 3,8 0,-1 6,0 2,-1 7,-5 2,1 4,-5 4,-8 4,-6 0,-6 4,-8 1,-10 1,5-25,-8 24,8-24,-7 24,7-24,-9 21,2-7,-1-9,5-12,0-6,1-8,3-6,3 0,2-2,-6 29,10-28,4 7,-14 21,17-13,1 9,1 12,2 2,-3 5,-18-15,17 13,-3 0,-14-13,21 12,-21-12,16 6,0-6,-16 0,16-6,-16 6,11-12,-11 12,10-16,-10 16,5-14,-5 14,8-13,1 1,8 1,5 3,5-4,4 3,-2-3,1-2,-2 0,-3 3,-25 11,19-15,-4 1,-11-5,-8 1,-12 2,-3 6,-10 4,-1 11,-3 7,3 8,1 9,10 0,11 3,10 1,9-2,11-2,8-3,8-3,4-4,1-4,4-2,3-6,-4-6</inkml:trace>
  <inkml:trace contextRef="#ctx0" brushRef="#br0" timeOffset="206621.7678">8386 16812,'0'0,"0"0,-5 5,-13 13,1 5,0 1,3 4,6 0,12-7,6-6,7-8,8-4,-25-3,27-7,3-2,-30 9,29-17,-4-2,-25 19,20-20,-9 6,-11 14,-2-11,-9 7,-16 8,-3 6,30-10,-32 9,32-9,-26 7,8-1,16-6,9-2,12-5,4-5,3-4,-26 16,24-17,-24 17,21-15,-21 15,13-14,-9 5,-4 9,-11 0,-9 4</inkml:trace>
  <inkml:trace contextRef="#ctx0" brushRef="#br0" timeOffset="207637.3531">6243 12779,'0'0,"15"-2,14-4,9-3,21 0,5-3,7 4,2-2,6 3,-6 0,-5 1,-5 0,-63 6,60-3,-11-1,-49 4,38-6,-11 1,-15-7</inkml:trace>
  <inkml:trace contextRef="#ctx0" brushRef="#br0" timeOffset="208218.8377">6761 8958,'0'0,"2"10,-1 14,2 21,0 18,-6 16,-6 11,4 17,-6 9,-1 14,-2 9,0 14,2 6,4-2,3 2,4-1,2-1,2 0,4 0,2-5,4 0,-5-3,8-8,1-9,0-11,1-11,2-12,-4-10,-2-9,-2-10,-5-10,-8-8,-5 1,-6-5,-5 2,-21 2,-15 10,-16 1</inkml:trace>
  <inkml:trace contextRef="#ctx0" brushRef="#br0" timeOffset="209988.443">5555 17391,'0'0,"0"0,0 0,0 0,0 1,0-1,10 5,5 2,12 4,1 3,5 0,-1 4,-4 4</inkml:trace>
  <inkml:trace contextRef="#ctx0" brushRef="#br0" timeOffset="213377.7165">8278 9092,'0'0,"0"0,0 1,-1 11,-1 4,-3 3</inkml:trace>
  <inkml:trace contextRef="#ctx0" brushRef="#br0" timeOffset="213519.8799">8069 9472,'0'0,"0"0,2 6,6 5,20-6</inkml:trace>
  <inkml:trace contextRef="#ctx0" brushRef="#br0" timeOffset="213662.6292">8520 9435,'0'0,"0"0,0 0,0 0,-1 0,1 0,0 4</inkml:trace>
  <inkml:trace contextRef="#ctx0" brushRef="#br0" timeOffset="214343.3709">9297 9028,'0'0,"0"0,-1-6,-4-3,-7-4,-5 2,-10 6,-4 9,-4 5,-6 10,3 7,5 2,6 3,7 3,6-2,10-4,4-28,-4 29,7-3,-3-26,11 22,7-12,7-11,-1-6,1-10,1-1,-3-2,-2 1,1-5,-2 2,1 3,-21 19,19-18,-19 18,17-10,-6 9,-3 16,-6 9,-6 6,-3 9,-5 7,-5 4,0 3,-5 5,-4 0,0 2,-2-2,28-58,-29 47,29-47,-17 37,7-12,14-11,10-6,14-6,7-10,14-7,2-13</inkml:trace>
  <inkml:trace contextRef="#ctx0" brushRef="#br0" timeOffset="214531.8182">9726 9317,'0'0,"13"-2,16-1,11 3,13-4,3 6,-6 3,-50-5</inkml:trace>
  <inkml:trace contextRef="#ctx0" brushRef="#br0" timeOffset="214688.5633">9773 9521,'0'0,"16"-3,13-2,16 0,21 1,8-1</inkml:trace>
  <inkml:trace contextRef="#ctx0" brushRef="#br0" timeOffset="215261.1343">10531 9132,'0'0,"0"0,-6-1,-13 0,-5 6,-6 3,-8 9,-5 4,5 6,1 3,37-30,-31 30,12 0,19-30,-9 24,9-24,2 21,12-14,5-14,4-4,3-3,-4-6,4 1,-26 19,21-18,1 3,-22 15,24-9,-5 9,-3 8,-6 14,-3 9,-11 8,-2 9,-2 2,-7 3,3 2,-1-4,1-5,4-6,2-5,4-8,5-1,7-4,10-6,6-7,7-11,7-12</inkml:trace>
  <inkml:trace contextRef="#ctx0" brushRef="#br0" timeOffset="215412.4963">10827 9522,'0'0,"14"-2,16 0,16-3,21 0,1 3,-7-7</inkml:trace>
  <inkml:trace contextRef="#ctx0" brushRef="#br0" timeOffset="215604.102">10962 9364,'0'0,"-1"12,6 12,0 16,2 10,2 10,3 4,5 1,-17-65,14 56</inkml:trace>
  <inkml:trace contextRef="#ctx0" brushRef="#br0" timeOffset="215823.8167">11290 9306,'0'0,"0"9,-2 14,-2 11,1 12,-3 4,2 4,6 5,-2-59,0 54</inkml:trace>
  <inkml:trace contextRef="#ctx0" brushRef="#br0" timeOffset="215980.6583">11517 9424,'0'0,"12"-3,15 0,-27 3,41-3,14 1,9 4,-3-1,-10 7,-51-8</inkml:trace>
  <inkml:trace contextRef="#ctx0" brushRef="#br0" timeOffset="216125.3589">11653 9601,'0'0,"9"-1,10-1,14-2,17 4,16-2,1-5</inkml:trace>
  <inkml:trace contextRef="#ctx0" brushRef="#br0" timeOffset="218173.2497">12335 9175,'0'0,"0"0,0 2,2 11,0 10,0 13,3 5,3 11,0 6,0-1,2-4,-1-3,-5-5,4-8,-4-1,-4-36,9 29,-9-29,5 23,-5-23,4 14,-1-5,-1-13,-7-14</inkml:trace>
  <inkml:trace contextRef="#ctx0" brushRef="#br0" timeOffset="222374.379">7865 10499,'0'0,"-3"8,5 6,0 8,5 4,-4 5,1 3,2 0,0 0,-1 0,-5-34,8 33,-3-9</inkml:trace>
  <inkml:trace contextRef="#ctx0" brushRef="#br0" timeOffset="222560.8687">7824 10258,'0'0,"0"0,0 0,0 0,0 0,-1 0,7 6</inkml:trace>
  <inkml:trace contextRef="#ctx0" brushRef="#br0" timeOffset="222939.6269">8191 10503,'0'0,"2"8,5 10,3 4,-1 7,6 5,-3-2,-12-32,7 27,-7-27,8 23,-2-8,-6-15,-2-1,-3-13,-8-17,-3-5,0-6,-2-2,5-7,1-1,6 0,8-3,2 3,10 7,3 7,9 10,3 6,8 9,3 6,-1 8,3 5,-1 6,-8 6,0 1,-18 0</inkml:trace>
  <inkml:trace contextRef="#ctx0" brushRef="#br0" timeOffset="223113.0774">8015 10650,'0'0,"9"-1,10-5,18-7,20-4,15 0,17-5,10 1</inkml:trace>
  <inkml:trace contextRef="#ctx0" brushRef="#br0" timeOffset="223621.7117">9330 10131,'0'0,"0"0,-11 2,-14 9,-9 11,-3 5,3 10,1 6,14 1,4-3,9-1,9-5,8-10,7-7,5-9,4-11,-4-5,3-9,0-4,-2 0,-24 20,23-24,-3-3,-20 27,24-31,-24 31,20-30,-20 30,15-20,-2 15,-8 18,-9 16,-5 12,-6 12,-3 9,-4 3,-3 0,0-4,4-7,9-9,12-45,-5 37,10-4,16-9,11-10,13-13,11-12,7-15</inkml:trace>
  <inkml:trace contextRef="#ctx0" brushRef="#br0" timeOffset="223778.8725">10006 10440,'0'0,"16"-2,10-2,23 0,12 2,11 0,-2 5</inkml:trace>
  <inkml:trace contextRef="#ctx0" brushRef="#br0" timeOffset="223967.35">10158 10647,'0'0,"18"-6,22-5,19-7,30 0</inkml:trace>
  <inkml:trace contextRef="#ctx0" brushRef="#br0" timeOffset="224124.0978">10900 10410,'0'0,"19"-2,12-1,11 2,15-1,-57 2</inkml:trace>
  <inkml:trace contextRef="#ctx0" brushRef="#br0" timeOffset="224296.2898">10899 10622,'0'0,"10"-2,17-6,17 0,24-5,11-8</inkml:trace>
  <inkml:trace contextRef="#ctx0" brushRef="#br0" timeOffset="224830.3713">11498 10362,'0'0,"2"7,2 10,3 5,1 7,2 3,-10-32,9 32,-5-2,-4-30,0 27,-1-10,1-17,-2 3,-1-12,-2-11,3-6,9-1,-2-2,9 1,7 1,-21 27,24-18,0 7,10 11,-10 10,-2 8,-3 0,-3 4,-16-22,9 22,-9-22,9 20,-9-20,3 17,-1-10,5-11,-7 4,9-13,5-6,8-4,6 1,0 2,3 5,-2 7,2 8,-7 8,-2 5,-5 11,-4 1,-7 4,-8 8,-5-5,-16-4,-6-5</inkml:trace>
  <inkml:trace contextRef="#ctx0" brushRef="#br0" timeOffset="225254.3859">9273 10163,'0'0,"6"5,10-5,7 7,8 3,4 9,-4 6,-8 9,-2 10</inkml:trace>
  <inkml:trace contextRef="#ctx0" brushRef="#br0" timeOffset="227324.1799">12383 10647,'0'0,"15"-4,9 0,12-6,7 1,2-3,-4 3,-41 9,37-8,-37 8,27-8,-15-3,-12-4,0 15,-9-14,-11-1,20 15,-20-17,20 17,-17-12,7 5,10 7,2-5,9 7,7 3,5 5,-2 3,-4 1,-8 4,-5 5,-10 2,-9 2,-5 4,-6-3,26-28,-24 20</inkml:trace>
  <inkml:trace contextRef="#ctx0" brushRef="#br0" timeOffset="227622.5634">13221 10086,'0'0,"0"0,-6-1,-7-1,-7 5,-1 7,0 9,1 5,9 7,2 6,1 7,7 4,-1 11,-1 7,2 3,0-4,-2 1,4-9,-3-6,2-51,-4 46,-3-9</inkml:trace>
  <inkml:trace contextRef="#ctx0" brushRef="#br0" timeOffset="228405.8757">12870 10618,'0'0,"13"-3,14-7,20-2,26-3,8-2,3-1,-8-1,-76 19,64-19,-64 19,45-19,-45 19,28-19,-28 19,14-16,-17 11,-19 14,-5 10,-5 12,1 8,6 0,8-3,7-5,9-5,11-5,-10-21,14 14,9-7,9-10,-1-7,-5-7,-3-5,-7-3,-7-1,-3-4,-6 30,0-29,0 29,-2-25,2 25,-2-16,2 11,4 13,4 11,-8-19,10 26,6 3,-16-29,21 26,5-6,5-10,-2-9,-1-12,-4-10,-6-7,0-3,-5-6,-4-3,-4-4,-5-3,-5-3,-3-1,1 1,7 50,-6-43,6 43,-7-36,7 36,-6-23,2 18,0 22,2 14,3 12,-1 8,2 11,5 2,0 2,-2-3,5-9,6-9,3-10,6-11,4-14,0-14,7-10</inkml:trace>
  <inkml:trace contextRef="#ctx0" brushRef="#br0" timeOffset="228706.8356">14108 10335,'0'0,"0"0,-8 1,-6 1,14-2,-17 4,-1 6,2 6,4 5,11 2,6 1,8 0,1 0,7 0,-21-24,21 27,-2-1,1 5,-20-31,14 27,-10-2,-13 4,-9-4,-6-9,-4-4,-3-6,4-7,4-7,14-2,7-9</inkml:trace>
  <inkml:trace contextRef="#ctx0" brushRef="#br0" timeOffset="229067.0555">14315 10517,'0'0,"13"-4,8-2,4-3,8-3,4-1,-5 1,-32 12,25-14,-3-1,-22 15,12-16,-10-1,-8 4,-9 6,-4 11,-5 9,-7 4,2 7,-1 5,6 4,8-2,10 1,4-3,2-29,10 28,7-3,6-4,4-3,4-7,-4-3,2 1,-29-9,26 8,-26-8,22 7,-5-2,-12-6,-18 0</inkml:trace>
  <inkml:trace contextRef="#ctx0" brushRef="#br0" timeOffset="229585.4808">9497 11136,'0'0,"2"10,1 5,1 14,0 7,3 10,4 0,-2 7,-2 1,-1-3,1 3,2-9,4-5,5-14,3-16</inkml:trace>
  <inkml:trace contextRef="#ctx0" brushRef="#br0" timeOffset="229774.1298">10186 11196,'0'0,"11"-6,20-5,17-2,14-2,13 0,4 2,-2 4,-77 9,74-7,-74 7</inkml:trace>
  <inkml:trace contextRef="#ctx0" brushRef="#br0" timeOffset="229962.504">10351 11328,'0'0,"0"0,9-2,18-6,19-6,11-3,13 1,3-4,-2 1</inkml:trace>
  <inkml:trace contextRef="#ctx0" brushRef="#br0" timeOffset="230213.4357">10470 10967,'0'0,"-2"11,2 15,0 19,2 14,-2 12,1 4,-6 4,5-5,4 0,-6-8,6-10,2-12,8-16</inkml:trace>
  <inkml:trace contextRef="#ctx0" brushRef="#br0" timeOffset="230574.2692">11173 10992,'0'0,"0"0,0 0,-1-1,-9 4,10-3,-15 9,2 6,0 13,9 2,6-2,7 5,7-3,6 1,4 0,2-2,-28-29,30 29,-30-29,23 27,-10-1,-7-1,-14-4,-9-5,-9 0,-7-4,-6-3,2-2,0-11,6-8</inkml:trace>
  <inkml:trace contextRef="#ctx0" brushRef="#br0" timeOffset="230794.5269">11211 10954,'0'0,"12"-2,16-4,15-1,9-2,4 3,-1 1,-5 4,-6 1,-7 2,-37-2,30 4,-30-4</inkml:trace>
  <inkml:trace contextRef="#ctx0" brushRef="#br1" timeOffset="252072.9289">7074 12233,'0'0,"0"0,0 0,0 0,-3 0,2 1,7 1,7 3,11 1,11-3,18 2,4-3,16-2,7 0,13-6,4 2,11-2,7 0,8-6,6 1,8 3,14-5,5-2,9 0,12 3,3-3,7 2,10 2,5-1,3-3,11 9,-1-3,5 1,1-3,2 0,1-3,3 2,2-2,7 0,0 0,2 2,2-2,0 5,8 0,0 6,3 3,-1-4,-1 4,1 3,1 5,-4 8,-3 2,-14 0,-12 3,-6 4,-21 1,-7-3,-15 5,-19-1,-20-7,-24-4,-106-16,78 14</inkml:trace>
  <inkml:trace contextRef="#ctx0" brushRef="#br1" timeOffset="252937.049">8589 12217,'0'0,"0"0,1 4,3 10,-1 6,-1 9,1 10,6 7,-2 5,1 7,3 7,3 7,-7 6,0 9,3 5,-2 3,-5 4,4 10,2 0,-6 4,1 1,4 5,-2 3,1-1,3 3,-5-1,6 1,0-2,-1 1,1-1,2-2,-3 1,4-2,2 4,-1-1,1 3,-1-1,2 4,2-3,0-2,0-2,2 1,-4-2,3 0,-7 1,2 3,-6 2,-3 4,-5-1,0-1,-3-1,6 4,2-2,0 10,3-3,4 2,2-4,-5-16</inkml:trace>
  <inkml:trace contextRef="#ctx0" brushRef="#br1" timeOffset="253628.7778">10230 12170,'0'0,"0"0,0 0,4-8,-4 8,3-13,-3 1,-11 0,-11 4,-12 9,-1 10,1 4,3 3,3 6,8 2,6 5,7 4,1 6,6 2,2 6,2 2,3 3,0 2,0-2,2 2,-6-4,2-3,-1-4,2-6,-4-1,-2-38,-6 33</inkml:trace>
  <inkml:trace contextRef="#ctx0" brushRef="#br1" timeOffset="254272.923">9796 12610,'0'0,"0"0,6-1,23-5,23-1,19 2,6-4,7 0,-2 6,-3-3,-12-4,-67 10,58-10,-13-1,-45 11,34-17,-34 17,19-11,-9 3,-10 8,-5 1,-8 12,-3 11,-1 2,2 7,7 0,9-1,-1-32,4 27,6-5,-10-22,16 16,2-8,2-10,0-11,-8-6,-2-2,-1-3,-3-4,0-1,2 0,-8 29,11-26,3 9,3 10,4 9,2 3,0 12,4 1,-6 5,-3-1,-6 7,-5 0,-10-2,3-27,-11 23,-3-5,14-18,-17 7,3-11,4-14,5-7,8-6,4-5,6-2,9 3,6-3,6 8,10 4,5 8</inkml:trace>
  <inkml:trace contextRef="#ctx0" brushRef="#br1" timeOffset="254539.0506">11726 12407,'0'0,"1"8,-1 9,3 11,2 15,2 1,3 5,-5 2,-5-51,9 46,-9-46</inkml:trace>
  <inkml:trace contextRef="#ctx0" brushRef="#br1" timeOffset="254869.1416">11605 12196,'0'0,"0"0,1 3,5 9,10-4,1 1,12-5,2-4,-31 0,33-6,-7-3,-26 9,19-18,-11-3,-8 21,0-25,-7 5,-9 6,16 14,-22-4,0 10,0 14,22-20</inkml:trace>
  <inkml:trace contextRef="#ctx0" brushRef="#br1" timeOffset="255061.7377">12169 12417,'0'0,"10"0,14 0,5 9,16 3,-45-12</inkml:trace>
  <inkml:trace contextRef="#ctx0" brushRef="#br1" timeOffset="255230.1023">12289 12607,'0'0,"0"0,15-4,24-2,28 3</inkml:trace>
  <inkml:trace contextRef="#ctx0" brushRef="#br1" timeOffset="255670.3863">12909 12296,'0'0,"0"0,3-4,15-2,12 3,-1 4,-29-1,41 9,-7 5,-6 9,-10 7,-15 6,-14 3,-8 3,-9-4,1-2,-5-5,32-31,-27 26,27-26,-16 20,6 0,10-4,11-5,13-4,3-5,10-2,11-2,11-3,-2 1,8 0,-5 1,-9 4,-51-1,43 2,-43-2,34 5,-34-5,21 3,-23 0,-29-4</inkml:trace>
  <inkml:trace contextRef="#ctx0" brushRef="#br1" timeOffset="259713.5499">9678 13485,'0'0,"-1"10,0 6,-6 8,7 10,2 2,3 0,4-3,7-7,-16-26,17 23,1-7,-18-16,26 2,0-5,-4-10,-4-8,-18 21,16-22,-16 22,10-22,-10 22,7-19,-3 8,-4 11,8 3,0 4,5 8,7-1,-20-14,21 7,0-7,-21 0,23-7,-6-7,-5-4,-12 18,7-21,-7-1,-9-6,-4 5,13 23,-15-20,-7 4,2-1,6-1,7-4</inkml:trace>
  <inkml:trace contextRef="#ctx0" brushRef="#br1" timeOffset="260114.535">10200 13240,'0'0,"4"7,2 10,-6 14,3 3,2 5,-1 5,1-1,-5-43,3 36,-3-36,2 32,-2-32,-1 24,3-14,0-15,7-8,-5-7,4-6,4 1,4 1,1 0,6 7,-1 9,2 1,1 12,0 5,1 5,-6 2,1 3,0 2,-4 3,-4 0,-13-25,11 25,-11-25</inkml:trace>
  <inkml:trace contextRef="#ctx0" brushRef="#br1" timeOffset="260278.8203">10719 13453,'0'0,"0"0,1 8,0 13,2 3,-1 2,-2-26,5 32</inkml:trace>
  <inkml:trace contextRef="#ctx0" brushRef="#br1" timeOffset="260461.4455">10737 13262,'0'0,"0"0,0 0,0 0,1 0,7-4</inkml:trace>
  <inkml:trace contextRef="#ctx0" brushRef="#br1" timeOffset="260628.8382">10970 13161,'0'0,"2"9,-2 11,0 11,-1 13,-2 9,4 8,1 6,3-2</inkml:trace>
  <inkml:trace contextRef="#ctx0" brushRef="#br1" timeOffset="261116.5833">11214 13483,'0'0,"0"0,7-3,9-4,1-1,-17 8,24-8,-5-2,-19 10,14-14,-10 0,-4 14,-5-13,5 13,-13-13,-4 5,-5 10,1 4,-2 9,8 7,-1 5,6 1,3 2,1-1,6-29,-3 28,8-4,-5-24,12 22,2-6,-14-16,21 12,3-4,0-5,-24-3,22 0,-1-2,-21 2,22-2,-22 2,19-1,-19 1,17 0,-7 0,-10 0,4 6,-8-2</inkml:trace>
  <inkml:trace contextRef="#ctx0" brushRef="#br1" timeOffset="262310.7934">12077 13239,'0'0,"-6"7,-9 4,1 7,-6 7,2 4,2 3,16-32,-12 31,12-31,-5 27,5-27,4 21,-4-21,9 10,8-12,3-11,-20 13,17-17,0-5,-17 22,22-27,-22 27,16-21,-16 21,13-14,-1 14,0 17,-1 14,-5 8,-7 9,-4 5,1 5,-3-3,-5-6,12-49,-9 41,3-9,6-32,-1 27,9-11,11-7,7-10,6-17,4-9</inkml:trace>
  <inkml:trace contextRef="#ctx0" brushRef="#br1" timeOffset="262641.051">12389 13340,'0'0,"0"0,8 1,11 1,10 3,9 0,5 1,0 0,-43-6,39 7,-39-7,31 5,-31-5,23 3,-23-3,13 3,-11 6,-14 2,-7 9,-4 8,-3 5,-2 5,-2 5,2-3,8 0,1 0,19-40,-7 31,12-10</inkml:trace>
  <inkml:trace contextRef="#ctx0" brushRef="#br1" timeOffset="263034.0376">13076 13318,'0'0,"-7"6,-1 6,8-12,-15 26,-4 10,3 6,4 5,4-4,10-7,7-8,8-9,6-8,7-8,-30-3,33-4,-1-5,-1-5,-5-7,-5-3,-4-3,-7-8,-3 0,-7 4,-7-3,-5 6,-8 8,-7 5,-2 3,-7 9,0 6,0 8,-3 1,6 2,33-14</inkml:trace>
  <inkml:trace contextRef="#ctx0" brushRef="#br1" timeOffset="263394.6626">12081 13291,'0'0,"4"7,5 6,5 8,-14-21,19 26</inkml:trace>
  <inkml:trace contextRef="#ctx0" brushRef="#br1" timeOffset="264926.7197">11830 14287,'0'0,"2"10,1 8,4 10,-9 5,4 9,-2-2,-3 3,-2 0,7-3,-2-40,1 32,4-9</inkml:trace>
  <inkml:trace contextRef="#ctx0" brushRef="#br1" timeOffset="265272.2975">12063 14255,'0'0,"8"6,6 2,10 2,3 1,3 2,3-2,-1-1,-3 2,-29-12,26 7,-26-7,21 8,-21-8,13 4,-9 6,-11 0,-3 4,-13 7,2 1,-5 4,3 4,0 3,-1 3,5-2,19-34,-13 31,8-6,11-13</inkml:trace>
  <inkml:trace contextRef="#ctx0" brushRef="#br1" timeOffset="265633.4049">12483 14352,'0'0,"-2"13,-1 10,-1 11,2 1,9 0,8-5,2-7,9-11,-2-6,-24-6,30-2,0-9,2-7,-5-1,-7-4,-4-1,-7-1,-6-1,-5 0,-3 1,-10 3,-8 6,-5 6,-9 5,-2 8,-4 8,-1 3,44-14</inkml:trace>
  <inkml:trace contextRef="#ctx0" brushRef="#br1" timeOffset="267736.6766">13938 13260,'0'0,"0"0,-8 1,-10 3,-10 11,-6 7,-10 13,7 8,11-1,12-5,9-4,11-7,-6-26,14 14,7-5,7-10,2-7,-4-6,-5-2,-1-4,-20 20,13-23,-2-4,-11 27,10-32,-10 32,9-31,-9 31,4-24,-2 9,1 15,-3 10,0 11,-5 9,2 6,4 2,4 3,-5-41,13 41</inkml:trace>
  <inkml:trace contextRef="#ctx0" brushRef="#br1" timeOffset="268144.6591">14139 13422,'0'0,"3"7,-1 6,-2-13,4 17,-4-17,5 21,-5-21,5 21,4-14,-3-14,2-10,2-3,3-4,0-1,1-2,3 0,-17 27,17-26,0 9,-17 17,18-10,1 7,-3 14,-4 6,-2 4,1 5,-2 0,-4 3,-5-29,14 29,3-10,11-10</inkml:trace>
  <inkml:trace contextRef="#ctx0" brushRef="#br1" timeOffset="268624.6555">14771 13236,'0'0,"0"0,-9 0,-8 8,-12 3,-4 16,-4 3,0 10,5 4,11-7,21-37,-13 33,7-6,14-5,7-11,2-9,4-9,2-6,-3-7,0-4,-4-6,1-4,-2-5,-2-6,0-6,0-2,-5 0,-2 3,-3 5,-2 6,-1 39,0-34,0 34,-2-22,2 22,-1-14,0 16,-2 17,-4 15,1 11,1 14,4-2,2 4,5-7,5 1,6-12,1-1,-18-42,21 40,0-3,-1-1</inkml:trace>
  <inkml:trace contextRef="#ctx0" brushRef="#br1" timeOffset="270343.523">15545 13197,'0'0,"1"6,2 5,-3 18,2 7,5 11,-1 4,0 5,3 2,0-4,3-5,-12-49,8 41,-8-41,8 28,-8-28,4 16,-2-11,-3-13,-2-13,-1-5,-6-5,0-10,-1-2,3-6,-3-4,2-2,9 1,3 2,10 4,1 7,4 11,5 4,3 8,-3 9,6 10,-2 1,-1 5,-1 5,-2 5,-6-1,-7 7,-11 0,-4 2,-8-3,-8 2,-7-2,-6-2,-3-3,0-2,37-15,-34 9,34-9,-31 7</inkml:trace>
  <inkml:trace contextRef="#ctx0" brushRef="#br1" timeOffset="270862.4506">16264 12950,'0'0,"0"0,-4-3,-9 2,-11 6,-10 2,-8 4,4 5,1 8,5 1,9 2,8 2,2 7,6 0,6 9,1 2,1-1,7 2,-2 5,-4-4,2 1,-2 0,-5-6,3-3,-6-1,6-5,0-35,3 30,1 0,-4-30,6 30,5-7,-11-23,19 17,6-7,9-8,4-4,0-4,-2-2,-36 8,37-11,-4 4,-33 7,33-9,-33 9,23-1,-12-2,-17-1</inkml:trace>
  <inkml:trace contextRef="#ctx0" brushRef="#br1" timeOffset="274300.3199">16349 13316,'0'0,"0"0,4-7,3-6,16-4,3 3,3-1,1 10,-2 1,-28 4,21 6,-2 7,-5 10,-13 4,-10 8,-2 0,-16 3,0-4,-1-3,2-5,26-26,-25 19,25-19,-19 16,19-16,-16 11,18-4,13-3,11-5,6-4,12-2,5-3,0-3,6-2</inkml:trace>
  <inkml:trace contextRef="#ctx0" brushRef="#br1" timeOffset="274755.8357">16825 13017,'0'0,"0"0,8 0,17 0,10 2,2 2,-37-4,39 7,-2 8,-3 2,-8 6,-6 4,-6 2,-3 3,-7 2,3 4,-1 1,-2 4,4-2,0-1,-5-1,3 1,-3-4,4-2,-7-34,3 30,1-1,-4-29,3 30,-1-5,-8-6,6-19,-18 18,-6-3,-14-3,-2-1,-8 0,2-3,-1-1,7-1,3-4,37-2</inkml:trace>
  <inkml:trace contextRef="#ctx0" brushRef="#br1" timeOffset="275022.416">17669 13357,'0'0,"10"0,17 0,16-2,17 2,8-2,3 6,-6 1,-6 4,-59-9,47 5</inkml:trace>
  <inkml:trace contextRef="#ctx0" brushRef="#br1" timeOffset="275258.7713">17814 13550,'0'0,"15"-5,14-3,14 4,19-1,12 3,-2 2,-3 3,-10-5,-13 1,-46 1,33-3</inkml:trace>
  <inkml:trace contextRef="#ctx0" brushRef="#br1" timeOffset="275573.3752">17989 13155,'0'0,"1"11,2 10,-4 15,4 15,-10 18,0 0,3 1,-1-2,-4-8,7-9,-1-5,-1-3,2-8,0-6,-1-2,3-27,-1 23,1-3,3-11,-3-9</inkml:trace>
  <inkml:trace contextRef="#ctx0" brushRef="#br1" timeOffset="275918.6737">18682 13165,'0'0,"4"9,0 14,2 12,-1 13,-1 4,-4-5,1-3,-1-5,0-5,0-34,-2 29,2-29,0 26,0-4,-1-16</inkml:trace>
  <inkml:trace contextRef="#ctx0" brushRef="#br1" timeOffset="276249.1625">18461 13097,'0'0,"0"0,11-2,18-3,14-3,7 1,9 0,1 5,-1 0,-4-1,-3 0,-52 3,41-4,-41 4,32-4,-32 4,27-2,-27 2,22 0,-11 6,-12 5</inkml:trace>
  <inkml:trace contextRef="#ctx0" brushRef="#br1" timeOffset="278406.5371">19475 12961,'0'0,"0"0,-9-1,-17 3,-6 3,-1 7,-9 3,10 5,4-2,4 4,2 2,9 4,3 2,5 7,3 2,2 2,0 1,1 4,-1-2,-1-2,1-3,-2 0,0-4,-2-3,-2-3,0-2,6-27,-1 24,5-2,5-2,-9-20,14 14,5-3,6-5,6-8,6-7,6-5</inkml:trace>
  <inkml:trace contextRef="#ctx0" brushRef="#br1" timeOffset="278767.6066">19564 13166,'0'0,"0"0,6-1,7-4,-13 5,18-1,3 4,1 11,-9 5,-5 4,-13 2,-4 4,-11 1,-3 0,-3-1,26-29,-25 26,25-26,-19 18,19-18,-10 14,10-3,18-4,10-5,4-4,8-10,-4-6</inkml:trace>
  <inkml:trace contextRef="#ctx0" brushRef="#br1" timeOffset="279160.6546">19814 12998,'0'0,"7"-5,-7 5,15-5,8 1,7 4,-30 0,34 0,-7 8,-12 8,-1 2,-6 4,-8 7,-2 3,-1-1,-1 2,3 2,6 5,1 1,-3 2,4 0,1-2,3-4,2 1,-3-6,-10-32,8 29,-3-2,-7-1,2-26,-8 21,-3 0,-12-2,-11 2,-14-7,-12 0,-15-3</inkml:trace>
  <inkml:trace contextRef="#ctx0" brushRef="#br1" timeOffset="286025.0074">16960 14102,'0'0,"1"12,2 7,4 18,-6 11,8 7,-2 5,-5-4,0 1,-1-5,-1-52,-2 45,2-45,-2 37,2-37,-5 26,5-26,-2 15,2-16,2-12,-2-10,6-4,1-5,4-2,3 7,7-1,4 6,6 6,3 9,1 3,-4 7,6 5,-7 3,-30-11,29 14,-4 3,-25-17,18 19,-9 4,-12-4,-8-4,11-15,-21 16,-7-5,-10 1,0-2,-4-2,2 0,5-3,5-5,7-11</inkml:trace>
  <inkml:trace contextRef="#ctx0" brushRef="#br1" timeOffset="286262.9339">17746 14425,'0'0,"16"-2,11-1,8 2,14 0,6 1,-3 1,-4 2,-4 0,-44-3,37 2,-37-2,28 3</inkml:trace>
  <inkml:trace contextRef="#ctx0" brushRef="#br1" timeOffset="286451.7869">17824 14566,'0'0,"10"-1,13-1,13-5,15-2,2 1,2-1,-6-2,-6-1</inkml:trace>
  <inkml:trace contextRef="#ctx0" brushRef="#br1" timeOffset="286687.1696">18053 14229,'0'0,"0"0,-3 7,-4 15,-5 10,1 8,-3 9,-5 3,3-2,-5 1,4 4,0-2,17-53,-10 49,6-7</inkml:trace>
  <inkml:trace contextRef="#ctx0" brushRef="#br1" timeOffset="287189.4518">18595 14179,'0'0,"2"17,-6 13,3 13,-7 7,2 10,-2 2,-3-7,2-11,9-44,-9 34,9-34,-8 21,8-21,-3 9,7-9,4-12,7-7,5-4,4 0,6 4,7 6,2 7,1 10,-1 8,-3 4,-36-16,36 20,-6 3,-30-23,25 23,-10-2,-13-2,-11-5,-8 1,-8-8,-11-4,-9-3,-4-1,-5-6,-4-3,1-2,0-4,6-6</inkml:trace>
  <inkml:trace contextRef="#ctx0" brushRef="#br1" timeOffset="288342.6051">19817 14048,'0'0,"0"0,0 0,-3-5,-4 3,7 2,-14 4,-2 8,2 11,0 6,5 6,3 1,1 6,3 2,3 4,0 2,-1-1,3-3,-3-7,0-5,0-34,0 32,0-32,3 30,-3-30,2 26,-2-26</inkml:trace>
  <inkml:trace contextRef="#ctx0" brushRef="#br1" timeOffset="289144.1446">19550 14473,'0'0,"0"0,2-2,10-1,10-2,9-1,11-1,9-2,6 1,2-1,4 1,-5-1,-7 0,-51 9,41-11,-41 11,31-12,-31 12,16-12,-16 12,10-15,-16 7,-11 13,-9 7,0 6,-4 7,1 4,4-1,25-28,-14 29,7-3,7-26,0 22,0-22,4 14,5-7,-9-7,11-5,2-6,-2-8,-11 19,11-23,-3-3,-8 26,7-24,-7 24,6-20,0 12,1 14,-1 7,5 6,-2 2,3-1,6-3,-18-17,20 11,5-1,4-10,-2-7,0-6,-5-5,-4-4,-3-6,-2-2,-6-1,-4-4,2-4,-3-3,-5 3,4-2,-1 41,-3-38,3 38,0-30,0 30,0-25,0 16,-3 9,0 11,-5 12,2 9,1 8,-1 3,1 6,3 4,-2-4,3-8,5-3,-4-38,8 32,5-7,8-7,1-16</inkml:trace>
  <inkml:trace contextRef="#ctx0" brushRef="#br1" timeOffset="289462.083">20576 14258,'0'0,"0"0,-4-1,4 1,-9 1,-1 7,3 8,5 4,12 8,4 3,9-3,-1 2,8-4,-2-3,-1 0,-27-23,22 22,-22-22,15 23,-5 0,-17-2,-8-3,-6-4,-7-5,-6-4,-2-4,0-1,3-7</inkml:trace>
  <inkml:trace contextRef="#ctx0" brushRef="#br1" timeOffset="289910.7044">21093 14373,'0'0,"0"0,10-3,13-2,0-1,3-3,-26 9,24-10,-24 10,19-13,-19 13,14-13,-6 0,-8 13,-2-7,-11 6,-4 8,-9 6,-2 7,3 4,-1 0,8-1,2-1,16-22,-7 22,8 0,7 1,8-3,-16-20,20 20,6-3,8-3,-5-2,3-1,-32-11,29 8,-29-8,25 6,-10 3,-15-3,-19-3</inkml:trace>
  <inkml:trace contextRef="#ctx0" brushRef="#br1" timeOffset="310375.9788">10287 15728,'0'0,"0"0,0 0,0 0,0 1,-3 6,0 4,3 4,-4 3,1 6,1 3,-4 1,6-28,-4 29,4-29</inkml:trace>
  <inkml:trace contextRef="#ctx0" brushRef="#br1" timeOffset="310537.1456">10211 15481,'0'0,"0"0,0 0,0 0,0 0</inkml:trace>
  <inkml:trace contextRef="#ctx0" brushRef="#br1" timeOffset="310977.3776">10563 15722,'0'0,"3"12,4 6,2 13,1 2,-1 8,-9-41,3 36,-3-36,2 36,-2-36,-2 28,2-28,-3 19,0-11,-1-12,-1-12,-3-11,0-6,1-10,-1-2,6-5,-1 2,3-4,3 8,2 4,-5 40,8-34,5 6,-13 28,19-18,4 6,-23 12,26-6,-3 11,-3 8,-4 4,-11 5,-5-22</inkml:trace>
  <inkml:trace contextRef="#ctx0" brushRef="#br1" timeOffset="311150.2736">10416 15765,'0'0,"0"0,3 0,13-2,6 1,6-4,9 2,4-6,-4 0</inkml:trace>
  <inkml:trace contextRef="#ctx0" brushRef="#br1" timeOffset="311935.4453">11480 15681,'0'0,"2"11,1 12,4 11,0 5,1 7,-4-5,0 0,-4-41,0 39,0-39,2 29,-2-29,2 23,-2-23,2 15,-1-10,-1-10,-2-13,-1-7,0-11,-3-8,-1-4,0-1,6-5,5 3,5 4,2 9,5 7,5 4,4 11,2 5,3 4,-1 6,-1 4,-28-3,27 5,-4 4,-5 6,-6 2,-10 4,-2-21,-7 21,-8-3,-7-1,-5-1,-2-5,29-11,-29 7,3-3,26-4</inkml:trace>
  <inkml:trace contextRef="#ctx0" brushRef="#br1" timeOffset="312516.6706">12231 15333,'0'0,"0"0,-5 0,-17 0,-7 6,-6 1,1 5,3 2,1 3,1 8,5 0,4 5,0 7,7 4,1 2,-1 4,0 3,6 2,-1-1,3 0,0-5,3-2,2-5,-1-3,2 0,0-6,-1-2,0-4,4-2,-4-22,2 21,-2-21,5 15,0 2,-5-17,9 16,5-8,-14-8,21 8,5-5,7-6,1-1,1-1,0-4,-3 1,-32 8,30-8,-30 8,28-7,-28 7,22-9,-3 2,-8-6,-11 13,4-16</inkml:trace>
  <inkml:trace contextRef="#ctx0" brushRef="#br1" timeOffset="316261.8124">12584 15698,'0'0,"0"0,0 0,0-3,0 3,0-3,0 3,0-2,0 2,0 0,0 0,0-1,0 1,-4-1,4 1,-1-2,1 2,-1-10,7-5,-6 15,14-20,8 4,4 4,2 4,0 5,0 5,-7 5,1 0,-22-7,16 15,1 4,-6 12,-9-4,-5 2,-4 5,-9-5,-3-1,-4-2,-4-3,0-1,1-3,0-3,0 0,26-16,-25 12,25-12,-21 12,21-12,-15 8,15-8,-7 5,4-1,15-4,3-6,8 0,7-3,3-1,3 4,5-4,-2 0,-2-3</inkml:trace>
  <inkml:trace contextRef="#ctx0" brushRef="#br1" timeOffset="316796.2372">12974 15442,'0'0,"0"0,9-2,6 0,14-3,5 3,1-1,-2 4,-3 1,-3 0,-27-2,26 4,-5 4,2 5,-7 5,-3 2,-5 4,-1 1,-7 5,2 1,-1 2,3 2,2-2,-4-1,1 2,6-3,-3-4,-2-1,-4-26,5 24,-3-1,-2-23,2 19,-3-1,1-18,-6 16,6-16,-7 15,-9-3,-6-6,-6 1,0-3,0 1,-7-2,1 6,-1-5,-1 2,36-6</inkml:trace>
  <inkml:trace contextRef="#ctx0" brushRef="#br1" timeOffset="317079.13">13764 15689,'0'0,"11"1,12-1,5 2,7 2,6-1,0 5,-41-8,36 7,-36-7</inkml:trace>
  <inkml:trace contextRef="#ctx0" brushRef="#br1" timeOffset="317346.2249">13814 15927,'0'0,"9"3,6-6,9-1,12-1,5-2,5 0,1 0,6 0,-3-3,-2-1,-9-2</inkml:trace>
  <inkml:trace contextRef="#ctx0" brushRef="#br1" timeOffset="317612.8515">14434 15723,'0'0,"0"0,0 0,1-4,8-2,7 3,6 0,5 2,1 2,0 4,2-2,0 2,1-2,-31-3,28 0,-28 0,28 0,-28 0,23 1,-23-1</inkml:trace>
  <inkml:trace contextRef="#ctx0" brushRef="#br1" timeOffset="317791.0555">14457 15939,'0'0,"8"-2,5-1,4 2,17-5,5-2,8 2,4-3,-5-5</inkml:trace>
  <inkml:trace contextRef="#ctx0" brushRef="#br1" timeOffset="318089.485">15227 15537,'0'0,"0"0,4 12,-3 11,4 7,-2 6,-6 3,4 0,-2-1,-1 2,-2-3,4-37,-3 32,3-32,2 30,-2-30,4 25</inkml:trace>
  <inkml:trace contextRef="#ctx0" brushRef="#br1" timeOffset="318356.7267">15110 15495,'0'0,"11"2,12-2,6 1,12 0,6-3,0 0,-4 1,-3 1,-4 0,-5 1,-5 2,-1-1,-25-2,23-5</inkml:trace>
  <inkml:trace contextRef="#ctx0" brushRef="#br1" timeOffset="318796.1209">15940 15344,'0'0,"0"0,-5 0,-11 1,-15 4,-9 2,-2 1,6 5,1 1,6 8,12 2,-2 1,8 4,2 5,3 1,1 3,3 2,3 2,1 0,3 3,-2-2,-3 3,0 1,4-4,-3-6,0-4,-1-33,1 30,-2-3,-2-2,3-25,0 24,0-24,0 19,0-19,4 16,8-2,11-10,7-3,5-6,8-10,-2-6</inkml:trace>
  <inkml:trace contextRef="#ctx0" brushRef="#br1" timeOffset="319204.1776">16043 15663,'0'0,"0"0,-2-7,0 0,2 7,6-16,3-2,-9 18,22-15,5 4,7 9,-1 4,-33-2,31 12,-5 5,-2 10,-11 1,-7 0,-6 4,-5 1,-6-7,-4 1,-1-3,-4-3,0-4,20-17,-20 17,20-17,-17 14,17-14,-10 11,10-11,-6 11,11-3,14-5,8-6,3-1,10-3,5-2,-1-6</inkml:trace>
  <inkml:trace contextRef="#ctx0" brushRef="#br1" timeOffset="319690.7785">16485 15457,'0'0,"0"0,0 0,0 0,3 4,9-3,-12-1,16 3,6 4,7 2,0-1,-29-8,30 11,-2 4,-7 1,-5 3,-7 4,-4 1,-2-2,-1 3,-1 3,-6-1,3 5,6 1,-4 0,3 0,-2-2,2-1,1-2,-4-28,5 28,-4-2,-1-26,4 28,-1-2,-3-26,0 25,0-25,-4 17,-8-3,-10-3,-10-4,-9-1,-12 2,-13-3</inkml:trace>
  <inkml:trace contextRef="#ctx0" brushRef="#br1" timeOffset="321406.0939">16776 15811,'0'0,"7"-2,9 0,9 0,9-1,11 1,1 2,2-1,-2-1,4 0,-3 2,-4-4,-7 0,-36 4,31-5,-13-3,-18 8,7-12,-9-1,-12-2,-10 0,-3 1,-2-1,29 15,-26-11,26 11,-17-7,11 3,16 8,6-1,11 5,4 3,3-1,-1 0,-33-10,29 17,-3-1,-4 1,-11 5,-11-22,-7 20,-10 2,-4 4,21-26</inkml:trace>
  <inkml:trace contextRef="#ctx0" brushRef="#br1" timeOffset="321894.4001">17692 15666,'0'0,"0"17,-3 12,2 15,-5 9,0-1,-3-6,9-46,-7 38,7-38,-5 25,4-11,4-11,7-13,4-6,8-7,3-6,4 1,7 1,0 3,2 6,1 8,-4 8,-1 8,-4 4,-2 4,-4 6,-9 5,-10 0,-7 0,-11 2,-7-6,-8-1,-5-2,-3-3,-8-4,3-4,-5-2,3-5,1-5,42 5,-35-11</inkml:trace>
  <inkml:trace contextRef="#ctx0" brushRef="#br1" timeOffset="322115.4385">18391 15865,'0'0,"16"3,15-1,10 2,14 1,3 0,-8 1,-50-6,44 7</inkml:trace>
  <inkml:trace contextRef="#ctx0" brushRef="#br1" timeOffset="322303.781">18422 16020,'0'0,"8"-1,12-1,15-3,10 0,6 2,6-2</inkml:trace>
  <inkml:trace contextRef="#ctx0" brushRef="#br1" timeOffset="322763.4175">18979 15670,'0'0,"-1"13,1 9,1 17,-4 5,-1 7,1 4,1 0,-7-3,9-52,-1 48,1-8,0-40,-2 36,2-36,-1 22,5-17,2-14,4-9,5-13,4-4,4-6,4 9,2 3,5 12,-3 7,2 11,-2 2,-2 9,-5 5,-24-17,19 23,-4 2,-12 7,-11-3,-7-3,-7-2,-8-5,-1-4,-5-1,-1-7,0-6,8-7,4-8,8-4</inkml:trace>
  <inkml:trace contextRef="#ctx0" brushRef="#br1" timeOffset="323073.4064">19862 15627,'0'0,"1"7,1 11,3 16,2 11,-6 5,2 7,-5 1,1-3,-2-1,0-8,5-5,-2-41,0 35,0-35,1 25,2-9</inkml:trace>
  <inkml:trace contextRef="#ctx0" brushRef="#br1" timeOffset="323905.6194">19759 15804,'0'0,"10"-3,14-1,9 2,13 2,2 7,0 4,1 10,-5 5,-7 1,-37-27,24 28,-8-2,-12 0,-4-26,-2 24,2-24,-9 20,9-20,-12 16,3-13,4-15,3-11,4-4,7-9,6-2,4 5,2 8,-21 25,26-14,0 8,1 16,-1 8,-2 6,0-1,-24-23,22 25,-3 0,-1-2,-18-23,19 16,-3-5,-2-9,3-9,-3-4,-14 11,12-17,1-2,-13 19,13-25,-13 25,11-19,6 5,1 5,4 6,5 6,8 1,-1-2,5-1,-2-3,2-3,-2-1,-37 6,34-9,-6-1,-5-3,-9-5,-14 18,5-23,-9-1,-11 2,-6 6,-6 8,0 9,0 8,4 10,3 4,9 3,3 3,15 2,7 2,8 2,6-6,2-1,4-3,-34-25,35 23,-2-2,-33-21,33 17,-13-9,-15-10,-17-4,-15-3</inkml:trace>
  <inkml:trace contextRef="#ctx0" brushRef="#br1" timeOffset="324314.0349">17660 15497,'0'0,"0"0,0 0,0 3,7 8,-7 11,-2 8,-3 11,-5 7</inkml:trace>
  <inkml:trace contextRef="#ctx0" brushRef="#br1" timeOffset="331695.9132">11492 16770,'0'0,"0"0,0 0,-1 0,1 7,0-7</inkml:trace>
  <inkml:trace contextRef="#ctx0" brushRef="#br1" timeOffset="331876.5165">11365 17120,'0'0,"0"0,4 2,11-4,7-6</inkml:trace>
  <inkml:trace contextRef="#ctx0" brushRef="#br1" timeOffset="332002.0371">11760 17041,'0'0,"0"0,0 0,0 0,0 0,-1 2</inkml:trace>
  <inkml:trace contextRef="#ctx0" brushRef="#br1" timeOffset="332622.5209">12565 16690,'0'0,"0"0,-5-3,5 3,-12-5,-14 4,-5 5,-10 4,-5 7,2 7,5 2,5-1,8 6,11 0,5-5,7 1,3-1,0-24,7 15,7-5,12-7,1-12,1-4,0-3,-1-2,-1-1,-3-2,1 1,-24 20,21-18,-21 18,20-14,-6 5,-1 11,-7 8,-4 11,-4 5,-6 10,0 3,-3 3,-2 5,-3 9,4-5,-6-2,3-3,2-8,13-38,-8 32,3-8,5-24,0 22,6-8,8-8,9-6,8-10,14-9,3-5,1-7</inkml:trace>
  <inkml:trace contextRef="#ctx0" brushRef="#br1" timeOffset="332822.9255">12996 16995,'0'0,"0"0,5-3,14-1,2 1,5-2,7 2,6-1,-3 0,-4 0</inkml:trace>
  <inkml:trace contextRef="#ctx0" brushRef="#br1" timeOffset="333026.9459">13019 17159,'0'0,"9"2,11-2,11 0,13 1,5-5,2-3,3 1,-9 2</inkml:trace>
  <inkml:trace contextRef="#ctx0" brushRef="#br1" timeOffset="336360.6291">13972 16751,'0'0,"0"0,-1-4,1 4,0 0,-10-10,-8 2,-14 9,-8 5,-2 6,2 13,5 0,7 1,6 2,8 0,14-28,-6 28,7-4,10-8,6-5,3-8,5-11,2-8,-2-2,5-7,-1 0,-2 2,-4-1,-23 24,24-25,-24 25,18-22,-3 7,-8 12,-5 12,-7 12,-3 11,-8 6,0 6,-7 6,3 3,1 4,-1 1,6-6,0-4,6-5,6-10,8-2,-6-31,12 23,6-6,7-6,6-10,2-11,3-10</inkml:trace>
  <inkml:trace contextRef="#ctx0" brushRef="#br1" timeOffset="336565.3439">14413 17020,'0'0,"13"-1,14-4,12-1,16 0,1 1,-7-2,-4 0,-45 7,32-10</inkml:trace>
  <inkml:trace contextRef="#ctx0" brushRef="#br1" timeOffset="336785.1454">14548 16829,'0'0,"-1"13,3 8,2 12,1 11,-1 1,-1 1,-1-1,-3 4,1-49,2 47</inkml:trace>
  <inkml:trace contextRef="#ctx0" brushRef="#br1" timeOffset="337020.7722">14968 16790,'0'0,"2"21,-4 10,0 10,-1 6,1 5,-6-1,1-1,7-50,-2 48</inkml:trace>
  <inkml:trace contextRef="#ctx0" brushRef="#br1" timeOffset="337241.5936">15447 16986,'0'0,"15"0,8-3,10 2,3 0,-36 1,35 1</inkml:trace>
  <inkml:trace contextRef="#ctx0" brushRef="#br1" timeOffset="337433.1948">15372 17120,'0'0,"6"7,7-3,7 1,12 0,5-3,1-8,1-2</inkml:trace>
  <inkml:trace contextRef="#ctx0" brushRef="#br1" timeOffset="338013.8243">16133 16707,'0'0,"0"0,1 6,5 6,-6-12,0 0,2 26,0 4,-1 7,-2-1,0-4,1-2,0 1,-2-4,5 0,-6-2,2-1,1-24,-1 23,1-23,2 22,-2-22,-1 22,1-22,1 19,-1-19,1 14,-1-14,2 8,-2-8,0 6,0-6,2 2,-2-2,0 0,0 0,-1 0,1 0,-1-1,1 1,-1 0,1 0,-1 0,1 0,-1 0,1 0,0 0,0 0,0-3,0 3</inkml:trace>
  <inkml:trace contextRef="#ctx0" brushRef="#br1" timeOffset="339669.969">15856 16813,'0'0,"0"-8,7-5,8-5,7-4,7-3,5 5,-1 1,3 8,-4 8,1 6,-2 10,-4 2,-9 5,-2 7,-10 4,-7 5,-6 6,-7-4,-3-1,-3-3,-1-2,0-3,1-4,0 0,4-4,16-21,-16 21,16-21,-10 15,10-15,-5 13,12-4,19-2,11-4,9-1,9-4,0-1,6 6,-4 0,0 1,-3 0,-6 5,-8-1,-40-8,40 10,-40-10,30 7,-30-7,20 8,-10-1,-21 3,-9-2</inkml:trace>
  <inkml:trace contextRef="#ctx0" brushRef="#br1" timeOffset="344079.2655">10550 17967,'0'0,"0"0,2 10,2 7,-1 6,2 4,-1 6,0 0,-6-1,-1-2</inkml:trace>
  <inkml:trace contextRef="#ctx0" brushRef="#br1" timeOffset="344294.1656">10356 17908,'0'0,"0"0,4-3,12-12,10-5,7-1</inkml:trace>
  <inkml:trace contextRef="#ctx0" brushRef="#br1" timeOffset="344687.7227">10812 17761,'0'0,"0"0,0 9,5 14,-1 7,6 3,-1 7,2 4,1 1,-3-3,-5 0,-4-42,3 37,-3-37,2 32,-2-32,1 21,-1-21,1 13,-1-11,-1-13,-2-12,-2-9,3-3,-1-5,-2-2,1-1,7 1,0 1,4-1,-7 42,16-35,0 8,4 6,-20 21,22-12,2 8,-2 6,-3 9,-7 5,-1 0</inkml:trace>
  <inkml:trace contextRef="#ctx0" brushRef="#br1" timeOffset="344889.6265">10749 18052,'0'0,"11"-6,9-2,10-3,13-3,10-5,10 1</inkml:trace>
  <inkml:trace contextRef="#ctx0" brushRef="#br1" timeOffset="345473.3563">12192 17697,'0'0,"0"0,0 0,1 0,-13-2,-17 8,-11 8,-4 8,-5 8,7 0,9 4,8 2,6-4,19-32,-8 35,6-8,2-27,7 18,9-11,8-15,7-9,2-4,-1-2,-1-8,-2 0,-2 0,-7 1,-20 30,21-31,-21 31,17-22,-3 7,-6 15,-8 14,-9 12,-1 8,-5 12,-1 6,-4 6,2 5,-2-1,4 3,2-10,3-6,5-4,3-9,3-36,2 29,6-5,11-11,1-10,10-13,7-15,2-7</inkml:trace>
  <inkml:trace contextRef="#ctx0" brushRef="#br1" timeOffset="345677.3799">12655 17870,'0'0,"6"0,8-3,11 2,12 0,5 1,1 2,-1 0,-8 3,-6-1</inkml:trace>
  <inkml:trace contextRef="#ctx0" brushRef="#br1" timeOffset="345897.127">12631 18130,'0'0,"0"0,4-1,16-6,7 1,7 0,6-3,4-4,3 5,1-6,-3-1,-3 2</inkml:trace>
  <inkml:trace contextRef="#ctx0" brushRef="#br1" timeOffset="346256.0693">13230 17859,'0'0,"0"0,3 4,6 13,2 1,0 6,-1 2,-2 3,-4-3,-5 0,1-26,1 24,-1-24,0 19,0-19,0 12,0-6,4-11,-4 5,5-12,3-3,-8 15,8-20,5 2,-13 18,12-14,1 3,-13 11,17-7,-17 7,14-7</inkml:trace>
  <inkml:trace contextRef="#ctx0" brushRef="#br1" timeOffset="346525.2129">13298 17941,'0'0,"0"0,6-1,11-4,8 0,7 1,6 1,0 2,4 1,0 0,-6 1,-36-1,38 4,-38-4,33 3</inkml:trace>
  <inkml:trace contextRef="#ctx0" brushRef="#br1" timeOffset="346745.0379">13294 18146,'0'0,"16"3,15-3,19-7,11 3,2-1,-8-2,-6 0,-4 4</inkml:trace>
  <inkml:trace contextRef="#ctx0" brushRef="#br1" timeOffset="347358.7778">13996 17964,'0'0,"5"9,-2 9,3 7,-3 7,-2 4,-1-36,-5 31,5-31,-5 27,5-27,-4 21,4-21,-1 9,3-14,8-9,4-9,-1-1,-1-1,3 0,-15 25,13-20,-13 20,19-17,-19 17,21-9,3 8,-24 1,20 10,-5 5,-6 5,-9-20,2 22,-2-22,-2 17,2-17,-2 11,-2-6,8-10,-4 5,5-12,7-3,5-4,-2-2,-15 21,21-14,1 5,-22 9,19-6,1 12,3 4,-4 4,-4 4,-15-18,14 20,4-5,-1 0</inkml:trace>
  <inkml:trace contextRef="#ctx0" brushRef="#br1" timeOffset="348128.1074">15261 17998,'0'0,"0"0,0 0,1 0,8-4,10 0,14 2,3 0,8-1,7 1,-2 1,2-5,-1 1,-6-5,-5 2,-9-2,-30 10,26-11,-26 11,18-13,-14-3,-15-6,-8 1,-9 3,-1 4,29 14,-26-13,26 13,-17-7,6 6,11 4,10 6,9 3,3 10,8-3,1 3,-5 1,-2-4,-6 0,-7 2,-4-1,-7-20,1 21,-3 1,2-22,-9 24,9-24</inkml:trace>
  <inkml:trace contextRef="#ctx0" brushRef="#br1" timeOffset="348461.4903">16425 17554,'0'0,"0"0,0 0,0-5,-9-6,-21 2,-3 3,-4 6,2 9,4 7,8 8,6 5,7 5,5 4,7 2,4 8,8 2,0 4,1 0,0-4,-2-2,-3-9,-6-4,3-6,-7-29,1 26,-1-26,0 23,-2-10</inkml:trace>
  <inkml:trace contextRef="#ctx0" brushRef="#br1" timeOffset="349258.2575">16039 18005,'0'0,"9"-3,16-2,14 0,20-4,9 0,4 1,-5-2,-9-1,-7 2,-51 9,40-9,-40 9,29-10,-29 10,19-7,-12 5,-17 2,-13 9,-2 5,-6 6,3 5,4 1,7 2,17-28,-7 25,10-1,15-6,4-10,8-5,-1-8,4-7,-4-3,-4-6,0 1,-6-6,-4 0,-2-2,-5 0,-8 28,5-28,-5 28,2-18,-2 18,-1-12,-3 12,0 13,-2 8,4 4,5 5,4-3,4-3,-11-24,18 20,2-4,-20-16,26 5,2-7,0-16,-3-4,-2-4,-6-5,3-4,-11-1,-2-3,-1-5,-3 3,-4-6,-4 7,5 40,-5-33,5 33,-3-22,-1 11,-1 16,-1 11,-3 12,4 12,0 5,3 8,4 5,2 2,2-1,1-3,4-7,1-16,7-11,3-6,7-11</inkml:trace>
  <inkml:trace contextRef="#ctx0" brushRef="#br1" timeOffset="349933.2916">17306 17882,'0'0,"0"0,0 0,0 0,-7 0,-4 6,11-6,-13 9,7 5,0 3,11 3,4 0,6 2,4 0,1 3,-5 2,0-3,-8 3,-7-27,3 25,-3-25,-4 22,-11-1,-4-1,19-20,-25 19,-2-7,27-12,-28 3,10-6,18 3,-7-11,16-3,19-2,6 7,4-2,7-2,6-2,0 0,-6-2,3 5,-4-3,-2-1,-5 0,-4-1,-2-2,-31 19,24-20,-24 20,19-18,-19 18,14-20,-11 1,-9 4,-10 9,-6 6,-6 10,3 5,1 8,5 6,19-29,-9 27,7 2,16 1,9-4,8-2,4-8,3 0,1-7,2-2,1 0,-3 0,-39-7,36 6,-36-6,32 4,-32-4,23 3,-13-9</inkml:trace>
  <inkml:trace contextRef="#ctx0" brushRef="#br1" timeOffset="352164.5049">17996 551,'0'0,"0"0,2 4,-2-4,7 11,-2 10,2 4,-5 5,-2 6,-2 4,-3 7,-5 5,1 4,-1 8,-2 1,0 5,0 4,3 6,0 1,2 1,-2 1,2 7,-4 2,-1 6,3 0,2 2,6 2,1 1,1 1,-2 7,4 5,-5 3,-1 6,-5 5,-2 1,4 0,0 3,1 0,2 3,-2 2,5 3,-1 7,-1 0,-1 0,-5 2,-1 4,-1-2,-3 5,-2 4,-2 3,0-3,4 2,3 3,2-5,3 0,1 0,4-2,-5 5,0-1,2 2,-2 1,-8 3,3-4,4 6,-8-2,-1-9,10 6,-6-5,3-3,7 2,-2 0,3-6,0-2,1 0,-5-3,2-5,-2-7,0 1,2-4,-1-7,2-2,1-1,4-4,0-8,0-2,3 2,0-9,-3 2,3-4,-2-3,1 1,-6-4,-1 3,3-6,1-4,1-3,4-8,-3 1,-2-5,5-4,-3-2,-3 0,-5 0,1-4</inkml:trace>
  <inkml:trace contextRef="#ctx0" brushRef="#br1" timeOffset="354349.3752">19099 590,'0'0,"0"0,-1 7,-2 16,2 3,2 7,1 6,7 6,3 4,-3 1,-2 1,5-5,-3-10,-9-36,5 31,3-8</inkml:trace>
  <inkml:trace contextRef="#ctx0" brushRef="#br1" timeOffset="354695.0696">18982 571,'0'0,"0"0,0 0,2 3,11 3,3-1,5-5,0-7,-2-5,-4-5,-7-3,-4 1,-4 19,-3-23,-3 4,6 19,-8-17,-2 3,-5 9,-3 7,0 13,-4 6,-6 8,4 5,2 3</inkml:trace>
  <inkml:trace contextRef="#ctx0" brushRef="#br1" timeOffset="354867.4925">19691 694,'0'0,"18"2,16 1,16 1,13 0</inkml:trace>
  <inkml:trace contextRef="#ctx0" brushRef="#br1" timeOffset="355024.633">19808 919,'0'0,"17"-4,22-1</inkml:trace>
  <inkml:trace contextRef="#ctx0" brushRef="#br1" timeOffset="355417.4753">20312 733,'0'0,"0"0,0 0,1-2,1-3,7-4,5 4,8 0,6 2,0 6,-28-3,27 6,-4 3,-3 4,-20-13,10 19,-8 1,-13 1,11-21,-14 17,14-17,-14 14,12-4,22-1,10-3,8 5,-38-11,44 10,-4 3,-14 4,-26-17,15 21,-18 1,-24 7,-17 1,-12 1,-7 1</inkml:trace>
  <inkml:trace contextRef="#ctx0" brushRef="#br2" timeOffset="431306.9302">18439 1802,'0'0,"-3"11,-8 11,-4 5,15-27,-10 38,6 10,4-48,3 47,13-10,9-9,-25-28,26 15,-1-15,0-11,-7-7,-8-1,-10 19,7-22,-7 22,3-17,-3 17,2-12,-2 12,2-3,3 10,6 8,8-1,2-5,5-6,3-8,0-4,-6-6,-23 15,20-17,-7-3,-13 20,8-25,-9-4,-12 2</inkml:trace>
  <inkml:trace contextRef="#ctx0" brushRef="#br2" timeOffset="431665.6255">18887 1576,'0'0,"2"13,5 13,-3 10,1 9,-1 8,5 1,-4 0,-5-54,6 43,-6-43,7 35,-7-35,7 20,-3-15,-6-16,1-10,-5-6,6 27,-4-30,4 30,1-23,8 7,9 15,5 6,7 10,-3 11,2 4,-5 7,1 2,-25-39</inkml:trace>
  <inkml:trace contextRef="#ctx0" brushRef="#br2" timeOffset="431838.4336">19362 1875,'0'0,"0"8,5 11,2 10,-2 6,1 6,-6-41</inkml:trace>
  <inkml:trace contextRef="#ctx0" brushRef="#br2" timeOffset="431995.2622">19295 1796,'0'0,"0"0</inkml:trace>
  <inkml:trace contextRef="#ctx0" brushRef="#br2" timeOffset="432152.4988">19494 1572,'0'0,"0"0,0 1,0 13,2 9,-2 7,-2 13,-1 8,2 10,-4 4</inkml:trace>
  <inkml:trace contextRef="#ctx0" brushRef="#br2" timeOffset="432575.7517">19722 1916,'0'0,"0"0,7-4,10-1,14-4,3-2,-34 11,37-11,-6-1,-31 12,23-14,-23 14,14-11,-14 11,9-11,-10 4,-12 6,-11 6,-9 6,-10 11,1 3,4 2,38-27,-26 30,9-6,15-5,9-1,12-4,10-2,9-8,9-3,6-3,-1 0,-7-2,-45 4,41-5,-41 5,28-3,-28 3,18-1,-4 4,-12 4</inkml:trace>
  <inkml:trace contextRef="#ctx0" brushRef="#br2" timeOffset="437369.1058">20989 1660,'0'0,"-7"0,-4 5,-11 5,-6 6,-2 7,0 2,4 7,4-1,22-31,-18 34,8-1,10-33,-3 30,3-10,9-12,1-11,8-8,1-7,2-7,3-3,2-4,-1 2,1-2,-26 32,26-28,-26 28,26-21,-6 10,-4 11,-5 14,-4 9,-10 10,-3 3,0 5,-6 2,0 0,2 0,-3-2,13-41,-12 36,2-7,10-29,-6 26,9-8,13-2,12-9,10-10,17-10</inkml:trace>
  <inkml:trace contextRef="#ctx0" brushRef="#br2" timeOffset="437678.1022">21385 1657,'0'0,"0"0,6 1,10-1,16 0,11 5,6 0,4 0,-53-5,48 3,-48-3,38 2,-9 3,-29-5,15 12,-9 8,-11 10,-12 6,-4 1,-8 2,-4 2,1-4,3 1,1 1,28-39</inkml:trace>
  <inkml:trace contextRef="#ctx0" brushRef="#br2" timeOffset="438042.2306">22156 1717,'0'0,"0"0,-4 8,-4 19,0 8,4 9,2 1,3-2,6-9,7-11,6-7,7-7,2-7,4-7,-4-11,3-2,-3-10,-8-3,-6-9,-8 1,-12 0,-8 6,-10 2,-12 9,-4 9,1 6,1 9,5 5,7 10,25-17</inkml:trace>
  <inkml:trace contextRef="#ctx0" brushRef="#br2" timeOffset="438607.6767">20986 2632,'0'0,"8"-1,3 3,9 3,-1 3,5 6,-1 2,-8 3,0 2,-4 9,-10 2,-15 3,-8 4,-7-2,-4-2,-1-11,34-24,-25 21,25-21,-21 12,21-12,-10 9,11-4,18-4,9-3,17-2,13-3,16-3</inkml:trace>
  <inkml:trace contextRef="#ctx0" brushRef="#br2" timeOffset="438906.0212">21426 2663,'0'0,"10"1,7 1,10 1,14 2,6-1,3 3,-5 1,-45-8,40 5,-40-5,26 3,-10 8,-12 7,-10 7,-12 7,-3 6,-5 4,0 1,-4-1,3 0,27-42,-20 37</inkml:trace>
  <inkml:trace contextRef="#ctx0" brushRef="#br2" timeOffset="439282.9121">22145 2651,'0'0,"0"0,-6 11,-10 17,16-28,-19 40,-1 5,-1 5,4-4,17-46,-5 35,5-35,3 25,8-11,10-14,1-9,-1-5,0-6,-1-8,-4-3,3-5,-8-2,-6-3,-6 7,-9 9,-8 4,-3 8,-4 5,-6 6,1 9,30-7</inkml:trace>
  <inkml:trace contextRef="#ctx0" brushRef="#br2" timeOffset="439833.7694">23479 1645,'0'0,"0"0,-3 6,-7 11,-5 7,-1 7,-1 6,3 2,14-39,-12 35,12-35,-10 29,10-29,-5 20,6-8,5-11,4-11,5-6,-2-6,-5-5,3-2,-11 29,7-29,-7 29,7-21,-7 21,5-15,2 11,1 18,6 8,-5 8,3 6,4 6,-3 3,-13-45</inkml:trace>
  <inkml:trace contextRef="#ctx0" brushRef="#br2" timeOffset="440195.2688">23649 1778,'0'0,"0"0,-1 4,1-4,2 13,2 7,-4-20,1 24,-1-24,2 21,-2-21,1 15,-2-10,1-5,0-9,3-12,2-9,7-1,-12 31,11-30,-11 30,14-20,1 11,2 9,2 12,-1 8,6 3,1 9,1-1</inkml:trace>
  <inkml:trace contextRef="#ctx0" brushRef="#br2" timeOffset="440619.1712">24250 1678,'0'0,"0"0,0 0,-1 0,-11 5,-12 7,-7 10,0 5,2 1,5 2,9-2,11-6,5-1,10-4,-11-17,17 12,4-8,3-9,3-7,-7-6,1-7,-5-9,-3-5,-1-4,-1-9,-7-7,-1-5,-6 6,-1 3,2 5,2 50,-5-37,5 37,-4-27,4 27,-2-16,2 12,3 16,0 14,7 13,0 15,2 12,-7 10,-3 16,-4 12</inkml:trace>
  <inkml:trace contextRef="#ctx0" brushRef="#br2" timeOffset="443451.595">25014 1717,'0'0,"4"8,0 11,2 9,4 6,3-2,-13-32,9 31,1-4,-10-27,10 25,-10-25,8 24,-8-24,6 18,-6-18,4 12,-2-9,-8-12,-1-8,-10-7,1-8,-6-6,1-3,-2-7,10 4,5-1,10 3,6 5,8 8,6 3,3 8,2 6,-27 12,27-4,-1 5,-6 8,0 3,-7 2,-7 7,-9 4,-5-2,-9 1,-5 5,-4-1,0-5,1 2,25-25,-20 23</inkml:trace>
  <inkml:trace contextRef="#ctx0" brushRef="#br2" timeOffset="443953.8686">25689 1487,'0'0,"0"0,0 0,0 1,-7 3,-14 7,-6 6,-4 2,-6 4,3 5,5-1,2 2,9 6,8-1,2-1,7 4,2 1,2 1,0 1,3-1,0 0,-1-2,2 0,5-2,0-2,2-3,4-6,4-2,-4-6,-18-16,20 17,-20-17,19 8,-1-3,2-6,-4-9,6-2,6-6,8 0,5 3,7 3,-2 2,-1 1,-45 9,41-4,-41 4,30-3,-30 3</inkml:trace>
  <inkml:trace contextRef="#ctx0" brushRef="#br2" timeOffset="445240.3545">26021 1799,'0'0,"0"0,0 0,1 2,-1-2,2 0,-2 0,3 0,-3 0,1-3,-1 3,0-4,0 4,-1-6,1 6,-2-8,2 8,-1-16,2-3,2-1,10 0,11 6,6 6,14 5,1 7,0 7,-8 3,-6 0,-9 5,-11-1,-11-18,1 23,-10 1,-12 2,-8-4,29-22,-31 21,31-21,-23 12,13-2,19-1,15-3,7-2,2 2,-3 1,-30-7,26 7,-26-7,22 11,-8 6,-11 5,-3-22,-9 22,-9-1,-16 0,-8-7,-8-1</inkml:trace>
  <inkml:trace contextRef="#ctx0" brushRef="#br2" timeOffset="445679.852">26523 1576,'0'0,"0"0,11-2,9-1,5 2,7 0,-32 1,30 0,-3 2,-27-2,23 9,-10 6,-6 7,-3 0,-3 5,-5 1,3 1,5 1,1-2,0 3,6-2,-1-1,0 2,4-3,-14-27,12 26,-1 2,-11-28,11 24,-11-24,3 24,-3-3,-9-1,-7-4,-8 0,-11 1,-6 0,-6-3</inkml:trace>
  <inkml:trace contextRef="#ctx0" brushRef="#br2" timeOffset="445948.3726">27237 1853,'0'0,"9"-1,12-3,18-5,24 1,7-1,3 4,2 0,-7 2,-8 2,-7 1,-53 0,44 5,-9 3,-35-8</inkml:trace>
  <inkml:trace contextRef="#ctx0" brushRef="#br2" timeOffset="446199.5434">27345 2085,'0'0,"0"0,5-5,20-2,16-2,14-2,14-1,11-1,-2 3,-3 1,-1 7,-9-1,-14 3,-11-3</inkml:trace>
  <inkml:trace contextRef="#ctx0" brushRef="#br2" timeOffset="446497.7">27688 1572,'0'0,"0"8,-5 6,-3 12,8-26,-11 40,-4 12,-1 9,-1 8,2 2,2-1,3-1,1-7,-2-1,4-9,6 3,1-4,1 1</inkml:trace>
  <inkml:trace contextRef="#ctx0" brushRef="#br2" timeOffset="447094.6758">28738 1827,'0'0,"0"0,2 12,-4 12,-1 7,1 3,-1 2,-1 0,1-6,3-1,0-29,-3 28,2-3,1-25,1 25,-2 0,1-25,-4 24,2-3,-9-5</inkml:trace>
  <inkml:trace contextRef="#ctx0" brushRef="#br2" timeOffset="447298.8586">28401 1909,'0'0,"3"-4,11-6,6 2,12-2,9 0,4 3,2 4,0 3,5 1,-3 4</inkml:trace>
  <inkml:trace contextRef="#ctx0" brushRef="#br2" timeOffset="447693.5073">29318 1725,'0'0,"0"0,-1-2,-8-1,9 3,-20-2,-5 2,-5 1,-4 1,2 4,6 0,26-6,-23 11,3 4,5 9,4 2,1 7,1 6,1 4,-4-1,-1 7,0-5,-1-4,2-1,12-39,-8 35,2-3,6-32,1 33,-1-33,3 27,2-5,-5-22,9 16,3-5,3-2,8-6</inkml:trace>
  <inkml:trace contextRef="#ctx0" brushRef="#br2" timeOffset="448138.81">29386 1907,'0'0,"0"0,7-4,6 1,10-1,4 6,4 1,-31-3,28 9,-4 5,-24-14,16 16,-16-16,7 19,-8-1,1-18,-12 19,12-19,-10 16,2-3,14 0,12-6,13 1,5 1,-5 1,-31-10,29 9,-5 2,-24-11,18 14,-11 2,-9 3,-11-1,-6-1,-9-1,-5-1,-1-5</inkml:trace>
  <inkml:trace contextRef="#ctx0" brushRef="#br2" timeOffset="448556.6426">30033 1781,'0'0,"0"0,9 1,13-1,3 2,-25-2,27 7,0 0,-27-7,16 15,-5 5,-8 7,-5 7,-4 2,3 3,0 1,5 0,5 3,6-1,-2-1,0-3,6 0,-2-3,-15-35,9 31,-9-31,7 31,-7-3,-15-1,-14-8,-13 1,-15-10,-17 0</inkml:trace>
  <inkml:trace contextRef="#ctx0" brushRef="#br2" timeOffset="449012.35">28982 1852,'0'0,"0"0,0 0,-3 0,-5-1,-13-1,-7 1,-15 4,-6 5,-14 6</inkml:trace>
  <inkml:trace contextRef="#ctx0" brushRef="#br2" timeOffset="450933.0736">23512 2838,'0'0,"0"0,-7-5,-9-3,-6 5,-4 6,-3 9,0 11,-1 10,0 4,4 3,5-1,3 0,18-39,-3 35,6-2,12-10,6-9,6-11,4-9,4-7,-2-7,-33 20,30-24,-7 0,-6-4,-10-1,-10 2,-5 5,8 22,-11-22,11 22,-10-17,10 17,-8-10,5 9,5 10,6 5,4 2,4 7,1-3,6 4,4-2,-3 3,5-4,-29-21,36 17,-5-9,-5-12,-26 4,25-15,-14-4,-8-4,-2-4,-1 27,-4-28,4 28,-4-19,4 19,-3-14,3 8,0 6,6 12,2 7,1 5,-9-24,9 26,-9-26,4 24,-4-24,4 18,-3-7,-1-11,0-2,0-9,0-8,5-6,5 0,3-2,-13 27,16-21,5 6,-2 5,0 12,1 8,0 6,0 3,-3 5,6 6,-4-3</inkml:trace>
  <inkml:trace contextRef="#ctx0" brushRef="#br2" timeOffset="451357.1702">24281 2848,'0'0,"0"0,0 4,-9 14,-4 8,0 4,1 4,-1 4,9-4,4-34,4 31,6-11,8-5,3-12,3-11,1-11,-6-2,1-7,-6-1,-1-5,-7-1,-5-9,-4 0,-4-1,-4 0,11 45,-7-36,7 36,-6-31,6 31,-6-19,5 10,1 15,3 9,4 14,2 9,6 8,3 7,4 6,6 4,3 4</inkml:trace>
  <inkml:trace contextRef="#ctx0" brushRef="#br2" timeOffset="455199.4526">25967 2794,'0'0,"0"0,-3-5,3 5,-8-7,-10 2,-9 6,-1 6,-8 13,0 9,1 7,-2 4,0 7,7 3,6-2,9-2,15-46,-2 37,12-11,-10-26,20 17,5-10,6-11,0-7,-3-5,-1-3,-8-2,0-3,-5-2,-2-2,-3-5,2-3,-5 2,-6 34,5-34,-5 34,3-28,-3 28,0-22,0 22,-1-8,0 9,4 14,-1 11,2 9,2-2,3 4,-1 0,1 1,6-1,5-3,5-3,8-6</inkml:trace>
  <inkml:trace contextRef="#ctx0" brushRef="#br2" timeOffset="455450.4169">26382 2982,'0'0,"7"1,7-3,15-6,16-1,15 1,3 2,10 1,0 6,-1 2,-12 0,-60-3,50 5,-17 5,-18 1,-20 4</inkml:trace>
  <inkml:trace contextRef="#ctx0" brushRef="#br2" timeOffset="455661.8592">26412 3248,'0'0,"6"-5,7-2,12-3,13 0,12-1,9-1,2 5,7-2,-1 0,-8 3,-6-4,-10 0</inkml:trace>
  <inkml:trace contextRef="#ctx0" brushRef="#br2" timeOffset="455906.6394">26784 2682,'0'0,"-3"7,-4 12,0 11,0 10,-4 13,1 5,0 8,-7 5,7 3,-1 7,-1 0,7-2</inkml:trace>
  <inkml:trace contextRef="#ctx0" brushRef="#br2" timeOffset="457951.9137">27722 2895,'0'0,"0"0,-2-8,-2-1,4 9,-11-9,-7 2,-8 11,-5 10,-5 9,-8 9,-1 7,5 3,2-2,2 8,16-9,9 2,16-11,10-1,14-10,9-3,7-5,1-4,1-7,-1-2,-4-5,-42 7,39-6,-6 0,-33 6,28-8,-28 8,19-4,-19 4,12-3,-12 3,5-1,-5 1</inkml:trace>
  <inkml:trace contextRef="#ctx0" brushRef="#br2" timeOffset="458443.8854">28205 3196,'0'0,"0"0,5 0,14-1,15-6,13 3,10 0,5-1,-1 1,4-3,-11-1,1 2,-6-5,-49 11,41-11,-41 11,30-5,-12-2,-5-5,-16 4,-14 0,-10-2,-7 1,-5 4,39 5,-41-9,41 9,-31-5,11 3,22 3,14 0,14 4,6-3,-2 5,-34-7,29 4,-29-4,22 5,-7 0,-9 6,-8 0,-8 10,-5 3,-8 11,-5 2,-3 6</inkml:trace>
  <inkml:trace contextRef="#ctx0" brushRef="#br2" timeOffset="462150.9425">29329 2978,'0'0,"0"0,0 4,4 9,1 9,1 7,1 8,3 4,-1 1,-3 4,1 1,-4 4,-3-4,-1 1,1-10,0-38</inkml:trace>
  <inkml:trace contextRef="#ctx0" brushRef="#br2" timeOffset="463203.5593">29189 3300,'0'0,"2"-9,10-4,-12 13,20-21,17-2,10-4,4 4,4 5,1 4,-4 1,-52 13,43-6,-8 4,-35 2,32 3,-32-3,22 3,-22-3,13 8,-13-8,10 6,-10-6,8 4,-8-4,4 1,-4-1,5-1,-5 1,4-2,-4 2,5 0,5 8,5 6,3 4,-1 3,4 1,-2 2,-19-24,12 26,0 0,2-3,-14-23,10 22,-10-22,6 17,-6-17,6 8,-5-12,-1 4,-4-11,-1-6,3-12,3 1,2-2,5 5,2 1,1 9,7 2,0 9,0 2,3 3,-21-1,20 6,-1 3,3 2,-3 2,0-2,1-3,-20-8,18 7,3-4,-21-3,28 0,-6-5,-22 5,22-10,-2-4,-5-7,-5 0,-10 21,7-21,-7 21,4-20,-4 20,4-20,-4 20,4-13,-4 13,0-5,-7 9,7-4,-11 13,3 4,10 2,9-1,13-6,10-5,10-8,8-6,2-2,-5-5,-7 0,-6-2,-11 0,-8-3,-17 19,13-18,-13 18,7-16,-7 16,-6-10,-5 7,-7 12,-1 6,2 6,1 5,7 1,8 3,5 6,10 0,11 2,11-3</inkml:trace>
  <inkml:trace contextRef="#ctx0" brushRef="#br2" timeOffset="463726.4835">29452 3409,'0'0,"0"0,0 0,1 2,-1-2,2 1,-6 8,-7 15,-14 8</inkml:trace>
  <inkml:trace contextRef="#ctx0" brushRef="#br2" timeOffset="465766.4251">21224 3404,'0'0,"0"0,1 9,1 12,2 4,6 7,-6 7,5 0,-3 2,1-3,-5-1,-2-37,4 34,2-4,-6-30,6 32,3-4,12-3,-1-11,8-6</inkml:trace>
  <inkml:trace contextRef="#ctx0" brushRef="#br2" timeOffset="466551.7068">21106 3743,'0'0,"7"-6,6-4,8-9,-21 19,40-26,5 3,8 1,2 2,-2 5,-7 9,-6 3,-3 6,-5 6,-32-9,24 13,-1 4,-7 4,-16-21,10 22,-10-22,5 25,-5-25,0 18,0-18,-6 13,-8-8,0-12,4-5,0-5,7-4,6-1,7-2,-10 24,12-19,8 2,3 5,3 10,-1 3,0 0,-25-1,26 4,-26-4,26 3,0-3,-26 0,23-2,-23 2,22-6,-22 6,20-10,-20 10,11-6,-11 6,6-7,-6 7,3-2,-3 2,4 1,8 2,12-7,1 0,3-6,-28 10,30-12,-5-2,-25 14,22-20,-10 2,-12 18,5-22,-5 22,-5-17,-10 6,15 11,-28 4,1 8,27-12,-23 24,12 1,25 0,21-3,19-5,12-8,8-9</inkml:trace>
  <inkml:trace contextRef="#ctx0" brushRef="#br2" timeOffset="467086.4672">19068 4414,'0'0,"0"0,1 3,-1 8,0 6,-1 7,-8 9</inkml:trace>
  <inkml:trace contextRef="#ctx0" brushRef="#br2" timeOffset="467212.0184">18857 4939,'0'0,"4"-9,6-9,-10 18</inkml:trace>
  <inkml:trace contextRef="#ctx0" brushRef="#br2" timeOffset="467337.5386">19200 4709,'0'0,"0"0,0 0,0 0,3 0,-1 4,-2-4</inkml:trace>
  <inkml:trace contextRef="#ctx0" brushRef="#br2" timeOffset="469439.5675">21216 4268,'0'0,"-7"0,-8 6,-1 7,-10 7,-5 8,1 8,-4 3,6 4,2-1,8-6,18-36,-12 32,12-32,-6 26,8-4,11-8,1-10,1-14,1-3,3-6,-4-6,1-1,2 1,-4-2,-3 0,1-1,-12 28,9-26,-9 26,8-21,-5 5,-3 16,2-3,-1 8,3 14,2 10,-4 8,-1 7,-2 2,-2 6,-2 5,-2-2,-1 2,0-3,-2-6,-1-3,11-45,-7 36,7-36,-3 32,3-32,0 27,3-9,-3-18,12 8,2-4,14-13,6-9,15-10,9-12,9-3</inkml:trace>
  <inkml:trace contextRef="#ctx0" brushRef="#br2" timeOffset="469675.0269">21728 4624,'0'0,"0"0,8-1,16-4,12-1,11 1,9 4,-2 4,-1 5,-53-8,41 8,-10 1</inkml:trace>
  <inkml:trace contextRef="#ctx0" brushRef="#br2" timeOffset="469847.9007">21704 4871,'0'0,"0"0,5 0,12-5,16-2,7-2,9 2,3-2,1-2,3-1</inkml:trace>
  <inkml:trace contextRef="#ctx0" brushRef="#br2" timeOffset="470122.5717">22572 4447,'0'0,"0"0,2 1,0 11,8 12,-2 10,1 3,0 10,-5-1,2-2,-9 3,9-4,-4-3,-2-40,0 40,4-6,8-14</inkml:trace>
  <inkml:trace contextRef="#ctx0" brushRef="#br2" timeOffset="470342.3241">22860 4491,'0'0,"0"0,2 2,6 11,0 10,5 8,0 6,-2 2,1-1,0-1,-8 2,-4-39,8 36</inkml:trace>
  <inkml:trace contextRef="#ctx0" brushRef="#br2" timeOffset="470577.6205">22427 4534,'0'0,"0"0,10-4,12-9,21-2,9-1,19-1,3 2,9-2,4 7,-1-3,-1 1</inkml:trace>
  <inkml:trace contextRef="#ctx0" brushRef="#br2" timeOffset="470954.2997">23538 4199,'0'0,"0"0,-4-1,-5 5,-11 3,-3 6,-11 3,0 3,6 1,28-20,-29 19,10 4,6 4,9 6,-2 2,2 4,6 2,-5 2,2 2,-4 8,0-1,-2-4,2-5,3-5,2-6,2-5,-2-27,8 25,2-4,-10-21,12 21,7-6,10-12,10-11,8-12,8-7</inkml:trace>
  <inkml:trace contextRef="#ctx0" brushRef="#br2" timeOffset="471425.8292">23904 4349,'0'0,"0"0,-6-4,6 4,-12-5,-4 1,-3 8,-12 9,-2 12,-8 3,0 5,2-4,11-5,28-24,-15 19,12-1,3-18,10 8,12-4,6-11,0-4,-2-4,-4-1,-3-1,1 0,-1 1,-19 16,19-18,-19 18,16-17,-16 17,14-14,-6 11,-2 8,-2 13,-3 5,3 9,-6 7,-3 4,5 0,-1 1,-1-1,-1-7,3-36,0 32,6-2,8-4,4-5,9-11,5-13</inkml:trace>
  <inkml:trace contextRef="#ctx0" brushRef="#br2" timeOffset="471883.2946">24145 4245,'0'0,"6"-7,11 1,10-2,16 0,8 3,-1 2,-50 3,49 1,-10 3,-6 5,-10 6,-8 4,-8 6,-3 3,-8 7,-5 6,2 5,2-3,0 1,6-1,5-7,-1-3,8-1,-1 1,3-8,-1 2,-1-3,-13-24,10 23,-10-23,6 16,-6-16,0 17,-3-2,-6-5,-8-3,-4 2,-7 2,-4-1,-6 6,-1 0,39-16,-38 15</inkml:trace>
  <inkml:trace contextRef="#ctx0" brushRef="#br2" timeOffset="472087.484">25149 4635,'0'0,"17"1,21-2,13 2,23 3,3 4,-6-3,-71-5</inkml:trace>
  <inkml:trace contextRef="#ctx0" brushRef="#br2" timeOffset="472292.7074">25205 4875,'0'0,"0"0,14-3,25-3,24-5,14 0,7 1,3 0,0-6,-9 1,-8-8</inkml:trace>
  <inkml:trace contextRef="#ctx0" brushRef="#br2" timeOffset="472500.2817">26052 4448,'0'0,"0"0,0 2,1 12,4 6,2 10,3 11,-6 6,3 1,-5 4,-4-1,-1 3,3-54,-4 45</inkml:trace>
  <inkml:trace contextRef="#ctx0" brushRef="#br2" timeOffset="472724.3686">26274 4464,'0'0,"0"0,0 7,0 15,6 14,1 9,-1 7,1 3,-6-4,1-1,-2-3,0-47,-2 35</inkml:trace>
  <inkml:trace contextRef="#ctx0" brushRef="#br2" timeOffset="472946.8605">25856 4525,'0'0,"6"-2,13-4,19-4,7-1,12 0,6 3,0 1,1 4,1-6,-1-4,-4 3</inkml:trace>
  <inkml:trace contextRef="#ctx0" brushRef="#br2" timeOffset="473481.7536">26985 4175,'0'0,"0"0,-2 0,-7 0,-9 6,-4 1,-9 5,-3 2,3 2,31-16,-31 16,9 1,10 9,7-1,5 13,3 3,6 1,-5 8,1 6,-4 6,-4 1,-3 3,-4-1,2 1,-3-5,0-4,1-8,-1-2,2-7,3-5,6-35,-2 32,2-32,-1 28,1-28,7 22,12-9,13-13,6-6,6-8,7-2,3 2,-1-1,-2 5,-3 4,-8 1,-6 3,-34 2,27-2,-27 2,20 0,-20 0,11 0,-10-4,-12 1</inkml:trace>
  <inkml:trace contextRef="#ctx0" brushRef="#br2" timeOffset="475502.2496">27236 4676,'0'0,"0"0,0 0,2-5,-1-6,-1-4,0-6,-6 0,3-1,3 22,-5-23,3 1,2 22,3-23,9 3,12 6,9 9,1 9,6 11,-5 8,-5 7,-9 1,-5 4,-10 5,-13-2,-11 4,-6-3,-7-2,-6-9,37-28,-30 24,30-24,-26 15,11-8,15-8,18-5,16-5,10-1,15-4,8 4,10-3,3-6</inkml:trace>
  <inkml:trace contextRef="#ctx0" brushRef="#br2" timeOffset="475927.156">27754 4246,'0'0,"0"0,3-1,7-7,14 5,5 1,4 2,6 6,-5 8,-34-14,28 14,-4 9,-5 8,-13 5,-6 8,-2 3,0-1,1-2,4-1,2-2,8-2,-2-2,3-7,-1-1,0-4,-1-2,-1-3,-11-20,6 21,-2-3,-4-18,-4 22,-3 0,-16 2,-6-2,-10-4,-9-3,-2-1,-7-1,-3-3,60-10</inkml:trace>
  <inkml:trace contextRef="#ctx0" brushRef="#br2" timeOffset="476193.9919">28535 4770,'0'0,"7"-2,19 0,17 3,22 3,13 5,1 7,-8-2,-71-14,64 14</inkml:trace>
  <inkml:trace contextRef="#ctx0" brushRef="#br2" timeOffset="476366.9461">28633 4991,'0'0,"12"-2,21 0,21 4,15 0,12 5,7 0</inkml:trace>
  <inkml:trace contextRef="#ctx0" brushRef="#br2" timeOffset="480049.0377">29613 4487,'0'0,"-6"2,-6 2,12-4,-16 9,-12 7,-2 3,-6 6,-1 9,8 5,-3 3,6 1,8 1,6 0,6-3,10 1,6-7,11-6,9-5,8-4,2-6,6-7,0-7,-5-9,2-3,-5-8,-5-4,-6 0,-5-5,-7-3,-9-6,0 1,-9-4,-2 3,5 38,-8-36,-5 8,-6 5,19 23,-21-15,-7 11,-7 13,-2 6,-5 8,1 6</inkml:trace>
  <inkml:trace contextRef="#ctx0" brushRef="#br2" timeOffset="499780.6416">19406 6406,'0'0,"0"7,0 10,-2 12,3 9,-3 5,4 2,7 3,-3-3,-2 0</inkml:trace>
  <inkml:trace contextRef="#ctx0" brushRef="#br2" timeOffset="499966.1222">19318 6221,'0'0,"0"0,0 0,4 6,10 5</inkml:trace>
  <inkml:trace contextRef="#ctx0" brushRef="#br2" timeOffset="500382.1626">19654 6456,'0'0,"2"9,1 5,-3 9,7 8,4 4,2 0,-13-35,15 35,-15-35,13 30,-13-30,11 24,-6-12,-10-17,-4-15,-5-9,-5-8,2-3,-4-6,1 0,2-7,4 1,6 3,5-1,6 6,6 7,8 8,3 1,4 9,7 6,2 8,4 3,0 9,0 9,-3 4,-4 10,-8 2,-22-32</inkml:trace>
  <inkml:trace contextRef="#ctx0" brushRef="#br2" timeOffset="500546.3742">19560 6603,'0'0,"0"0,7-4,13-9,21-6,15 0,11-2,16 2</inkml:trace>
  <inkml:trace contextRef="#ctx0" brushRef="#br2" timeOffset="502199.169">20862 6365,'0'0,"0"0,0 0,0 0,0 8,-1 11,1 7,2 6,2 6,3 1,-1 1,0 2,0-1,1 1,-1-3,-6-39,4 37,-1-1,-3-36,-1 30,1-30,0 25,0-25,-1 16,1-16,-1 9,0-11,-3-18,-3-9,-7-7,1-7,-5-5,6-4,1-3,4 3,5 0,3 1,4 9,8 7,0 6,4 5,1 8,10 7,-28 9,27-5,0 2,5 8,-32-5,29 11,-5 3,-5 4,-12 9,-7-2,-6-3,-9 5,-8-3,-7-5,-1 3,-1 1,-2-6,34-17,-29 15,29-15,-21 13</inkml:trace>
  <inkml:trace contextRef="#ctx0" brushRef="#br2" timeOffset="502780.3465">21527 6049,'0'0,"0"0,-6-2,-5 9,-8 6,-5 9,-9 7,3 3,-4 4,0 3,4-1,6-3,4 2,6-2,5 2,1 1,5 2,1 2,2 2,-1 2,-3 3,3 0,0 3,1-5,-3 0,1-4,1-1,-3-7,4-4,0-5,0-26,7 23,-7-23,10 14,8-5,4-12,3-3,1-8,6-4,2 1,-1-2,7 3,-1 3,-3 2,-4 4,-32 7,35-6,-35 6,29-2,-29 2,24-3,-24 3,17-1,-17 1,9 0,-13-3</inkml:trace>
  <inkml:trace contextRef="#ctx0" brushRef="#br2" timeOffset="511799.9256">22238 6421,'0'0,"0"0,0 0,-1-3,-4-1,-6 0,-9 1,-11 10,-9 7,-7 3,-3 8,3 1,8 0,8 1,9-2,22-25,-18 24,9 0,7-1,2-23,7 18,0-5,-7-13,17 7,3-12,3-10,4-5,-1-1,1-6,-3-1,-2-3,0 3,-22 28,22-31,-22 31,20-27,-20 27,15-20,-5 10,-4 12,-6 12,0 10,-4 6,-2 7,-3 3,0 1,-7 4,1 2,2 0,2-6,11-41,-13 35,13-35,-10 30,10-30,-5 22,6-5,9-7,7-2,8-5,4-6,5-1,6-1,7-5,4-3</inkml:trace>
  <inkml:trace contextRef="#ctx0" brushRef="#br2" timeOffset="511987.8684">22710 6610,'0'0,"11"-6,13 1,12 1,12 0,4 8,1 0</inkml:trace>
  <inkml:trace contextRef="#ctx0" brushRef="#br2" timeOffset="512176.6338">22905 6546,'0'0,"2"13,0 6,-4 17,-2 13,0 6,2 8,-3-1</inkml:trace>
  <inkml:trace contextRef="#ctx0" brushRef="#br2" timeOffset="512397.4975">23420 6503,'0'0,"3"7,-6 11,0 12,1 10,-5 9,3 4,4-4,0-49</inkml:trace>
  <inkml:trace contextRef="#ctx0" brushRef="#br2" timeOffset="512902.9228">23689 6238,'0'0,"0"0,6-5,11-1,12 1,1 0,-30 5,35-1,-1 5,0 9,-13 4,-4 4,-4 5,-4 0,-5 5,1 3,0 3,-2 3,1-1,0 0,5 2,-3-4,3 2,1-3,1 4,1-4,0-1,-2-6,-10-29,2 26,-2-3,0-23,-2 21,-5-5,-4 0,-7-6,-5 2,-12-4,-11 2,-10-2,-8 5,-8-3,6-4</inkml:trace>
  <inkml:trace contextRef="#ctx0" brushRef="#br2" timeOffset="513758.1713">23079 6650,'0'0,"0"0,0 0,-5 0,-9 0,-11 9,-11-4,-8 4,-8 6,2-1</inkml:trace>
  <inkml:trace contextRef="#ctx0" brushRef="#br2" timeOffset="513976.9523">22844 6445,'0'0,"0"0,-1 7,0 12,-3 9,1 12,-4 9,-2 10,-3 0,-2 8,9 1,5-3</inkml:trace>
  <inkml:trace contextRef="#ctx0" brushRef="#br2" timeOffset="514291.3146">24827 6436,'0'0,"13"0,15 2,8 1,14 6,10 6,-1 1</inkml:trace>
  <inkml:trace contextRef="#ctx0" brushRef="#br2" timeOffset="514496.144">24816 6699,'0'0,"10"-3,21 1,16 1,22-2,10 3,1 0</inkml:trace>
  <inkml:trace contextRef="#ctx0" brushRef="#br2" timeOffset="514809.637">25753 6497,'0'0,"17"2,12 1,16 4,15 4,10 0</inkml:trace>
  <inkml:trace contextRef="#ctx0" brushRef="#br2" timeOffset="515029.719">25801 6718,'0'0,"8"-1,8-2,14 3,19 2,17-1,8 0</inkml:trace>
  <inkml:trace contextRef="#ctx0" brushRef="#br2" timeOffset="515864.3263">26684 6485,'0'0,"0"0,0 0,0 1,3 8,-3 9,-2 7,1 8,2 4,3 5,-5 3,4 3,-3 0,6-4,-1-5,-5-39,8 38,2-4,-10-34,10 28</inkml:trace>
  <inkml:trace contextRef="#ctx0" brushRef="#br2" timeOffset="516068.5077">26451 6539,'0'0,"9"-3,10 0,12 2,18-3,19 4,4 5,8 2,5 3</inkml:trace>
  <inkml:trace contextRef="#ctx0" brushRef="#br2" timeOffset="516463.3755">27623 6368,'0'0,"0"0,-5-4,-12-1,-23 3,-3 5,-10 7,1 4,6 4,7 1,39-19,-30 23,13 4,12 11,1 2,7 2,1 0,-1 8,-3-2,-3 0,1-6,-1 1,-2-9,4-3,1-31,1 33,2-4,-3-29,5 30,9-4,6-2,7-6,12-10,6-11,11-13,3-10</inkml:trace>
  <inkml:trace contextRef="#ctx0" brushRef="#br2" timeOffset="516626.9485">27789 6715,'0'0,"2"7,-1 10,3 11,-1 11,0 6,-3-45,4 38</inkml:trace>
  <inkml:trace contextRef="#ctx0" brushRef="#br2" timeOffset="516800.0435">27717 6518,'0'0,"0"0,3 0,16-7</inkml:trace>
  <inkml:trace contextRef="#ctx0" brushRef="#br2" timeOffset="517163.1925">28109 6295,'0'0,"0"0,6-3,-6 3,20-1,3 0,7 4,-30-3,31 3,-3 5,-6 8,-8 5,-6 3,-8 4,-11 7,-3 1,-2 6,0-1,4 0,7-5,7 2,2-4,6-1,4-1,-1 0,3-4,0 2,-16-30,11 26,-4-1,-6 1,-1-26,-5 25,-6-5,-20-1,-6-4,-16-7</inkml:trace>
  <inkml:trace contextRef="#ctx0" brushRef="#br2" timeOffset="518547.0696">21269 7699,'0'0,"1"5,-1 13,1 13,7 12,-2 9,6 2,-1 5,-1-3,-2-9,-8-47,8 42,-8-42,7 29,-7-29,5 18,-2-10,0-9,-9-14,-6-9,-3-8,0-11,-1-7,4-8,3-10,9-2,3 3,8 9,3 10,9 10,0 11,9 10,0 7,4 8,-1 2,0 7,-2 6,-9 8,-2 2,-6 8,-8-1,-8 0,-12-1,-1-1,-12-3,-7 1,-4-2,0-1,36-23,-36 17,5-8,6-9,16-11</inkml:trace>
  <inkml:trace contextRef="#ctx0" brushRef="#br2" timeOffset="519060.6328">22284 7432,'0'0,"0"0,-6 0,-4 4,-17 8,-8 4,-1 10,-2 1,1 3,6-1,12 2,2 0,11 7,7-2,3 6,-1 2,4 2,0-2,-3 3,3-4,-1 3,-4-5,-1 1,-1-4,-3-4,3-34,0 32,0-32,2 28,-2-28,7 20,7-9,16-13,8-10,10-4,0-2,2-3,2 3,-11 4,-3 1,-8-1,-30 14,23-15,-9 1</inkml:trace>
  <inkml:trace contextRef="#ctx0" brushRef="#br2" timeOffset="519257.1126">22642 7677,'0'0,"0"0,1 3,3 16,-2 4,-2 11,3 7,1 7,-6 5,4-4,-2-49</inkml:trace>
  <inkml:trace contextRef="#ctx0" brushRef="#br2" timeOffset="519696.4746">22930 7510,'0'0,"0"0,6-8,12-9,10 4,6 2,4 4,1 9,-2 9,-2 4,-7 5,-4 7,-9 2,-4 11,-8 2,-1 4,0 0,3 1,-1-5,6-2,-3-3,1-2,2-3,5 2,-4-5,3-3,-14-26,14 27,-14-27,11 23,-11-23,10 21,-10 1,-11-4,-4 0,-14-4,-6 0,-14-1,0-2,-13 1,-3-3</inkml:trace>
  <inkml:trace contextRef="#ctx0" brushRef="#br2" timeOffset="519931.8456">24113 7807,'0'0,"11"1,12-2,10 0,21 2,8 3,4 7,-66-11</inkml:trace>
  <inkml:trace contextRef="#ctx0" brushRef="#br2" timeOffset="520105.2541">24250 8007,'0'0,"19"1,20 0,19-2,26 6,8-1,0 1</inkml:trace>
  <inkml:trace contextRef="#ctx0" brushRef="#br2" timeOffset="521000.4709">22173 6013,'0'0,"0"0,-3 0,-7 7,-8 7,1 6,-1 5,4 6,2 4,12-35,-3 34,3-1,7-7,11-7,8-11,1-12,5-5,-8-9,-2-3,-7-3,1 3,-9-5,-6 2,-4 0,-8 1,-4 2,15 21,-22-15,-2 6,-7 6,-1 13,3 7,29-17</inkml:trace>
  <inkml:trace contextRef="#ctx0" brushRef="#br2" timeOffset="522110.3963">25058 7806,'0'0,"0"0,3-2,-3 2,11-3,15-3,10 0,14 0,12 3,10 5,1 4</inkml:trace>
  <inkml:trace contextRef="#ctx0" brushRef="#br2" timeOffset="522283.3426">25142 8084,'0'0,"20"-6,14-1,17-3,25 6,15 0</inkml:trace>
  <inkml:trace contextRef="#ctx0" brushRef="#br2" timeOffset="525509.6246">25897 7704,'0'0,"0"0,0 0,-1 0,1 0,0-1,0 1,-1 0,1 0,-1 0,1 0,0 0,1 4,1 8,0 5,0 5,2 5,0 3,4 6,-3-1,2 4,-1 2,0-3,-1 5,1-1,-3-6,-3-36,1 38</inkml:trace>
  <inkml:trace contextRef="#ctx0" brushRef="#br2" timeOffset="525710.1769">25698 7780,'0'0,"8"-1,8-3,13-5,23 2,6-1,11 4,11-1</inkml:trace>
  <inkml:trace contextRef="#ctx0" brushRef="#br2" timeOffset="526055.5116">26482 7543,'0'0,"0"0,-4 0,4 0,-13 3,-4 3,-1 7,2 5,-1 2,4 5,0 1,4 6,1 1,3 4,-2 3,4-1,2 0,1-1,0 1,2-5,1-3,0-3,3 2,-6-30,7 27,7-2,6 3,7-2,0-6,5-3,5-13,3-5</inkml:trace>
  <inkml:trace contextRef="#ctx0" brushRef="#br2" timeOffset="526479.61">26729 7767,'0'0,"4"-4,9-5,11 6,12-1,10 4,-1 6,-3 5,-42-11,33 14,-14 2,-17 4,-11-3,-10-1,-5-4,24-12,-22 10,22-10,-16 8,6 0,16 1,14-1,9 3,1 3,4 4,-4 1,-4 0,-26-19,17 20,-6-1,-15 2,4-21,-15 21,-10-3,-13-1,-6-6,-1-4,6-9</inkml:trace>
  <inkml:trace contextRef="#ctx0" brushRef="#br2" timeOffset="526950.7019">27247 7624,'0'0,"0"0,3-7,5 3,-8 4,18-1,6 5,4 5,-1 7,-4 4,-6 4,-17-24,12 24,-7 5,-3 4,-1 0,-2 1,0-5,1-29,0 28,0-1,1 0,1-1,-2-26,4 24,2 1,-6-25,6 23,-1-1,-5-22,7 20,-7-20,0 17,-8-1,-10 0,-10-5,-12-2,-17 1,-10-3,-9 2,-2-3</inkml:trace>
  <inkml:trace contextRef="#ctx0" brushRef="#br2" timeOffset="527896.824">27872 7947,'0'0,"-9"2,9-2,-16-3,16 3,-16-4,1 0,14 1,18 0,16 3,14-5,18 2,7 0,3-1,-1-1,-4 0,-13-1,-57 6,44-4,-44 4,30-7,-13-6,-15-2,-9-3,-8 1,15 17,-20-17,20 17,-20-13,3 6,12 5,11 0,10 6,5 5,10 1,-1 5,-5 1,-25-16,22 19,-8 1,-5 3,-10 0,-13 3,-6 5,-10-2,-10 3</inkml:trace>
  <inkml:trace contextRef="#ctx0" brushRef="#br2" timeOffset="530410.9798">29474 7742,'0'0,"0"0,0-7,0 7,-1-13,-4-1,-16 2,-7 5,-9 8,-7 10,-5 5,-1 9,5 7,2 0,10 0,11 4,9 0,10-1,7-1,6-5,6-1,7-10,4-8,-3-4,4-9,-3-8,0-3,-1-4,-4-9,-4 2,-1-5,-4-1,-4 1,-7 30,2-30,-2 30,0-27,0 27,-4-21,1 10,2 13,4 7,2 13,-1 6,4 4,-2 2,3 3,5 2,0 1,9 0,6-4</inkml:trace>
  <inkml:trace contextRef="#ctx0" brushRef="#br2" timeOffset="530599.624">29942 7838,'0'0,"14"0,12 1,12 7,11 6</inkml:trace>
  <inkml:trace contextRef="#ctx0" brushRef="#br2" timeOffset="530775.2204">29881 8095,'0'0,"13"-3,8-1,18-2,12 2,10 2,0 1</inkml:trace>
  <inkml:trace contextRef="#ctx0" brushRef="#br2" timeOffset="531136.0858">30513 7931,'0'0,"0"0,0 0,5-2,-5 2,11-2,-11 2,11 0,-11 0,9 0,-9 0,11-5,0-2,3-1,7-1,-1-1,6 4,9 1,7 2,3 0,9 4,2 4,0-1</inkml:trace>
  <inkml:trace contextRef="#ctx0" brushRef="#br2" timeOffset="531340.8812">30598 8117,'0'0,"7"0,5-6,17 2,17 1,14 0,6 2,8-2</inkml:trace>
  <inkml:trace contextRef="#ctx0" brushRef="#br2" timeOffset="534155.727">31500 7689,'0'0,"0"0,-2 1,-11 9,-10 6,-14 8,-7 8,0 6,-5 1,8 1,8 2,11-4,15-3,11-6,8-4,10-8,6-7,8-3,2-6,2-4,5-4,0 4,-1-5,-44 8,38-5,-4 2,-34 3,31-5,-31 5,20-1,-20 1,11 0,-11 0,2-1</inkml:trace>
  <inkml:trace contextRef="#ctx0" brushRef="#br2" timeOffset="534548.4822">32464 7375,'0'0,"0"0,-3-7,-1-2,-4 0,-8-1,-2 5,-5 5,-1 7,-2 7,8 6,-1 5,0 8,7 7,1 8,3 6,0 3,4 2,4-2,3 0,5-5,2 0,2-1,-1 2,-3 3,-8-56</inkml:trace>
  <inkml:trace contextRef="#ctx0" brushRef="#br2" timeOffset="535323.6989">32043 7933,'0'0,"0"0,11-2,17-10,23 1,17 0,11-1,6 1,-7 1,-7-2,-71 12,52-17,-14 0,-38 17,24-19,-24 19,14-15,-13 5,-11 11,-13 10,-5 11,-2 8,-4 6,3 1,8 0,8-3,7-3,13-6,-5-25,12 18,9-7,2-9,3-5,0-7,-10-10,-3-3,-3-7,-3 0,-7 30,3-29,-3 29,1-22,-1 22,1-14,0 12,4 15,2 5,7 3,2 0,3-5,4-6,3-10,-1-6,3-9,-7-7,-1-8,-3-5,-3-2,-6-7,-5-5,-7-7,-3 1,-3-2,2 7,8 50,-12-39,12 39,-7-26,0 11,4 12,1 13,3 12,-6 14,-1 11,3 6,-1 5,2-1,4 2,3-8,1-4,1-5,-7-42,8 36,7-12,6-13,2-13</inkml:trace>
  <inkml:trace contextRef="#ctx0" brushRef="#br2" timeOffset="535873.5124">33183 7662,'0'0,"0"0,-8 0,-8 0,-9 8,1 4,24-12,-24 19,8 4,8 4,9 4,11-5,-1 0,6-2,0-3,0-1,-17-20,12 21,-12-21,8 22,-8 1,0-23,-10 20,-5-1,15-19,-17 16,3-9,10-14,10-7,14-6,6-1,11-2,0 3,1 2,-38 18,37-16,-3 2,-34 14,32-17,-6 0,-26 17,16-16,-16 16,12-15,-8 3,-16 7,-3 5,-2 5,-9 9,0 0,9 5,0 5,10 0,13-2,6 2,11-3,14-6,12 0,9-6,8-11</inkml:trace>
  <inkml:trace contextRef="#ctx0" brushRef="#br2" timeOffset="537862.4315">20631 9075,'0'0,"1"7,2 4,0 11,4 9,1 8,1 1,5 5,-3 0,-11-45</inkml:trace>
  <inkml:trace contextRef="#ctx0" brushRef="#br2" timeOffset="538064.5616">20656 8892,'0'0,"0"0,0 0,0 0,2 6,-2-6</inkml:trace>
  <inkml:trace contextRef="#ctx0" brushRef="#br2" timeOffset="538472.9136">21185 9076,'0'0,"3"6,6 12,2 7,1 11,4 2,1 3,-4 1,-13-42,12 36,-12-36,9 29,-9-29,4 22,-2-13,-4-22,-4-8,-1-11,-2-8,-1-4,1-4,6-6,2-3,3 2,7-1,7 6,5 7,3 9,3 11,3 5,-1 10,-1 3,5 9,-7 9,3 7,-8 9,-8 2,-12 3</inkml:trace>
  <inkml:trace contextRef="#ctx0" brushRef="#br2" timeOffset="538645.4606">21109 9203,'0'0,"12"-8,11-3,18-4,19 1,18-2,13 3,10 1</inkml:trace>
  <inkml:trace contextRef="#ctx0" brushRef="#br2" timeOffset="539088.5283">22600 8772,'0'0,"-9"3,-8 2,-7 9,-8 10,0 9,3 4,3 4,9-5,13-3,4-33,9 24,10-11,17-11,2-8,-2-10,-4-7,-2 2,-8-3,0-5,-7 3,0-3,-15 29,13-25,-13 25,11-21,-11 21,10-11,-3 16,-4 19,-2 10,-3 10,-7 7,-1 4,-2 2,0 1,-1-3,4-5,9-8,3-9,11-7,6-8,13-9,15-9,10-10</inkml:trace>
  <inkml:trace contextRef="#ctx0" brushRef="#br2" timeOffset="539229.7646">23484 9006,'0'0,"23"1,20 2,16 2,12 7,-71-12,63 16,-26 1</inkml:trace>
  <inkml:trace contextRef="#ctx0" brushRef="#br2" timeOffset="539389.8646">23343 9282,'0'0,"6"-3,-6 3,14-8,18-3,19-4,8-1,14 2,0 2,-5 3</inkml:trace>
  <inkml:trace contextRef="#ctx0" brushRef="#br2" timeOffset="539546.6169">24061 9181,'0'0,"20"-2,16 0,12 0,21-1,3 3,-72 0</inkml:trace>
  <inkml:trace contextRef="#ctx0" brushRef="#br2" timeOffset="539703.7966">24121 9365,'0'0,"20"-5,13-6,21 0,24-3,14-2</inkml:trace>
  <inkml:trace contextRef="#ctx0" brushRef="#br2" timeOffset="540237.9859">24980 9133,'0'0,"-2"7,5 11,3 12,3 7,-9-37,5 37,-5-37,0 32,-3-9,-7-19,4-12,0-7,2-9,6-1,6 0,8 0,6 0,7 6,-2 4,3 7,-7 9,-3 6,-20-7,22 14,-6 4,-16-18,14 23,-14-23,10 20,-10-20,5 17,-3-7,1-12,3-6,3-7,6-4,0-2,9 4,0-1,2 5,-26 13,25-8,-5 8,-2 5,-5 8,2 4,-4 6,-3 1,0 0,-2 4,0 0</inkml:trace>
  <inkml:trace contextRef="#ctx0" brushRef="#br2" timeOffset="540677.8349">26243 9307,'0'0,"21"-1,20 3,19 1,23 3,3-1,-10-5,-16-1,-60 1,46-4,-20-7,-14-7,-16-2,-8 3,-7 0,-8 1,27 16,-29-12,29 12,-28-10,28 10,-20-7,9 5,12 0,-1 2,11 4,8 4,10 9,-4 4,-6 1,-4 2,-9 1,-9 3,-12 0,-2 0,-5-1,-5-2,27-25,-26 21</inkml:trace>
  <inkml:trace contextRef="#ctx0" brushRef="#br2" timeOffset="540992.0839">27453 8820,'0'0,"-10"-3,-14 2,-9 1,-5 5,-3 8,1 7,10 9,7 5,3 9,8 9,5 8,5 7,8 6,-3 3,0 0,-2-8,-3-5,-3-9,5-54,-7 43,-2-18</inkml:trace>
  <inkml:trace contextRef="#ctx0" brushRef="#br2" timeOffset="542216.5324">26972 9420,'0'0,"15"-3,13-4,-28 7,47-7,20-1,11 1,7 0,0-3,-3-5,-11-2,-9-3,-16-1,-46 21,37-17,-37 17,24-14,-9 3,-16 7,-16 7,-15 9,-10 8,-9 8,3 5,6 7,8-3,13-2,14-5,12-5,13-9,7-5,6-10,-1-7,0-6,-3-6,-5-1,0-3,-5-5,-17 27,9-26,-9 26,8-20,-8 20,7-14,-2 11,-3 8,4 9,-6-14,12 18,4 1,3-1,8-8,1-10,-2-10,3-10,-4-7,-5-6,-3 0,-4-6,-6-2,-5-5,1-2,-3-2,-1 3,-5 3,6 44,-8-34,8 34,-9-25,2 11,0 17,4 14,2 13,0 13,5 10,1 5,1 6,2-2,-1-2,5-6,4-8,8-13,4-13,2-8,6-12,3-10,5-6,-4-8,-1-5,-4-7,-2-1,-33 37,25-38,-25 38,18-31,-11 6,-7 25,-3-18,-6 10,9 8,-12 1,1 10,6 16,14 8,11 3,6 0,1 2,2-5,-7-3,-9-2,-5-2,-10-4,-8-7,-8-3,18-14,-20 8,-1-7,0-6,6-8,12-1,13-3,10-1,17 0,7 3,12 4,1 0,5 0,-5 0,-4-1,-11-6,-42 18,34-18,-11 5,-23 13,13-14,-12 3,-15 10,-10 2,-13 7,0 5,37-13,-34 16,10 5,15 5,20 6,20 3,17 0,15-4,11-1,9-9</inkml:trace>
  <inkml:trace contextRef="#ctx0" brushRef="#br2" timeOffset="543414.776">17899 10223,'0'0,"14"0,9-1,16-2,14 2,11 0,15 2,5-6,7 2,8 1,9-2,6-3,11 3,11-4,5 2,9-6,13-2,7 1,8-4,5-1,6-2,8 4,6-3,5 1,10-1,6 3,0 0,11 2,-5 2,6-1,2 0,8 1,4 3,-1 3,1 2,0 1,1-3,2 2,-4 2,5 2,-1 0,-3 0,1 1,4 1,0 6,7-2,10 2,-1 2,1-2,-3 2,-3-3,-6 0,-6 1,-5 2,-2-2,-1 8,5-3,2 4,0 3,2 2,-1 1,-7 3,-6 1,-8 1,-8 5,-12 0,-4 7,-12 1,-8 6,-9 2,-12 2,-15 6,-14-7,-21 0,-18-1,-20-2</inkml:trace>
  <inkml:trace contextRef="#ctx0" brushRef="#br2" timeOffset="545432.9334">17783 12278,'0'0,"8"-3,3 3,15-5,9-1,15 0,10 3,9 1,6-3,6 1,7 4,3-4,9 0,7 1,6 3,2-6,4 2,3-3,8-4,1-1,-2 1,3-4,-2 4,-5-2,0 0,-1 3,-4 0,-9 3,0-4,-7 2,-6 4,-6-1,-7 5,-5-1,-9-1,-9 1,-7 3,-10 2,-45-3,36 10,-5 4,0 10,-8 3,3 8,-1 3,-2 10,-1 2,-4 8,6 8,-1 4,-7 7,-1 5,4 6,-4 7,1 3,-1 4,-3 1,-1-1,0 2,0 3,3-1,-5 2,3 5,-1-1,-1 2,1 6,-2 5,2 0,0 6,1 4,0 1,-3 5,-2 0,2 1,2-3,2-2,-2-4,0-2,-1-7,-1-3,-1-3,3 1,3-4,-1-6,2-1,-1-4,2-7,5-6,-5-9,1-5,-3-9,-1-6,1-7,-7-5,2-6,-5-7,-2 0,-4-2,-2-2,-6 1,-5 2,-3-4,-7-3,-5-3,-7-2,-6-2,-7 2,-7-4,-9 0,-13 2,-15-1,-26-2,-30 8,-44 9</inkml:trace>
  <inkml:trace contextRef="#ctx0" brushRef="#br2" timeOffset="547563.0052">21018 18064,'0'0,"0"0,2 5,-6 24,4 20,-7 30,-3 38</inkml:trace>
  <inkml:trace contextRef="#ctx0" brushRef="#br2" timeOffset="548275.1623">21000 17740,'0'0,"0"0,0 0,-3-2,3 2,-7 2,-3 10,1 12,0 4,5 11,0 13,4 9,-1 14,-1 14,0 12,2 11,-2 18,7 17,3 20</inkml:trace>
  <inkml:trace contextRef="#ctx0" brushRef="#br0" timeOffset="676024.8898">23330 10389,'0'0,"0"0,0 1,0 6,3 12,1 8,6 8,-3 8,7 5,-4 2,-5 3,4-6,-1-5,-8-42,11 38,1-12,2-17</inkml:trace>
  <inkml:trace contextRef="#ctx0" brushRef="#br0" timeOffset="676385.683">23432 10173,'0'0,"0"0,0 0,-2-5,2 5,-5-5,-2 3,-3 12,-2 7,-2 12,5 4,9-33,-5 36,9-3,8-5,6-10,2-11,0-12,-1-7,4-12,-6-4,-3-7,-4-2,-4 0,-5 0,-1 37,-4-31,4 31,-8-23,-9 10,-10 17,-3 12,-7 11,5 11,7 6</inkml:trace>
  <inkml:trace contextRef="#ctx0" brushRef="#br0" timeOffset="676560.9457">23982 10468,'0'0,"12"-2,16-1,12-2,14 3,4 4,-1 8,-5 2</inkml:trace>
  <inkml:trace contextRef="#ctx0" brushRef="#br0" timeOffset="676715.6919">23997 10717,'0'0,"0"0,4-1,20-7,28-4,16-3,14 1,8-4</inkml:trace>
  <inkml:trace contextRef="#ctx0" brushRef="#br0" timeOffset="677108.3068">24835 10318,'0'0,"0"0,1 7,-2 10,-7 17,-5 6,-5 10,3 4,-4-3,6-5,13-46,-8 41,8-8,11-7,9-8,9-9,5-7,6-7,-1-7,-1-4,-1-5,-7-3,-30 24,23-25,-23 25,16-20,-16 20,5-18,-9 7,-5 10,-5 10,-5 11,2 10,3 11,5 9,1 6,7 7,-9 5</inkml:trace>
  <inkml:trace contextRef="#ctx0" brushRef="#br0" timeOffset="677689.2669">22534 11937,'0'0,"10"9,4 3,12-4,9-3,4-6,2-9,-41 10,40-16,-8-4,-32 20,18-26,-18 26,10-25,-10 25,0-22,-4 13,4 9,-6 2,6 14,6 7,9-1,4-5,7-7,1-12,-2-7,3-5,-5-8,0-4,-6-5,-5-3,-9-5,-6-4,-8 4,-3 2,0 5</inkml:trace>
  <inkml:trace contextRef="#ctx0" brushRef="#br0" timeOffset="678034.8904">23162 11506,'0'0,"5"11,8 13,-4 13,4 11,-1 4,-6-4,-6-48,0 40,0-40,-2 27,-2-13,1-15,-1-12,5-12,0-7,8-3,10 6,6 6,6 11,3 12,1 10,0 4,-2 11,-1 3,1 5,-3 2,-9-3</inkml:trace>
  <inkml:trace contextRef="#ctx0" brushRef="#br0" timeOffset="678192.6508">23712 11760,'0'0,"4"11,0 11,2 7,-6-29</inkml:trace>
  <inkml:trace contextRef="#ctx0" brushRef="#br0" timeOffset="678365.4403">23632 11494,'0'0,"4"-5,4-6</inkml:trace>
  <inkml:trace contextRef="#ctx0" brushRef="#br0" timeOffset="678506.5639">23830 11373,'0'0,"4"10,4 12,-2 16,14 10,-4 8,0 7,-3 1,2-1</inkml:trace>
  <inkml:trace contextRef="#ctx0" brushRef="#br0" timeOffset="678841.2006">24287 11647,'0'0,"13"-5,11-1,9-4,7-4,-1-2,-6-1,-33 17,27-18,-27 18,21-18,-21 18,11-14,-12 3,-17 10,-11 9,-10 7,2 7,3 5,7 5,6-3,8 4,8-2,11 2,8-4,13 2,10-5,14-5</inkml:trace>
  <inkml:trace contextRef="#ctx0" brushRef="#br0" timeOffset="679297.924">25163 11651,'0'0,"17"-3,16-4,17-1,21-3,4-1,-4-1,-7 2,-7-4,-57 15,48-16,-48 16,37-11,-11-3,-17-2,-11 2,-12 0,-6 3,20 11,-23-10,23 10,-19-6,19 6,-13-4,7 6,11 7,6 4,11 2,1 5,3 2,-3 4,-1 2,-7 1,-4 1,-11-30,1 26,-5-3,4-23,-14 24,-4-10</inkml:trace>
  <inkml:trace contextRef="#ctx0" brushRef="#br0" timeOffset="679598.9624">26591 11158,'0'0,"0"0,0-9,-5-8,-4-5,-13-2,-11 5,-4 5,-4 7,1 7,6 9,7 11,5 6,8 14,8 7,3 11,5 10,4 3,6 0,-6-2,-1-7,-1-5,-4-57,4 49,-4-49</inkml:trace>
  <inkml:trace contextRef="#ctx0" brushRef="#br0" timeOffset="680934.355">26151 11594,'0'0,"7"-1,13-7,12-1,-32 9,54-11,12 1,5-1,1 1,-8-1,-14-1,-50 12,40-13,-40 13,30-13,-30 13,16-11,-10 3,-16 10,-13 8,-9 6,-3 9,3 2,4 2,5-1,10-2,13-26,-5 25,8-3,15-5,5-5,4-7,-1-8,2-10,0-5,-5-5,-1-6,-1-3,-21 32,12-32,-12 32,12-25,-12 25,5-17,-2 11,-3 15,0-9,3 15,2 4,4 2,-9-21,17 21,0-8,5-9,2-9,1-10,0-8,-5-7,0-8,-9-4,0-9,-8-7,3-6,-8 4,-3 5,-2 13,7 42,-10-35,10 35,-9-21,5 13,-6 16,4 14,-1 13,6 12,-3 5,1 9,1-1,4 2,1-1,5-10,-8-51,14 43,1-12,-15-31,17 21,2-10,4-14,5-9,1-9,3-10,0-5,-2-3,-2 8,-28 31,25-27,-25 27,15-20,-15 20,8-14,-6 9,-8 6,6-1,-11 7,-2 6,1 4,9 5,9 5,11 5,6 4,8 3,-4 0,-4 0,-4-2,-8-4,-11-33,-1 26,-4-3,-8-9,-4-9,-2-8,1-5,0-8,18 16,-12-17,4-7,14-7,7 1,13 4,14 1,11 2,4 1,4 3,-6-4,-5 2,-6 2,-42 19,34-16,-34 16,24-15,-9 4,-17 4,-17 3,-8 5,-7 6,-4 6,38-13,-33 17,6 5,11 3,11 0,16 2,8-3,11-3,10-5,8-3,4-2,1 0,0-2,-6-3,-47-6,41 7,-41-7,32 6</inkml:trace>
  <inkml:trace contextRef="#ctx0" brushRef="#br0" timeOffset="681470.8906">22423 11664,'0'0,"0"0,-4 11,4-11,-9 29,-2 9,3 6,6 3,11-5,10-6,13-6,13-5,15-11</inkml:trace>
  <inkml:trace contextRef="#ctx0" brushRef="#br0" timeOffset="684132.7548">22622 12875,'0'0,"0"0,3 0,-3 0,4 8,2 6,5 9,1 5,-1 1,0 3,1-2,-4-1,0 0,-8-29,7 28,-7-28,7 23,2-5</inkml:trace>
  <inkml:trace contextRef="#ctx0" brushRef="#br0" timeOffset="684305.7398">22625 12690,'0'0,"0"0,0 0,0 0,0 0,0 0,0-4,4 0</inkml:trace>
  <inkml:trace contextRef="#ctx0" brushRef="#br0" timeOffset="684667.2361">22996 12903,'0'0,"4"9,2 6,4 9,2 3,-12-27,11 26,-11-26,10 21,-2-6,-5-12,-4-9,-7-9,1-10,-2-8,-3-6,1-6,4-3,3-7,2-3,7 3,4 6,8 5,0 8,8 12,-1 4,4 7,3 7,2 9,0 7,-6 3,-7 11,-7 0</inkml:trace>
  <inkml:trace contextRef="#ctx0" brushRef="#br0" timeOffset="684933.6659">22902 12921,'0'0,"14"-2,12-5,20-4,11 1,13-4,1 4,-5 2,-7 2,-59 6,54-6,-13 4,-41 2,33-3,-33 3,28-2</inkml:trace>
  <inkml:trace contextRef="#ctx0" brushRef="#br0" timeOffset="687434.7346">24296 12608,'0'0,"-1"11,4 4,-1 17,-4 12,1 3,0 1,-2-2,0-5,3-6,0-35,1 32,4-6,3-3,9-8,1-5,5-5,3-5,0-10,-7-6</inkml:trace>
  <inkml:trace contextRef="#ctx0" brushRef="#br0" timeOffset="688236.4716">24179 12753,'0'0,"9"-6,11 2,10-2,8 6,6 3,3 3,-4 3,-3 7,-3-1,-6 3,-7 1,-6 1,-18-20,13 21,-6 3,-2 0,-5-24,3 23,-3-23,-3 19,3-19,-4 12,-1-7,5-5,-8-6,2-6,1-9,6-4,5 1,2 2,7 8,3 7,-18 7,22-3,-1 9,4 6,-5 2,3 3,-4-2,3-1,-22-14,21 10,2-1,-23-9,26 2,-1-3,1-5,-26 6,22-12,-22 12,15-14,-15 14,10-18,-10 18,10-13,-4 0,6 5,5 5,2 1,4-2,4 1,6-2,2-3,-5-4,-1 0,0-1,-29 13,23-14,-7-3,-16 17,8-23,-14 4,-12 4,-6 7,24 8,-25 1,1 8,5 9,9 3,8 1,11 1,8-1,12-2,1-1,8-3,3-5,-2-4</inkml:trace>
  <inkml:trace contextRef="#ctx0" brushRef="#br0" timeOffset="691822.483">23984 13430,'0'0,"0"0,-3-3,-11 3,-9 0,-3 7,-10 5,2 8,-1 4,9 4,4 4,5-3,17-29,-12 28,9-5,3-23,8 15,7-8,6-11,3-10,3-6,-4-3,5-3,-4 2,-2 1,-1 2,-21 21,17-22,-17 22,16-20,-4 8,-4 13,-4 8,-2 13,-3 6,-4 9,0 2,-4 3,-2 0,2 1,1-2,8-41,-8 43,5-6,8-3,4-3,8-10,3-6,8-10,2-11</inkml:trace>
  <inkml:trace contextRef="#ctx0" brushRef="#br0" timeOffset="691979.9483">24435 13606,'0'0,"10"-3,10 1,9-4,11 0,0 3,-2 2,-4 4</inkml:trace>
  <inkml:trace contextRef="#ctx0" brushRef="#br0" timeOffset="692136.7326">24397 13768,'0'0,"11"-4,9-1,-20 5,41-6,9 1</inkml:trace>
  <inkml:trace contextRef="#ctx0" brushRef="#br0" timeOffset="693907.3054">24977 13348,'0'0,"0"0,0 0,0 0,0 3,1 10,-1 8,-1 6,-2 9,3 5,0 3,1 6,2-4,-1-2,1-1,0-4,1-2,-1-7,0 0,-1-3,-1-3,-1-24,5 23,-5-23,4 21,-4-21,3 19,-3-19,1 13,-1-13,0 10,0-10,0 4,0-4,0 2,-4-11</inkml:trace>
  <inkml:trace contextRef="#ctx0" brushRef="#br0" timeOffset="695033.1816">23118 14865,'0'0,"1"7,2 8,1 11,2 5,-1 5,1-3,-6-33,4 35</inkml:trace>
  <inkml:trace contextRef="#ctx0" brushRef="#br0" timeOffset="695206.0304">22975 14662,'0'0,"0"0,4-5,8-5,2-5</inkml:trace>
  <inkml:trace contextRef="#ctx0" brushRef="#br0" timeOffset="695566.725">23341 14789,'0'0,"8"15,5 1,0 11,-1 7,2 0,-1-2,-13-32,8 32,-8-32,5 23,-3-9,-4-14,-1-10,-5-12,4-7,-6-8,2-7,0-2,2-7,3-4,1-2,8 4,4 3,1 9,9 6,5 8,0 7,3 9,4 5,1 5,-1 7,-2 7,-2 4,-28-15</inkml:trace>
  <inkml:trace contextRef="#ctx0" brushRef="#br0" timeOffset="695755.5699">23299 14869,'0'0,"16"0,16-4,16-3,18-3,11-1</inkml:trace>
  <inkml:trace contextRef="#ctx0" brushRef="#br0" timeOffset="696257.9612">24422 14519,'0'0,"0"0,-6 2,-15 10,-12 3,-4 10,2 4,4 5,11-2,10 1,10-33,-3 29,10-9,9-7,5-8,5-8,2-8,0 0,0-7,-28 18,25-20,0-1,-1-6,-5 2,-19 25,13-25,-13 25,10-18,-3 5,-7 13,3 1,-4 15,-8 17,0 11,-6 10,-4 5,-1 2,1-1,-3 1,9-5,1-7,7-10,6-9,5-6,6-6,4-6,7-5,6-7,11-11,7-12,2-7</inkml:trace>
  <inkml:trace contextRef="#ctx0" brushRef="#br0" timeOffset="696477.0359">25016 14694,'0'0,"13"-4,13-2,12-2,13-2,7 2,3 4,-6 0,-55 4,48-3,-12 6</inkml:trace>
  <inkml:trace contextRef="#ctx0" brushRef="#br0" timeOffset="696634.1324">25082 14850,'0'0,"0"0,6 2,10-7,19 1,15-6,11-3,13-5</inkml:trace>
  <inkml:trace contextRef="#ctx0" brushRef="#br0" timeOffset="696822.929">25863 14666,'0'0,"10"-4,14 0,6-3,13-1,8 2,-3 3,-48 3,50-7,-8 4,-42 3,34 2</inkml:trace>
  <inkml:trace contextRef="#ctx0" brushRef="#br0" timeOffset="696995.3342">25887 14777,'0'0,"7"2,-7-2,15 0,13-1,13-6,14 1,7-5,9-7</inkml:trace>
  <inkml:trace contextRef="#ctx0" brushRef="#br0" timeOffset="697529.4082">26542 14503,'0'0,"2"8,0 12,0 7,2 6,1 5,-2-4,-3-34,-2 31,2-31,-2 25,2-25,-4 17,1-8,1-13,3-9,2-7,2-1,4-5,3-1,7 1,0 1,4 8,0 12,0 5,-4 8,1 7,-8 5,-2-2,-10-18,5 21,-3 0,-2-21,-7 14,7-14,-5 8,-1-4,6-4,-3-6,0-10,8-5,6-6,5 0,-16 27,17-27,-17 27,24-18,-1 9,1 10,-4 11,-2 9,-5 6,-1 2,-8-1,0 2,-4-30,5 28</inkml:trace>
  <inkml:trace contextRef="#ctx0" brushRef="#br0" timeOffset="697969.0409">27405 14682,'0'0,"15"0,14-1,10 2,18-1,5-2,-5-1,-1-2,-10-2,-46 7,35-4,-35 4,26-9,-10-6,-16-8,-8 0,-8 0,-7-1,23 24,-25-17,25 17,-22-14,22 14,-18-12,13 5,15 8,9 7,5 7,7-1,-31-14,31 19,-3 3,-6 6,-8 2,-10 0,-7 0,-7-2,-6-4,0-2,16-22,-18 18,8-7,12-12</inkml:trace>
  <inkml:trace contextRef="#ctx0" brushRef="#br0" timeOffset="698330.7065">28859 14200,'0'0,"0"0,-3-11,-10-12,-8-3,-12 0,-11 2,-6 10,-1 9,7 7,5 9,5 8,8 11,8 13,5 11,6 7,3 8,4 5,3 1,1-1,-2-3,1-7,-1-8,-6-5,4-51,-2 43,2-43,-5 33,1-14,-2-23</inkml:trace>
  <inkml:trace contextRef="#ctx0" brushRef="#br0" timeOffset="699744.855">28257 14648,'0'0,"0"0,2-1,13-3,18 1,13-1,12 0,12 1,4-3,0 2,-5-4,-9-2,-13 1,-47 9,40-12,-40 12,31-12,-31 12,19-10,-14 3,-20 7,-11 12,-8 5,-6 7,2 3,6 6,6-2,12-1,8-1,11-4,10-9,6-3,6-7,2-7,1-7,-3-4,-1 0,-4-5,-2-5,-3-1,-17 23,15-24,-15 24,9-23,-9 23,8-15,-7 6,0 16,-1-7,1 13,-1-13,2 21,7 3,9-3,3-7,1-8,7-9,-1-12,1-6,-3-5,-1-4,-6-1,-1-3,-2-5,-2-8,-1-3,-2-3,-2 2,-9 51,4-42,-4 42,-1-33,1 33,-3-24,0 14,-3 16,-3 14,3 12,-4 16,4 7,0 3,1 2,4 0,3-4,2-5,5-6,-9-45,13 37,2-12,12-10,3-13,2-10,4-6,-3-11,-2-4,0-1,-3-4,-1 0,-27 34,24-30,-24 30,21-22,-10 4,-11 18,0-13,-8 6,-6 4,14 3,-18 4,2 7,10 10,8 6,9 8,4-1,2-1,-1-2,-4-4,-12-27,9 29,-6-3,-8-2,5-24,-14 18,14-18,-21 14,21-14,-23 6,23-6,-20 0,10-4,16-8,15 0,11-1,6-1,9 1,4 2,1 0,1-1,-5-3,0-1,-10-2,-5-1,-33 19,26-21,-9-1,-8-3,-9 4,-8 2,-14 2,-10 5,-9 7,-4 8,1 5,7 9,11 4,5 6,14 1,10 3,9-1,11 4,13 0,12 0,8-4,10-2,3-2,0-1,-9-6,-60-19,51 15,-51-15,37 9,-37-9,24 7,-22-11,-24-5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6T08:48:39.7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1875 9413,'0'0,"0"0,0 0,0 0,0 2,0 4,0 13,-1 8,-4 7,3 8,-4 7,3 3,-1 5,-2 2,6-4,0-5,0-50,6 42,5-16</inkml:trace>
  <inkml:trace contextRef="#ctx0" brushRef="#br0" timeOffset="328.9978">1868 9092,'0'0,"0"0,-1 5,-2 17,-4 5,4 9,6 1,1 4,10-8,8-7,4-8,5-15,2-5,-2-12,-4-7,-7-4,0 0,-11-9,-6 2,-3 32,-2-32,-5 3,-9 9,-3 11,-2 12,-11 15,-3 14,0 8</inkml:trace>
  <inkml:trace contextRef="#ctx0" brushRef="#br0" timeOffset="516.9996">2570 9383,'0'0,"16"-2,14 0,15 2,11 9,-2 2,-54-11</inkml:trace>
  <inkml:trace contextRef="#ctx0" brushRef="#br0" timeOffset="689.8938">2538 9689,'0'0,"13"-6,17-5,24-4,17-4,15-3,10-2</inkml:trace>
  <inkml:trace contextRef="#ctx0" brushRef="#br0" timeOffset="1003.8794">3404 9169,'0'0,"-10"0,-6 0,0 5,-1 5,4 4,7 7,8 5,6 1,14 4,7-3,3 3,8-4,5 2,-3-1,-7-2,-3-3,-32-23,26 20,-12 2,-13 1,-5-4,-16 2,-11 0,-9-3,-8 1,-2-2,2-3,-1-3,4-8</inkml:trace>
  <inkml:trace contextRef="#ctx0" brushRef="#br0" timeOffset="1317.8769">3501 9127,'0'0,"18"-1,6-6,20 1,13-2,11-2,2 0,-5 2,0-1,-4-1,-8 2,-7 0,-5 3,-41 5,32-5,-32 5,22-4,-22 4,14 0,-14 7,-34 1</inkml:trace>
  <inkml:trace contextRef="#ctx0" brushRef="#br0" timeOffset="2295.1735">1443 10862,'0'0,"0"0,-2 9,-2 16,1 5,-1 2,8-1,2-3,1-6,-7-22,12 19,-12-19,16 15,4-7,5-13,1-7,-8-8,-3-6,-2 1,-13 25,6-25,-6 25,3-22,-3 22,1-15,1 12,2 10,3 6,3 4,2 3,8-4,-20-16,26 10,-1-4,4-9,1-8,-8-6,-1-1,-8-4,-1-1,-8-4,2 2,-5 0,-1 25,0-29,-1 4,1 25,-7-21,-9 6,-7 10,-6 9,-7 9,-2 4</inkml:trace>
  <inkml:trace contextRef="#ctx0" brushRef="#br0" timeOffset="3759.1194">2143 10318,'0'0,"0"0,3 10,4 19,-1 8,0 11,4 9,-2 5,0 0,-2 6,-3-4,-5-3,1-7,-4-13,5-41,-6 33,6-33,-4 22,4-22,-3 12,-4-16,1-12,5-16,2-1,2-10,10-2,5 3,9 11,8 9,5 11,-1 9,5 12,2 6,-6 4,1 11,-10 1,-6 8,-6 4,-9 1,-3-4,-7-41,2 47</inkml:trace>
  <inkml:trace contextRef="#ctx0" brushRef="#br0" timeOffset="3932.0726">2788 10876,'0'0,"1"8,1 5,-2 10,6 6,-3 5,-3-34</inkml:trace>
  <inkml:trace contextRef="#ctx0" brushRef="#br0" timeOffset="4089.2445">2637 10673,'0'0,"0"0,8-6</inkml:trace>
  <inkml:trace contextRef="#ctx0" brushRef="#br0" timeOffset="4261.6106">2943 10350,'0'0,"0"12,4 15,-1 21,4 16,-1 14,0 9,-2 7,-4-4</inkml:trace>
  <inkml:trace contextRef="#ctx0" brushRef="#br0" timeOffset="4748.5623">3338 10746,'0'0,"11"-4,15-7,10-2,8-5,2-4,-10 0,-5-3,-31 25,19-23,-19 23,12-24,-10 5,-8 3,-8 9,-7 7,-6 8,-4 9,1 5,-3 8,5 7,7 1,6 3,7 0,5-3,13-4,0-3,7-3,8-7,-1-3,7-6,5-2,2-6,3-2,-1-2,0-1,-4 1,-36 0,32 2,-32-2,23 1,-23-1,19 5,-13 4,-15 5</inkml:trace>
  <inkml:trace contextRef="#ctx0" brushRef="#br0" timeOffset="11587.2113">4454 10854,'0'0,"15"-4,11 1,17-3,20-3,19 0,3-3,8 2,-4 0,-5-3,-10 3,-15-2,-15 3,-44 9,34-11,-18-4,-14-3,-11 1,-11-3,-3 3,23 17,-28-14,2-2,26 16,-26-11,9 4,17 7,-5-2,10 5,11 7,6 3,9 3,-2 5,2-1,-2 1,-1 2,-5-3,-23-20,17 21,-10 2,-7 4,-7-3,-8 0,-7-1,-2 1,24-24,-24 22,9-10</inkml:trace>
  <inkml:trace contextRef="#ctx0" brushRef="#br0" timeOffset="11934.1191">6449 10310,'0'0,"0"-5,-3-10,-4-2,-10 2,-9-1,-7 7,33 9,-35-2,3 7,7 9,5 5,8 10,4 4,10 8,7 4,1 7,2 7,1-1,1 0,-4-1,0-1,1-5,-3-1,-5-3,-2-2,-3-2,2-43,-6 38</inkml:trace>
  <inkml:trace contextRef="#ctx0" brushRef="#br0" timeOffset="12718.1171">6014 10846,'0'0,"11"-5,8-4,16-3,17-8,14 0,14 0,8 0,0-1,-5-1,-11-2,-15 0,-57 24,43-20,-19 5,-24 15,7-14,-14 3,-13 7,-10 7,-2 5,-2 7,3 9,2 5,1 3,8 2,4 1,10-4,5-4,8-7,5-6,9-10,0-5,2-9,0-5,-3-5,-8-3,0-2,-12 25,7-24,-7 24,5-22,-5 22,6-15,3 11,7 10,-5 7,7 3,-1 0,-17-16,22 12,1-7,3-7,-1-6,-5-10,-2-6,-3-5,-5-3,-3-2,-1-8,-7 0,1-1,-5-6,1 2,1 7,3 40,-6-34,6 34,-5-24,5 24,-3-13,-2 14,1 20,0 11,-2 11,4 3,1 5,1 0,6 1,4 3,1-2,10-1,2-7,10-13,6-15</inkml:trace>
  <inkml:trace contextRef="#ctx0" brushRef="#br0" timeOffset="13036.1024">7478 10496,'0'0,"0"0,0 0,-5-2,-2 8,7-6,-13 14,5 8,2 11,11 3,2 0,12-3,1 1,5-5,-25-29,23 32,-6-5,-5-2,-12-2,-11-3,-10-3,-6-1,-10-2,-8-1,-1-4,2-3,7 1,37-7,-33 3,13-8</inkml:trace>
  <inkml:trace contextRef="#ctx0" brushRef="#br0" timeOffset="13377.7312">7843 10685,'0'0,"12"-4,9-3,5 0,7-5,-33 12,30-12,-30 12,21-14,-5-3,-16 17,4-15,-12 4,-23 8,-2 7,-7 7,1 13,-1 2,4 6,7 3,8 2,10 0,7-8,14 3,13-2,8-4,9-1,5-1,4-3,-2-1,-47-20</inkml:trace>
  <inkml:trace contextRef="#ctx0" brushRef="#br0" timeOffset="13959.2583">2417 12026,'0'0,"0"0,2 2,-1 7,-1 5,0 6,2 10,-2 5,-2 3,2 7,6 2,-1 2,-1 0,-4-49,10 43</inkml:trace>
  <inkml:trace contextRef="#ctx0" brushRef="#br0" timeOffset="14139.1713">2382 11898,'0'0,"0"0,0 0,0-2,1 0,9-4</inkml:trace>
  <inkml:trace contextRef="#ctx0" brushRef="#br0" timeOffset="14524.1698">2791 12117,'0'0,"4"11,6 7,1 8,1 0,0 3,-12-29,13 27,-13-27,6 25,-6-25,6 21,-3-9,-9-13,-5-17,-4-8,-7-13,2-7,0-4,1-3,6-5,7-1,7 0,7 3,6 5,5 4,8 7,1 6,10 8,-1 10,5 7,-1 10,-2 9,-9 6,-1 5,-10 3,-8 1,-6 0</inkml:trace>
  <inkml:trace contextRef="#ctx0" brushRef="#br0" timeOffset="14806.8872">2564 12226,'0'0,"0"0,10-6,15-7,15-4,9-3,11-2,5 1,-2 3,0 5,-6 3,-6 2,-13 6,-38 2,33-2,-33 2,24 2,-24-2,16 6,-16-6</inkml:trace>
  <inkml:trace contextRef="#ctx0" brushRef="#br0" timeOffset="21629.6589">4091 12135,'0'0,"0"0,10-3,-10 3,28-10,18-3,11-3,9 0,5 1,0 1,-7 2,-5 1,-7 0,-52 11,40-11,-40 11,31-11,-13-1,-13-2,-14 1,-11-3,-3-2,23 18,-25-16,25 16,-20-17,20 17,-19-14,12 6,10 3,8 7,11 5,6 7,-1 2,0 3,-2 5,-8 0,-6 4,-7 1,-6-1,-5 2,-4 1,-8-2,4-2,15-27,-17 23,5-6</inkml:trace>
  <inkml:trace contextRef="#ctx0" brushRef="#br0" timeOffset="21959.6718">5263 11589,'0'0,"0"0,3 11,0 14,-1 10,-4 11,-6 8,-6 3,1 4,-4-2,6-5,3-6,3-5,5-43,-5 32,3-5,2-27,6 21,2-5,-8-16,12 12,8-4,9-6,0-5,-1-7</inkml:trace>
  <inkml:trace contextRef="#ctx0" brushRef="#br0" timeOffset="22794.5179">4965 11960,'0'0,"14"-6,13-5,13-3,12-1,10-2,4 2,0 6,-3 2,-5 3,-11 6,-11 3,-36-5,34 10,-10 8,-4 8,-8 3,-3 1,-3 2,-6-32,4 29,-5 1,1-30,-6 23,6-23,-6 18,6-18,-4 9,-3-14,3-12,-2-11,4-4,7-4,-1 5,-4 31,13-25,3 6,5 10,3 9,-2 9,4 1,2 4,0 1,-2 2,-2-5,3-3,-27-9,30 5,1-6,6-8,-5-3,-7-2,-2-1,-23 15,21-17,-21 17,15-11,-15 11,14-9,-14 9,15-9,1 6,4-2,3 2,3-2,1 3,4-6,-1-1,-30 9,25-11,-2-3,-23 14,17-23,-8 0,-12-3,3 26,-9-19,-3 2,12 17,-20-3,5 8,3 12,8 4,5 8,18 1,10-1,11-1,5-1,6-3,-3-5,-2-5,-46-14</inkml:trace>
  <inkml:trace contextRef="#ctx0" brushRef="#br0" timeOffset="23184.4335">3044 13159,'0'0,"0"0,1 3,-1 12,0-15</inkml:trace>
  <inkml:trace contextRef="#ctx0" brushRef="#br0" timeOffset="23341.3004">2947 13522,'0'0,"0"0,3 3,12-5,8-6</inkml:trace>
  <inkml:trace contextRef="#ctx0" brushRef="#br0" timeOffset="23466.7991">3348 13405,'0'0,"0"0,0 0,0 0,10-3,10-8</inkml:trace>
  <inkml:trace contextRef="#ctx0" brushRef="#br0" timeOffset="23986.1261">4085 12832,'0'0,"0"0,-3 0,-12 8,-14 7,-6 5,-3 9,2 3,9 0,5 2,12-2,4-2,6-30,0 25,9-6,8-8,5-9,4-11,3-8,-3-6,1-1,-2-3,-3-1,1 2,-4 4,-19 22,17-23,-17 23,10-15,-2 12,-6 15,-2 13,-7 16,0 7,-2 6,-5 4,3 3,-2 4,-2-1,6-7,3-7,-2-5,5-10,7-7,-4-28,4 25,8-10,14-7,10-18,0-16</inkml:trace>
  <inkml:trace contextRef="#ctx0" brushRef="#br0" timeOffset="24136.2311">4962 13066,'0'0,"14"-1,13-3,10 1,8 7,-45-4</inkml:trace>
  <inkml:trace contextRef="#ctx0" brushRef="#br0" timeOffset="24300.5298">4894 13288,'0'0,"6"0,12-3,13-4,14 0,8-2,8-5,-6-2</inkml:trace>
  <inkml:trace contextRef="#ctx0" brushRef="#br0" timeOffset="26037.0336">5759 12784,'0'0,"0"0,0 0,1 9,1 5,1 7,3 9,0 12,-3 8,-1 1,1 7,-2 3,-4-3,-2-4</inkml:trace>
  <inkml:trace contextRef="#ctx0" brushRef="#br0" timeOffset="26225.6184">6038 13066,'0'0,"12"-4,12 3,14-4,13 2,11-3,4-1,-5-3</inkml:trace>
  <inkml:trace contextRef="#ctx0" brushRef="#br0" timeOffset="26445.4603">6279 12904,'0'0,"1"7,0 10,-1-17,4 29,7 12,0 8,-2 1,-1 4,1 1,-9-55,6 47,0-12,3-15</inkml:trace>
  <inkml:trace contextRef="#ctx0" brushRef="#br0" timeOffset="26649.4542">6658 12796,'0'0,"0"0,3 5,9 13,-2 10,2 7,4 11,-5 1,0 3,-2 2,-4 0,-4-4</inkml:trace>
  <inkml:trace contextRef="#ctx0" brushRef="#br0" timeOffset="26829.527">7185 12903,'0'0,"19"-3,11 0,15 0,6 3,-51 0,53 6</inkml:trace>
  <inkml:trace contextRef="#ctx0" brushRef="#br0" timeOffset="26963.5972">7264 13087,'0'0,"11"-3,15-4,16-5,16-2,8-5</inkml:trace>
  <inkml:trace contextRef="#ctx0" brushRef="#br0" timeOffset="27408.8189">7857 12782,'0'0,"8"-4,8-6,7-1,6 1,4 2,1 4,-5 11,-3 5,-6 9,-9 5,-10 6,-12 9,-13 7,-10 5,-6-1,-5-4,3-5,4-11,38-32,-32 26,32-26,-21 22,10-5,12-4,13-2,15-2,16-6,13 3,10 1,8 0,2 0,-4 4,0 0,-13 1,-7-2,-54-10,42 10,-42-10,30 8,-17-2,-22-9,-19-5</inkml:trace>
  <inkml:trace contextRef="#ctx0" brushRef="#br0" timeOffset="28141.8674">3001 14424,'0'0,"4"7,-1 6,7 9,-4 7,3 7,-1 2,-1 2,-7-40,6 37,-6-37</inkml:trace>
  <inkml:trace contextRef="#ctx0" brushRef="#br0" timeOffset="28314.591">2862 14237,'0'0,"0"0,0 0,0 0,3-4,7-8</inkml:trace>
  <inkml:trace contextRef="#ctx0" brushRef="#br0" timeOffset="28709.7484">3313 14413,'0'0,"6"10,4 11,4 8,4 5,0 1,-3 0,-15-35,13 31,-13-31,9 28,-9-28,1 23,-1-8,-7-10,-6-12,0-11,-1-10,0-11,0-8,2-7,4-6,-1-3,9-3,6-1,4 5,4 12,7 11,2 8,0 15,6 5,-4 6,4 9,1 6,-1 8,-3 5,-3 6,-8 4</inkml:trace>
  <inkml:trace contextRef="#ctx0" brushRef="#br0" timeOffset="28898.2914">3265 14516,'0'0,"0"0,5-1,13-5,13-3,8-5,16-6,13-3,6-4</inkml:trace>
  <inkml:trace contextRef="#ctx0" brushRef="#br0" timeOffset="29432.4873">4356 13995,'0'0,"0"0,-6 0,-13 3,-10 9,-3 7,-1 8,4 6,6 4,9 0,5 0,9-37,-1 32,7-9,6-8,7-8,0-10,7-7,-5-7,6-3,-6 1,2-3,-2-5,-2 1,-2 1,-17 25,13-25,-13 25,13-19,-1 12,-2 14,-7 13,-5 14,-2 8,-5 11,-2 4,1 2,-1-1,-2-1,2-4,2-7,2-7,6-8,1-5,0-26,8 18,10-9,15-14,7-17,5-12,7-12</inkml:trace>
  <inkml:trace contextRef="#ctx0" brushRef="#br0" timeOffset="29558.0579">4997 14177,'0'0,"12"-6,12 0,13-3,8 0,10 3,-4-1,-51 7,42-7</inkml:trace>
  <inkml:trace contextRef="#ctx0" brushRef="#br0" timeOffset="29730.8949">5081 14339,'0'0,"0"0,2 1,13 0,12-5,14-3,14-7,10-9</inkml:trace>
  <inkml:trace contextRef="#ctx0" brushRef="#br0" timeOffset="29918.7845">5759 14180,'0'0,"18"-2,14-3,-32 5,48-8,9-6,-7 4,-50 10</inkml:trace>
  <inkml:trace contextRef="#ctx0" brushRef="#br0" timeOffset="30078.6094">5760 14358,'0'0,"0"0,5 0,8 2,12-4,12-2,8-5,11-6,5-8</inkml:trace>
  <inkml:trace contextRef="#ctx0" brushRef="#br0" timeOffset="30610.0121">6334 14234,'0'0,"5"8,1 5,-6-13,7 22,-7-22,10 24,-10-24,7 23,-4-8,-3-15,-1 2,-2-10,6-10,1-4,8-6,8 0,4 0,4 5,-28 23,29-16,-2 8,-2 9,-5 8,-20-9,19 14,-9 6,-10-20,7 20,-7-20,2 20,-2-20,0 17,0-17,-4 9,4-8,1-11,6-5,1-4,10-4,2-4,3 7,-23 20,24-12,-1 8,3 15,-7 8,-6 5,4 6,-5 1,-12-31,8 29,2-4</inkml:trace>
  <inkml:trace contextRef="#ctx0" brushRef="#br0" timeOffset="31065.0956">7176 14180,'0'0,"14"0,12-1,14-4,8 1,6 0,-3-2,-5 1,-46 5,37-7,-37 7,27-8,-11-3,-13-7,-3 18,-6-22,-8 2,14 20,-21-22,21 22,-16-19,16 19,-15-10,9 4,10 4,6 7,5 4,8 6,-3 5,3 1,-3 0,0 1,-8 5,-7-4,-5 2,-7 2,-3-5,-4 0,-3-3,17-19,-16 18,16-18,-14 14,13-12</inkml:trace>
  <inkml:trace contextRef="#ctx0" brushRef="#br0" timeOffset="31382.1361">8306 13712,'0'0,"0"0,0-5,-9 0,-8 4,-5 0,-5 4,0 10,3 10,5 4,5 10,1 8,6 8,4 5,3 6,2 3,4 0,-3-2,-3-1,0-8,-4-5,-1-8,5-43,-6 34,6-34,-8 27,-2-17,10-10</inkml:trace>
  <inkml:trace contextRef="#ctx0" brushRef="#br0" timeOffset="32512.9661">7875 14286,'0'0,"0"0,3-2,14-5,17-1,13-3,14-1,7 0,-1 3,0-2,-12-6,-4 0,-14-2,-37 19,29-16,-29 16,23-15,-23 15,14-11,-7 5,-14 4,-8 9,-11 11,-4 10,-1 6,4 2,27-36,-16 37,7-3,10-2,-1-32,12 25,5-10,9-15,1-8,-3-6,-3-3,-4-6,0-3,-4-6,-13 32,10-28,-10 28,11-26,-1 9,-5 11,-5 6,5 10,-1 8,-4-18,7 26,3 1,-10-27,12 19,3-5,5-11,-1-12,1-10,-4-4,1-4,-2-2,-5-6,0-5,-2-4,0-7,-1-1,-7 52,1-48,-1 48,2-38,-2 38,0-24,-3 17,-1 24,-2 17,1 12,4 9,1 4,3-5,5 0,-8-54,11 48,2-10,-13-38,17 30,2-15,-2-9,2-8,1-8,0-5,1-4,2-2,0-5,2 7,-1 4,1 8,0 9,-2 9,-3 4,-3 9,-7-1,-6 2,-4-25,-2 24,-11-2,-7-3,20-19,-24 14,24-14,-18 10,6-6,12-9,15-9,11-6,9-4,6-4,0-2,1 3,-42 27,37-23,-37 23,25-18,-25 18,17-9,-18 9,-22 15,-5 10,-1 6,4 2,4 1,12-4,10-1,14 0,14-4,12-6,13-10,12-10,2-9</inkml:trace>
  <inkml:trace contextRef="#ctx0" brushRef="#br0" timeOffset="33235.9209">9249 8726,'0'0,"-1"9,3 10,5 19,0 14,-1 15,2 15,2 17,1 6,-3 19,-2 8,5 12,-1 5,-3 12,-4 6,9 5,1 8,1 8,4 5,8 10,-4 5,-9 10,1 1,2 5,-2-4,2 11,3 3,0 8,-2 2,-4 6,5 3,-4 5,8 6,0 3,6 6,-1 0,4 5,-8 0,8 1,-6 0,-3-2,-8-8,-6-11,-5-15,-6-19,-5-24,-5-32</inkml:trace>
  <inkml:trace contextRef="#ctx0" brushRef="#br0" timeOffset="34053.9645">10107 8939,'0'0,"0"0,-2 9,-1 15,-3 14,-2 5,2 10,5-1,-3 3,-1-1,1 0,-1-8,5-46,1 44,2-15</inkml:trace>
  <inkml:trace contextRef="#ctx0" brushRef="#br0" timeOffset="34389.2966">9957 8701,'0'0,"0"0,-2 3,2-3,-2 13,2 1,7 9,7-3,7-4,9-6,4-7,-2-9,-3-6,-7-7,-2-5,-6 1,-6-3,-8 26,-2-22,-4-2,-4 3,-14 10,0 9,-1 11,-6 8,-9 14,8 2,32-33</inkml:trace>
  <inkml:trace contextRef="#ctx0" brushRef="#br0" timeOffset="34556.6832">10497 9012,'0'0,"17"0,9 2,9 5,13 0,-3 7,-17 4</inkml:trace>
  <inkml:trace contextRef="#ctx0" brushRef="#br0" timeOffset="34713.9725">10631 9288,'0'0,"17"-4,19-4,20-3,19-1,9-8</inkml:trace>
  <inkml:trace contextRef="#ctx0" brushRef="#br0" timeOffset="35043.9783">11515 8868,'0'0,"-5"4,-17 6,-7 10,-15 12,-5 10,-2 14,2 6,10 2,15-3,20-6,11-11,8-10,12-11,4-11,1-9,-3-12,-3-7,-2-2,-9-4,-9-3,-6 1,-9 3,-5 3,-11 5,-9 8,-15 14,0 7,-8 8,57-24,-54 26</inkml:trace>
  <inkml:trace contextRef="#ctx0" brushRef="#br0" timeOffset="35625.7325">10135 9995,'0'0,"-3"16,-5 10,2 8,3 5,6-3,8-6,4-7,12-10,2-12,-1-10,-2-7,-26 16,19-21,-19 21,12-25,-12 25,4-23,-4 23,1-16,1 10,4 9,9 5,9 5,3-3,0-7,1-9,-4-4,-24 10,19-15,-5-5,-6-3,-9-5,-5 1,-8-3,-2-2,-3-3,1-4,4-2</inkml:trace>
  <inkml:trace contextRef="#ctx0" brushRef="#br0" timeOffset="35970.7048">10643 9792,'0'0,"-1"19,4 13,-1 8,0 10,-1 0,-3-5,2-45,-4 38,4-38,-8 30,-2-15,10-15,-13 1,3-13,6-17,6-9,6-2,-8 40,19-35,1 12,12 10,-2 11,1 16,-5 7,-4 6,-10 3,-3 4,-4 1,-5-35,4 35</inkml:trace>
  <inkml:trace contextRef="#ctx0" brushRef="#br0" timeOffset="36143.7008">11048 10079,'0'0,"-1"11,1 7,-2 9,2-27,-2 33,-3-2</inkml:trace>
  <inkml:trace contextRef="#ctx0" brushRef="#br0" timeOffset="36316.6478">10989 9803,'0'0,"0"0,5-3,12-15,4 2,2-6</inkml:trace>
  <inkml:trace contextRef="#ctx0" brushRef="#br0" timeOffset="36426.3945">11198 9831,'0'0,"0"17,0-17,1 23,2 24,7 4,-2 12,5-10,-3-5</inkml:trace>
  <inkml:trace contextRef="#ctx0" brushRef="#br0" timeOffset="36771.9">11468 9974,'0'0,"9"-3,5-4,6-2,13-1,5 0,-38 10,38-10,-38 10,35-10,-11 0,-24 10,17-15,-14 3,-10 1,-10 4,-6 7,-8 8,-2 4,-2 7,2 1,1 3,6 2,26-25,-17 23,11 4,13 0,13-3,6-2,11-7,5-10,6-7,4-5,3-2</inkml:trace>
  <inkml:trace contextRef="#ctx0" brushRef="#br0" timeOffset="37148.7202">11978 9926,'0'0,"0"0,2-1,6-6,12 0,4-3,6 2,4-2,0 3,1 1,-35 6,32-3,-32 3,26-5,-26 5,16-5,-16 5,10-3,-10 3,3-5,-3 5,0-4,2 3,-2 1,13-1,3 5,-16-4,21 10,-2 8,-2 7,-13 4,-6 3,-10-3,-7 4,-6-5,-2-1,27-27,-28 18</inkml:trace>
  <inkml:trace contextRef="#ctx0" brushRef="#br0" timeOffset="37421.9716">12877 9582,'0'0,"0"0,-2-7,-2 2,-2-5,-8 6,-2 4,-5 7,-5 6,4 10,-3 9,5 6,4 6,2 9,2 11,8 0,4 3,-1 0,-3-3,4-64,-1 48</inkml:trace>
  <inkml:trace contextRef="#ctx0" brushRef="#br0" timeOffset="38578.4718">12601 10068,'0'0,"9"-5,13-2,14-5,21-2,10-2,2-1,-6-6,-8-1,-55 24,45-27,-45 27,29-24,-29 24,17-21,-11 5,-18 17,-13 12,-7 11,-3 9,-5 5,9-4,11-4,20-30,-16 25,15-4,13-6,-12-15,21 7,0-10,-21 3,25-11,-25 11,20-15,-20 15,14-18,-3 5,-11 13,8 0,2 5,7 5,-17-10,18 10,7-4,1-14,3-8,-6-6,-5-7,0-5,-7 2,-4-1,-1-4,-4-6,-2-2,-2-5,2 50,-4-47,4 47,-5-41,5 41,-6-27,-1 14,-1 16,-4 23,5 9,-4 12,1 8,1 3,6 2,4-4,4-5,12-11,8-11,1-12,9-15,4-11,1-3,-3-7,0-4,-1-2,-9-3,3-6,-3-3,-27 37,27-29,-27 29,19-25,-19 25,15-15,-15 15,8-7,-5 12,5 14,1 7,8 5,0 8,7 1,-3 1,-8 0,-6-4,-8-3,1-34,-12 29,12-29,-16 21,16-21,-16 14,6-8,10-12,16-11,15-7,14-8,6-5,8-4,0 3,-6 1,-8 12,-45 25,36-22,-36 22,21-14,-12 5,-17 10,-10 4,-10 13,-1 0,1 3,6 1,7 1,12-1,10 1,14 1,15-5,8 3,8-5,7-6,-2-8,-5-3</inkml:trace>
  <inkml:trace contextRef="#ctx0" brushRef="#br0" timeOffset="38924.2982">12189 9740,'0'0,"6"11,8 7,6 14,14 12,13 5,5-6</inkml:trace>
  <inkml:trace contextRef="#ctx0" brushRef="#br0" timeOffset="39332.5349">9900 11107,'0'0,"5"9,-3 8,4 17,6 6,3 6,0 0,-15-46,16 41</inkml:trace>
  <inkml:trace contextRef="#ctx0" brushRef="#br0" timeOffset="39505.0516">9671 11046,'0'0,"0"0,0 0,0 0,3-3,19-10,5-3</inkml:trace>
  <inkml:trace contextRef="#ctx0" brushRef="#br0" timeOffset="39854.5484">10083 11064,'0'0,"5"8,5 11,4 6,7 7,-1 6,-3 1,-1 0,-16-39,10 35,-10-35,8 29,-8-29,6 20,-10-11,-9-18,-7-7,1-11,-3-9,1-3,6-8,4-10,7-1,7-2,6 2,7 8,4 14,4 8,2 10,6 7,1 5,1 9,0 8,-1 5,-4 9,-14 3,-8 3</inkml:trace>
  <inkml:trace contextRef="#ctx0" brushRef="#br0" timeOffset="40089.8107">10037 11264,'0'0,"0"0,9-8,19-8,14-2,13 0,8-1,0 4,-9 3,-4 4,-50 8,40-6,-9 1,-6-3,-25 8</inkml:trace>
  <inkml:trace contextRef="#ctx0" brushRef="#br0" timeOffset="40529.2864">10962 11038,'0'0,"18"-3,16-2,19-3,17 0,2-5,-10-1,-62 14,55-16,-55 16,36-16,-19-5,-12-5,-14 7,9 19,-13-19,13 19,-19-19,19 19,-15-14,15 14,-12-8,9 0,13 6,7 7,6 4,2 5,3 6,-5 4,-3 2,-5 0,-8 3,-8 1,-6 1,-4 0,-11-1,-3 1,-8-4,1-5,-2-4,34-18</inkml:trace>
  <inkml:trace contextRef="#ctx0" brushRef="#br0" timeOffset="40799.8029">11846 10735,'0'0,"0"0,2 7,1 14,2 8,-2 10,-4 10,1 6,-1 1,1 0,1-4,0-4,1-8,-2-40,6 41,-6-41,6 30</inkml:trace>
  <inkml:trace contextRef="#ctx0" brushRef="#br0" timeOffset="41475.8163">11752 11014,'0'0,"0"0,6-7,8-8,13 1,5-3,12 4,4 9,5 9,-5 7,0 6,-9 1,-39-19,30 19,-9 1,-21-20,10 18,-10-18,-1 16,-8-7,9-9,-12-1,-2-7,2-9,5-3,7 20,1-20,10 3,8 1,3 9,5 7,-1 4,3 0,0 4,4-4,-2 0,0-4,-2-1,-29 1,30-6,-4-4,-26 10,19-12,-19 12,22-15,-22 15,18-12,-18 12,17-13,2 2,1 3,-20 8,22-6,3 2,-25 4,25-4,-7-1,-7-8,-13-3,-9 0,-5 3,16 13,-27-7,2 5,25 2,-24 5,8 2,11 6,13 3,17 0,15 2,13-2,11-5,15-1,0-2,-3-3</inkml:trace>
  <inkml:trace contextRef="#ctx0" brushRef="#br0" timeOffset="42622.367">10959 11638,'0'0,"0"0,0 0,-2-5,2 5,-4-8,4 8,-3-7,3 7,-5-9,5 9,-3-5,3 5,-1-2,0 5,1-3,0 10,0-10,4 11,-4-11,8 13,-8-13,8 9,-8-9,7 6,-7-6,5 3,-5-3,2 1,-2-1,1 1,-1-1,1-1,-1 1,0-1,0 1,0-2,0 2,1-2,-1 2,1-5,-1 5,-1-5,1 5,-3-5,3 5,-4-9,4 9,-8-10,-3-1,-5 1,-4 5,2 8,-1 6,1 9,-4 7,4 5,-2 1,3 4,4-1,5-6,8-28,-3 26,6-3,8-9,5-5,3-12,9-10,-2-6,-26 19,29-23,-9-3,-3-1,-7 1,1-4,-11 30,5-29,-5 29,4-24,-4 24,3-15,-1 11,-2 18,-3 15,4 11,-3 7,2 8,-3 4,-1 5,1 3,-5-4,1-1,2-5,3-7,4-10,-2-40,9 32,10-14,17-19,5-15,7-9,-1-9</inkml:trace>
  <inkml:trace contextRef="#ctx0" brushRef="#br0" timeOffset="42748.184">11438 12026,'0'0,"10"-4,3-4,4-8,21-2,12-2,7 3,12 4,5 2,-10 6</inkml:trace>
  <inkml:trace contextRef="#ctx0" brushRef="#br0" timeOffset="42937.1262">11603 12183,'0'0,"11"-4,11-3,19-5,16-2,10-3,8-2,-1-5</inkml:trace>
  <inkml:trace contextRef="#ctx0" brushRef="#br0" timeOffset="43360.6968">12300 11865,'0'0,"0"0,4-9,3-12,8-4,10 3,7 3,-1 7,4 9,-1 6,-2 7,-4 8,-5 8,-12 2,-11 5,-7 0,-10 0,-7-4,0-3,24-26,-27 19,27-19,-19 16,5-4,18-3,13 0,9-3,7-1,7 5,1 4,0 3,-6 2,-35-19,28 21,-12 2,-14 3,-17-2,-14-1,-17-3,-21-1,-18-1,-21-3</inkml:trace>
  <inkml:trace contextRef="#ctx0" brushRef="#br0" timeOffset="44379.8684">10027 13279,'0'0,"0"0,2 6,3 13,-2 7,5 6,-1 9,-1 1,1 0,0 1,-7-43,1 40</inkml:trace>
  <inkml:trace contextRef="#ctx0" brushRef="#br0" timeOffset="44570.3032">9971 13160,'0'0,"0"0,1-1,7-5,4-2,10-2</inkml:trace>
  <inkml:trace contextRef="#ctx0" brushRef="#br0" timeOffset="44934.114">10331 13326,'0'0,"4"11,4 7,2 7,3 2,-13-27,12 28,-12-28,9 24,-9-24,9 18,-6-10,-3-8,-4-6,-6-13,-2-14,-4-7,1-6,0-1,2-5,8-4,5 0,3 8,6 1,-9 47,13-37,3 7,8 12,6 3,1 9,-1 11,-1 7,1 9,-5 7,-12-2,-5 0</inkml:trace>
  <inkml:trace contextRef="#ctx0" brushRef="#br0" timeOffset="45123.2708">10191 13396,'0'0,"6"-3,13-1,9-3,18-4,11-6,9-2,6-1</inkml:trace>
  <inkml:trace contextRef="#ctx0" brushRef="#br0" timeOffset="45798.3713">11284 13028,'0'0,"-7"-2,-5-3,-10 2,-5 7,-6 4,3 10,-2 8,2 4,8 3,7 2,7-4,7-2,1-29,6 23,8-5,7-11,1-7,0-9,1-4,-23 13,23-16,-2-4,-2-2,1-3,-6 1,-14 24,13-24,-13 24,12-19,-5 9,1 14,-5 8,-2 15,0 8,-2 7,-2 2,1 6,1 4,-3-1,2 0,2-6,0-7,0-40,4 31,7-16,8-18</inkml:trace>
  <inkml:trace contextRef="#ctx0" brushRef="#br0" timeOffset="45955.224">11741 13246,'0'0,"13"-5,10-1,14 0,10 4,-47 2,53 2,-53-2</inkml:trace>
  <inkml:trace contextRef="#ctx0" brushRef="#br0" timeOffset="46111.9724">11735 13415,'0'0,"7"1,13-6,11-3,20 0,4-5,13-5</inkml:trace>
  <inkml:trace contextRef="#ctx0" brushRef="#br0" timeOffset="46285.0009">12467 13219,'0'0,"12"0,14 0,9 1,-35-1,34 3</inkml:trace>
  <inkml:trace contextRef="#ctx0" brushRef="#br0" timeOffset="46457.8736">12431 13393,'0'0,"17"-3,15-4,14-3,7-4,14-6</inkml:trace>
  <inkml:trace contextRef="#ctx0" brushRef="#br0" timeOffset="46980.6472">12907 13230,'0'0,"0"0,5 12,1 5,-6-17,9 21,-9-21,5 21,-5-21,-1 18,-5-14,6-4,-9-9,2-5,4-6,3-2,10-1,-10 23,18-23,7 7,-25 16,29-10,-2 14,0 11,-6 5,-7 3,-14-23,7 25,-8-1,1-24,-7 21,7-21,-9 12,9-12,-8 4,0-11,6-8,2 15,4-18,6-5,6-4,-16 27,21-23,-1 7,-20 16,27-9,-2 10,-25-1,20 12,1 7,-21-19,19 23,-19-23</inkml:trace>
  <inkml:trace contextRef="#ctx0" brushRef="#br0" timeOffset="47154.5804">13612 13255,'0'0,"6"0,11-4,6-2,13-2,2-4,-3-8,-4-2</inkml:trace>
  <inkml:trace contextRef="#ctx0" brushRef="#br0" timeOffset="48615.5418">13948 12871,'0'0,"4"7,0 10,7 16,0 11,-3 13,-5 9,-3 5,0 2,-6-4,3-8,-2-3,-6-7,11-51,-9 40,9-40,-1 29,1-29,1 19,5-13,9-8,2-9,5-1,-1-3,-21 15,20-18,-4-7,-8-8,-8-1,-8 3,-9-1,-5 5,-1-1,-3 4,26 24,-28-23,28 23,-22-20,5 4,12 0,12 5,14 0,12-2,13 1,4 1,13-1,2 3,-3-1,-62 10,56-14,-56 14,43-13,-43 13,29-11,-13-1,-16 4,-11 8,-11 6,-8 6,-8 8,5 2,2 3,7-2,24-23,-20 23,20-23,-11 20,11-20,-2 17,11-8,8-8,5-7,-22 6,22-12,-5-8,-17 20,19-23,-19 23,13-21,-13 21,9-17,0 12,-3 12,0 12,-6-19,4 22,-4-22,12 21,3 0,2-11,1-10,-18 0,19-11,0-9,-2-9,-3-5,-6 1,-2-4,-6-2,0 0,-3 2,-1-1,4 38,-5-43,5 43,-7-33,7 33,-7-27,1 16,0 25,1 12,0 13,4 3,1 2,-3 0,9-1,0-6,4-1,8-11,0-6,4-9,-1-5,1-6,4-6,0-2,2-5,1 1,-1-6,-1-2,-27 21,27-18,-27 18,23-16,-3 7,-4 13,-9 11,-4 5,-3-20,-1 24,-1 0,2-24,-3 23,3-23,-4 18,4-18,-7 12,7-12,-6 10,2-9,4-1,3-8,11-4,13-9,9-2,5-1,-1 0,-3 0,-37 24,30-22,-30 22,24-16,-11 4,-13 12,2-6,-12 13,-14 11,-2 2,26-20,-26 25,5 0,11 4,18 0,14-6,9-4,18-2,5-9,6-9,-2-7,-5-10</inkml:trace>
  <inkml:trace contextRef="#ctx0" brushRef="#br0" timeOffset="49306.8322">15058 8968,'0'0,"6"-19,4-12,0-8,-10 39,10-35,-10 35,13-31,-5 18,-11 27,-4 18,-1 17,-2 21,0 8,-6 12,7 9,0 7,2 6,1 10,1 9,5 6,0 4,1 4,1 13,8 4,-3 7,2 10,3 3,-1 6,-1 6,1 7,1 7,4 8,-4 4,-3 3,10 4,1 6,-4 2,-1 2,-7 10,3 3,-3 7,-1 10,-7 5,-6-3,-2 5,5 2,0-1,-3-5,6-13,0-18,-5-20</inkml:trace>
  <inkml:trace contextRef="#ctx0" brushRef="#br0" timeOffset="52516.9835">17801 377,'0'0,"0"0,1 8,-1 16,-1 1,-4 7,-1 5,-1 5,-3-1,0 8,-1 8,-1 6,-6 9,2 11,-1 2,0 5,2 11,6 1,0 1,4 5,-4 3,-1 4,2 2,1 10,-3 2,3 6,2 2,-1 5,-4 3,3 5,4 3,3 5,0 4,2-1,0 5,-2-1,0 2,-2 1,-5 2,-4 2,-1 4,-3-1,-4 0,4 3,-1-6,-5-6,6-3,2-6,8-4,-2-2,7-1,0-4,-1 1,2-3,0-3,5-4,-1 1,5 5,2 2,7 7,2 3,-3 16,-3 10</inkml:trace>
  <inkml:trace contextRef="#ctx0" brushRef="#br0" timeOffset="54243.9941">18931 509,'0'0,"2"6,-1 5,-1 3,5 8,1 8,4 4,0 6,1 7,0 0,0 1,-11-48</inkml:trace>
  <inkml:trace contextRef="#ctx0" brushRef="#br0" timeOffset="54573.1263">18880 373,'0'0,"0"0,0 0,0 0,0 0,1 6,-1-6,2 10,-2-10,7 10,-7-10,12 6,0-3,-12-3,12-6,-12 6,6-8,-6 8,2-7,-2 2,-10 10,-6 6</inkml:trace>
  <inkml:trace contextRef="#ctx0" brushRef="#br0" timeOffset="54714.755">19543 580,'0'0,"11"10,14-3</inkml:trace>
  <inkml:trace contextRef="#ctx0" brushRef="#br0" timeOffset="54856.0209">19568 787,'0'0,"20"0,15-6</inkml:trace>
  <inkml:trace contextRef="#ctx0" brushRef="#br0" timeOffset="55108.2106">19968 601,'0'0,"9"-1,8-4,13-1,9 2,6 0,-45 4,42-1,-8 2,-34-1,18 6,-10 9,-12 9,-4 10,-3 5,1 6,2 0,6-1,1 2,7-2,-2 4</inkml:trace>
  <inkml:trace contextRef="#ctx0" brushRef="#br0" timeOffset="55673.1851">18451 1488,'0'0,"0"0,-2 10,2-10,-2 17,7 2,8-3,6-6,5-6,2-6,-26 2,30-11,-30 11,26-13,-26 13,15-10,-8 9,-7 1,4 8,-4 3,6 3,3 1,6-5,4-10,2-8,5-2,-1-5,-5-2,-20 17,17-23,-8-2,-10-9,-7 2,-12-6</inkml:trace>
  <inkml:trace contextRef="#ctx0" brushRef="#br0" timeOffset="56002.89">18828 1197,'0'0,"0"0,2 10,-2-10,7 29,5 9,3 3,4 7,-2-3,2 3,-4-3,-15-45,14 40,-14-40,11 30,-5-21,-2-17,-4-13,-2-5,1-10,4 5,2 3,-5 28,15-25,2 11,5 14,4 8,2 7,1 10,-1 1,3 6,-1-1,-3 1</inkml:trace>
  <inkml:trace contextRef="#ctx0" brushRef="#br0" timeOffset="56144.3534">19383 1547,'0'0,"6"13,-2 7,6 10,-10-30</inkml:trace>
  <inkml:trace contextRef="#ctx0" brushRef="#br0" timeOffset="56693.1208">19367 1269,'0'0,"0"0,1-2,9 0,5-10,7 0,-22 12,22-17,-22 17,23-7,-9 3,0 11,-3 9,-2 15,-1 10,4 4,2 6,-2 2,5 2,1 0,5-5,0-8,-10-21,1-23,3-12,-2-10,-1-1,2-1,-16 26,16-26,1 4,0 0,3 0,2 1,5 0,0-1,2 6,-29 16,29-15,-29 15,24-10,-24 10,14-5,-6 5,-11 10,-8 8,-7 8,-5 2,-3 2,10-1,16-29,-14 31,11-1,13 4,15-10,13-5</inkml:trace>
  <inkml:trace contextRef="#ctx0" brushRef="#br0" timeOffset="56866.635">20287 1531,'0'0,"6"-3,9 2,12-3,13 4,1 2,2 1,-43-3</inkml:trace>
  <inkml:trace contextRef="#ctx0" brushRef="#br0" timeOffset="57023.869">20313 1710,'0'0,"7"-1,14-6,15-3,13 2,11-5,1-4,1 0</inkml:trace>
  <inkml:trace contextRef="#ctx0" brushRef="#br0" timeOffset="57290.385">21016 1217,'0'0,"0"0,-9-1,-4 5,-12 7,0 9,1 3,7 7,4 5,10 6,2 7,4 5,2 5,3 3,1-1,-2 1,-4 0,-2-2,-7-6,-7-16</inkml:trace>
  <inkml:trace contextRef="#ctx0" brushRef="#br0" timeOffset="58415.7629">20763 1802,'0'0,"1"-6,7-8,12-3,14-3,12-2,7-3,13-2,-2-4,-5 0,-10-2,-49 33,37-27,-37 27,24-23,-10 10,-16 14,-9 12,-7 13,-11 7,-3 6,-1 0,9-4,24-35,-18 32,10-1,13-6,15-10,6-10,8-11,-1-7,-33 13,32-17,-9-5,-23 22,19-21,-19 21,12-15,-12 15,9-11,1 8,-10 3,18 6,7-2,-25-4,31-1,-5-9,-1-10,-11-9,-5 0,-10-4,1 4,-3-6,-4-4,0-3,7 42,-8-38,8 38,-11-30,11 30,-6-20,-1 15,7 15,1 12,7 10,1 7,3 1,4 8,-4-4,-12-44,17 41,2-6,3-6,-1-19,3-4,-2-16,0-8,0-5,3-5,-3-3,-1-2,-21 33,23-27,-23 27,16-21,-2 13,-4 14,-3 8,-7-14,4 25,-1 2,1 10,-4-37,3 32,1-4,-4-28,4 27,-4-27,-1 18,-5-5,-12-7,-3-3,-1-3,22 0,-19-7,9-1,17-5,15 0,9-3,9-3,1-1,1 0,-4-6,-3 1,-9 1,-26 24,22-24,-22 24,17-19,-17 19,12-14,-9 8,-11 12,-7 6,-6 7,21-19,-25 24,3 0,4 2,15-2,10-2,19-1,12-4,15-6,12-4,8-1,-2-6</inkml:trace>
  <inkml:trace contextRef="#ctx0" brushRef="#br0" timeOffset="59090.3504">18820 2374,'0'0,"0"0,-2 7,1 13,-3 7,1 2,4 5,3 2,2-1,-2 2,0 2</inkml:trace>
  <inkml:trace contextRef="#ctx0" brushRef="#br0" timeOffset="59561.8999">18651 2222,'0'0,"6"-10,11-6,14-9,7 2,6 5,-4 13,-8 14,-32-9,30 17,-9 3,-3 7,-2 2,-1 4,-2 3,-4 5,8-1,-4 0,0-2,-13-38,16 33,-16-33,13 26,-6-15,-12-14,-4-9,-5-2,3-11,-1-7,1-4,-3-7,5-4,6-6,0 2,7 2,-4 49,5-42,4 7,6 6,6 12,1 6,5 9,5 8,-3 10,1 14,-12 4</inkml:trace>
  <inkml:trace contextRef="#ctx0" brushRef="#br0" timeOffset="59703.0615">19083 2357,'0'0,"20"-8,31-1</inkml:trace>
  <inkml:trace contextRef="#ctx0" brushRef="#br0" timeOffset="60586.4804">20183 2115,'0'0,"0"0,0 0,1 0,0-1,-2 13,2 3,-2 6,-4 8,-5 5,3 3,-8 5,6-1,-4 3,1-5,9-3,3-36,-2 32,3-3,-1-29,4 27,-4-27,9 21,7-3,2-11</inkml:trace>
  <inkml:trace contextRef="#ctx0" brushRef="#br0" timeOffset="61294.5468">19927 2430,'0'0,"0"-8,10-2,9-8,10-9,18 3,6 4,0 3,-5 9,-5 10,-10 5,-2 11,-7 0,-6 3,-1 0,-17-21,11 25,-7-2,-4-23,0 24,0-24,-2 16,-1-6,3-10,-2-6,-1-8,3 14,3-22,3 0,-6 22,14-20,6 9,4 7,2 7,4 4,-3 3,0-4,0 0,3-8,-3-2,7 0,1-6,-1-1,-4 0,-30 11,23-14,-6-1,-17 15,9-19,-9 19,5-16,-5 16,-5-11,5 11,-9-8,9 8,-8-4,0 6,10-2,16 0,16-4,11 0,4-6,-49 10,49-14,-49 14,39-8,-13-5,-26 13,9-14,-14 5,-7 10,-7 9,-2 6,5 7,7 2,11-1,16 2,16 0,15-3</inkml:trace>
  <inkml:trace contextRef="#ctx0" brushRef="#br0" timeOffset="61985.807">19496 2820,'0'0,"-7"2,-7 7,14-9,-21 18,-10 13,-7 3,4 11,0-5,12-6,22-34,-14 29,11-7,9-6,8-10,5-13,5-4,4-7,1-3,2 0,-3 2,-28 19,24-19,-24 19,16-16,-16 16,11-12,-6 11,-2 17,-4 9,-2 10,0 10,2 1,1-3,-3 2,0-2,3 0,3-2,0 0,3-4,2-5,5-7,9-10,10-9</inkml:trace>
  <inkml:trace contextRef="#ctx0" brushRef="#br0" timeOffset="62143.7552">20142 3198,'0'0,"8"-4,14-1,10 7,14 3,-46-5,51 11</inkml:trace>
  <inkml:trace contextRef="#ctx0" brushRef="#br0" timeOffset="62269.3029">20160 3366,'0'0,"0"0,3-3,-3 3,23-12,17 2,13 1,15-4</inkml:trace>
  <inkml:trace contextRef="#ctx0" brushRef="#br0" timeOffset="63448.645">20954 2971,'0'0,"0"0,0 0,0 0,-2 6,2 8,-3 6,2 7,0 4,-1 0,-5 3,-3 1,6-5,-2-1,3-2,3-27,0 23,5-1,9-3,7-8,9-2,6-8,3-5,-39 4,43-4,-2-2,-5-8,-36 14,26-18,-11 1,-9-4,-6 21,-3-24,3 24,-5-16,5 16,-9-13,-1 6,-1 11,4 12,0 13,0 10,1 13,2 5,4 11,3 5,4 2,0-2</inkml:trace>
  <inkml:trace contextRef="#ctx0" brushRef="#br0" timeOffset="66409.3201">18613 4087,'0'0,"-1"7,-2 5,7 7,3 9,-2 3,2 3,0 4,0 6</inkml:trace>
  <inkml:trace contextRef="#ctx0" brushRef="#br0" timeOffset="66598.0306">18457 4000,'0'0,"8"-5,3-9</inkml:trace>
  <inkml:trace contextRef="#ctx0" brushRef="#br0" timeOffset="66930.7157">18785 4063,'0'0,"2"8,2 10,5 11,7 5,2 10,3-5,-1 0,0-7,-20-32,14 29,-4-9,-12-11,-6-16,-5-7,-4-12,0-5,1-2,-3-6,7-6,2-8,1-6,10-3,13 2,-1 9,3 10,4 5,7 11,4 13,-1 10,1 14,0 11,-7 9</inkml:trace>
  <inkml:trace contextRef="#ctx0" brushRef="#br0" timeOffset="67104.1067">18849 4269,'0'0,"4"-7,12-9,17-4,19-4,16-6,12 2,15 0</inkml:trace>
  <inkml:trace contextRef="#ctx0" brushRef="#br0" timeOffset="67512.1157">19701 3978,'0'0,"0"0,-1 2,-9 10,-6 6,-1 10,1 3,16-31,-18 38,12-3,6-35,3 30,7-11,10-8,-3-14,-17 3,19-8,-3-8,-3-2,-3-7,2 1,-6-2,-1 2,-5 24,3-23,-3 23,2-17,-2 12,6 10,-1 15,-2 12,-5 11,3 8,-2 1,-2 5,1 0,0 3,-1-6,3-6,0-48,5 42,3-13,13-13,6-18</inkml:trace>
  <inkml:trace contextRef="#ctx0" brushRef="#br0" timeOffset="67688.2581">20187 4181,'0'0,"9"-4,12-1,15-3,12 5,2 4,-50-1,47 9,-12 1</inkml:trace>
  <inkml:trace contextRef="#ctx0" brushRef="#br0" timeOffset="67829.3477">20233 4360,'0'0,"0"0,0 0,0 0,1 0,10-5,25-5,13 1,11-1,9-3</inkml:trace>
  <inkml:trace contextRef="#ctx0" brushRef="#br0" timeOffset="68017.8276">20821 4250,'0'0,"11"-1,16-2,13 3,10 0,4 0,-54 0,46 0,-13 2</inkml:trace>
  <inkml:trace contextRef="#ctx0" brushRef="#br0" timeOffset="68175.2708">20940 4453,'0'0,"7"-3,20-3,9-2,19 0,8 1,0-7</inkml:trace>
  <inkml:trace contextRef="#ctx0" brushRef="#br0" timeOffset="68693.5316">21375 4288,'0'0,"0"0,3 4,2 10,4 5,-9-19,10 20,-10-20,9 22,-9-22,6 20,-2-8,-4-12,-1 0,-3-8,4 8,-5-13,6-9,4-2,-5 24,15-18,-15 18,15-14,4 6,-19 8,17 4,-3 5,-3 7,-11-16,7 19,-7-19,2 15,-2-15,-3 16,-1-10,4-6,-1-6,2-8,-1 14,9-21,3-5,8-4,-20 30,21-23,-21 23,24-18,-24 18,23-9,-2 10,-4 11,-3 8,-5 4,-9-24,8 29</inkml:trace>
  <inkml:trace contextRef="#ctx0" brushRef="#br0" timeOffset="69101.7547">22108 4293,'0'0,"12"-1,19-1,15-3,13 1,2 0,-1 3,-60 1,48-3,-48 3,34-1,-14-4,-13-3,-7 8,-6-10,-6-1,12 11,-21-12,21 12,-19-9,19 9,-16-6,13 2,13 2,-10 2,15-3,10 8,-25-5,25 7,-2 10,-10 11,-8 4,-8 6,-12 1,-12 0,-5-2,32-37,-35 33</inkml:trace>
  <inkml:trace contextRef="#ctx0" brushRef="#br0" timeOffset="69446.6932">23050 3943,'0'0,"0"0,0 0,1-1,-5-1,-16 2,-8 5,-6 2,3 4,5 10,6 4,7 8,-2 10,5 4,7 8,3-1,4 1,-1 1,9-5,1-2,-7-4,-6-3,0-42,-2 37</inkml:trace>
  <inkml:trace contextRef="#ctx0" brushRef="#br0" timeOffset="70486.2659">22703 4545,'0'0,"0"0,0-6,5-6,10-6,9-4,14 1,12-5,6 0,2 1,3-4,-1 4,-7 1,-53 24,41-20,-41 20,29-12,-29 12,16-8,-11 11,-19 14,-5 11,-4 6,-4 2,3-5,24-31,-16 27,6-3,10-24,3 22,11-9,12-10,0-6,-26 3,26-14,-3-6,-6-7,-17 27,11-25,-11 25,7-20,-7 20,5-14,-2 12,3 9,-6-7,9 13,5-1,9-8,-1-6,0-11,-3-7,-1-6,-5 1,-4-5,-3 0,-6 2,-2-4,0 2,2 30,-2-30,2 30,-1-19,-1 9,2 22,-1 12,-1 7,2 8,2 2,2 1,1-1,-5-41,14 39,2-8,5-8,-21-23,22 12,6-9,2-10,2-6,4-3,2-4,4 3,7 8,-1 7,1 7,-3 9,-11 8,-10 5,-6 3,-11-2,-8 1,-8-2,-10-2,-1-5,19-20,-24 13,4-5,7-10,10-9,13-1,7-4,12-4,6-4,1 0,-36 24,35-27,-35 27,28-22,-28 22,17-17,-17 10,-12 11,-7 10,-3 4,22-18,-19 19,9 4,16 2,13-2,24-6,17 0,19-5,5-5,7-6</inkml:trace>
  <inkml:trace contextRef="#ctx0" brushRef="#br0" timeOffset="71271.7697">17858 5432,'0'0,"7"3,19-1,14-3,23-4,24-1,14-9,12-2,15-1,8-5,8 0,10 7,5 0,2 0,7 7,3-4,7 0,15 5,11 2,14-2,10 1,5 5,11-5,10 9,2 1,4 4,2 2,-4 3,0 0,-4 2,-2 4,0 1,-1-3,-2 1,7 7,-2-1,-4 2,-7 9,-11 2,-20-2,-17 5,-21-5,-25-5,-28-2,-25-4,-96-23,73 20,-24-2,-18 4,-25-6</inkml:trace>
  <inkml:trace contextRef="#ctx0" brushRef="#br0" timeOffset="71765.9647">19277 5960,'0'0,"0"0,0 4,0-4,-2 15,3 6,0 14,2 4,4 11,3 3,-1 2,4-1,0-4,-2-1,-11-49,12 45,0-12,2-21</inkml:trace>
  <inkml:trace contextRef="#ctx0" brushRef="#br0" timeOffset="72088.4684">19247 5870,'0'0,"0"0,-3 6,3-6,-2 12,1 2,7 1,-6-15,11 15,-11-15,13 7,2-8,0-17,-7-4,-7-3,-7-2,0 2,-9 3,15 22,-16-20,-5 6,-2 4,0 10,0 8,4 8,3 9,16-25</inkml:trace>
  <inkml:trace contextRef="#ctx0" brushRef="#br0" timeOffset="72277.9537">19737 5975,'0'0,"9"0,16-4,7 4,17 6,1 6,-50-12,46 18</inkml:trace>
  <inkml:trace contextRef="#ctx0" brushRef="#br0" timeOffset="72433.7371">19753 6283,'0'0,"7"-6,13-6,20-4,12-2,27-4,12 1,-1-4,-3-4</inkml:trace>
  <inkml:trace contextRef="#ctx0" brushRef="#br0" timeOffset="72857.7547">20409 5983,'0'0,"0"0,-2 5,2-5,-5 7,1 9,10 3,3 6,10 5,12 1,-3 5,4-3,3 5,-11-3,-6-1,-8-1,-8 1,-8-5,-9-3,-7-4,-7-6,-1-8,2-4,2-9,7-5,6-6,7-8,9-7,8-7,14-6,5-7,7-5,2 6,-4 1,-2 4,-6 9,-27 36,18-32,-8 5,-12 6,-11 8,-6 5,-12 10,-5 9,-5 9,-2 6,-2 6,7-2</inkml:trace>
  <inkml:trace contextRef="#ctx0" brushRef="#br0" timeOffset="73548.3327">18565 7444,'0'0,"-5"12,2 11,-4 10,5 6,5 1,8-7,1-3,5-9,6-7,0-11,-23-3,23-7,-6-8,-17 15,15-22,-15 22,3-21,-3 21,0-20,-3 9,3 11,-3 0,5 11,14 3,6 0,2-6,4-6,3-8,-7-5,0-3,-1-2,-23 16,14-17,-6-5,-5 1,-9-4,6 25,-10-24,-2 0,-13-1,1-2</inkml:trace>
  <inkml:trace contextRef="#ctx0" brushRef="#br0" timeOffset="73929.9417">18931 7167,'0'0,"2"5,3 7,6 18,2 5,0 12,0 2,-4 1,-7-2,2-3,0-9,-4-36,-1 29,1-29,-1 19,-2-12,-4-14,2-7,5-8,1-4,3-2,4-3,8 1,3 5,4 6,2 8,-3 10,0 8,-2 7,-1 9,1 4,-8 5,5 4,-6 1,-1 3,-10-40,10 41</inkml:trace>
  <inkml:trace contextRef="#ctx0" brushRef="#br0" timeOffset="74302.7619">19563 7418,'0'0,"10"-7,7 2,5-10,1 0,-23 15,25-14,-25 14,18-10,-13 0,-14 7,-10 7,-8 5,-4 7,4 11,3 0,5 2,5-2,6-3,9-2,8-6,6-2,9-5,6-2,5-10,5-1,7-2,6-3,-6 2,-1 2,-3 1,-43 4,36-1,-11 4,-19 1</inkml:trace>
  <inkml:trace contextRef="#ctx0" brushRef="#br0" timeOffset="74946.5578">15280 8837,'0'0,"8"1,15-7,-23 6,38-7,22-8,18-3,14-8,11-3,10-1,11-3,6-1,2 0,5 2,-8 3,-5-3,-3 1,-9 3,-7 4,-9-3,-8 7,-11 4,-9 2,-7 3,-61 11,45-9,-9 6,-36 3,28 2,-28-2</inkml:trace>
  <inkml:trace contextRef="#ctx0" brushRef="#br0" timeOffset="75688.4071">20622 7432,'0'0,"7"-1,16-4,-23 5,40-9,20 1,13 0,8 1,5 1,-7 3,-6-3,-73 6,58-5,-17-4,-23 0,-17-9,-15 1,-14-3,-6 3,-5 3,-8 2,3 4,44 8,-42-5,42 5,-33-7,12 3,15 1,21 3,6 3,15 1,6 7,6 10,0-1,-2 3,-8 3,-5 5,-11-1,-14 5,-11 0,-10 3,-11-3,-4 3,-8 1,-1-6,3-7</inkml:trace>
  <inkml:trace contextRef="#ctx0" brushRef="#br0" timeOffset="76033.8871">22114 6902,'0'0,"-8"-4,-4-3,-8 6,-7 9,-4 2,0 5,0 7,11 6,2 5,5 2,4 9,10 3,1 5,7 4,5 0,-3-3,-1-3,-1-3,1 3,-5-3,-5 0,-4-5,4-42</inkml:trace>
  <inkml:trace contextRef="#ctx0" brushRef="#br0" timeOffset="76400.0224">21724 7535,'0'0,"0"0,9-6,12-8,18-7,14-1,10 1,10 2,-4 5,-4 2,-6-1,-59 13,47-13,-47 13,31-12,-31 12,19-9,-11 14,-4 16,-8 7,-5 5,0 3,-3-1,0-7,12-28,-10 29,4-1,6-28,1 23,7-8,-8-15,12 10,-12-10,15 1,1-11,-16 10</inkml:trace>
  <inkml:trace contextRef="#ctx0" brushRef="#br0" timeOffset="77153.6983">22389 7331,'0'0,"0"0,-7 5,-15 8,-8 8,-3 6,-5 9,2-1,7 0,4-5,7-4,18-26,-5 24,10-8,15-9,7-7,9-7,0-2,-1-4,-3-1,-32 14,23-18,-3 0,-20 18,18-24,-18 24,9-21,-9 21,2-14,-4 11,-3 12,5-9,-8 20,5 4,3-24,3 27,4-7,9-6,5-10,3-5,4-14,3-4,-3-8,-4 0,-5-9,-4 2,-4-5,0-5,-3 2,-5-6,3-1,-3 0,-2 3,2 7,-3 39,-4-33,4 33,-4-26,0 12,4 14,-5-3,1 15,2 20,3 7,0 4,1 3,-4-1,5 2,-2-2,3-3,-1 0,7-5,0-3,6-6,8-1,9-16</inkml:trace>
  <inkml:trace contextRef="#ctx0" brushRef="#br0" timeOffset="77484.0143">23152 7226,'0'0,"0"0,-5 1,-12 4,-2 3,-7 4,0 1,4 5,11-2,11-16,-7 18,17 3,8 5,8-1,4 0,-30-25,28 28,-4-2,-1 0,-23-26,8 26,-11-1,-16-2,-6-3,-12-7,1-6,1-2,35-5,-29-5,18-7,19-10</inkml:trace>
  <inkml:trace contextRef="#ctx0" brushRef="#br0" timeOffset="77833.5324">23400 7399,'0'0,"11"-9,10-3,8-8,2 0,0-4,-31 24,28-21,-7 2,-21 19,18-17,-5 3,-13 10,-7 4,-11 10,-12 5,-1 9,-8 6,1 1,6 2,7-4,25-29,-19 28,11-2,20 2,6-10,11-1,14-4,3-7,5-1,3-4,-5-1,-49 0,49 1,-6-1,-43 0,33 3,-16-2,-24-1,-22-5</inkml:trace>
  <inkml:trace contextRef="#ctx0" brushRef="#br0" timeOffset="80473.9506">19351 7431,'0'0,"0"0,0 5,3 10,2 14,3 5,1 11,3 3,-12-48</inkml:trace>
  <inkml:trace contextRef="#ctx0" brushRef="#br0" timeOffset="80662.6779">19256 7189,'0'0,"0"0,2 0</inkml:trace>
  <inkml:trace contextRef="#ctx0" brushRef="#br0" timeOffset="80851.7721">19451 7220,'0'0,"4"14,1 5,5 14,1 8,7 8,-2 2,-1 2,1 1,2-3,-6-5</inkml:trace>
  <inkml:trace contextRef="#ctx0" brushRef="#br0" timeOffset="81150.4703">19794 7446,'0'0,"6"-5,5-6,9-4,4-1,-24 16,26-22,-26 22,17-19,-6 6,-15 4,4 9,-17 0,-10 11,-6 12,33-23,-29 25,6 4,11 0,10-3,11-4,19-5,12-4,11-5,15-7,6-5</inkml:trace>
  <inkml:trace contextRef="#ctx0" brushRef="#br0" timeOffset="84104.2401">18270 8582,'0'0,"0"7,4 5,-2 9,4 9,1 1,2 6,3 1,-2 0,-3 4,-7-42</inkml:trace>
  <inkml:trace contextRef="#ctx0" brushRef="#br0" timeOffset="84293.0459">18152 8408,'0'0,"0"0,0 0,-1-2,1 4,9 4</inkml:trace>
  <inkml:trace contextRef="#ctx0" brushRef="#br0" timeOffset="84690.0851">18517 8603,'0'0,"2"8,2 10,-4-18,7 25,4 11,1 5,0 2,-5-4,-7-39,10 32,-10-32,9 26,-9-26,5 17,-4-16,-6-20,-6-8,-2-8,-2-6,2-2,0-3,3-6,1 0,4-2,4-1,4 5,6 6,8 8,2 8,3 10,5 7,4 7,0 11,2 1,-7 11,4 5,-7 7,-11-1,-9 2</inkml:trace>
  <inkml:trace contextRef="#ctx0" brushRef="#br0" timeOffset="84862.7051">18397 8727,'0'0,"7"-2,6-6,9-3,14-2,17-1,10 1,11-1,11 2</inkml:trace>
  <inkml:trace contextRef="#ctx0" brushRef="#br0" timeOffset="85130.1606">19530 8399,'0'0,"5"5,0 10,4 12,1 7,0 8,-1 8,-6 2,-3-1,-3-1,0-1,-2-3,3 1,-1-4,3-43,0 40</inkml:trace>
  <inkml:trace contextRef="#ctx0" brushRef="#br0" timeOffset="85953.6514">19360 8654,'0'0,"6"-7,6-6,6-5,15 0,8 1,8 7,5 7,-1 9,-7 5,1 10,-47-21,35 25,-5 0,-30-25,24 30,-8-2,-16-28,7 28,-7-28,0 26,-7-6,7-20,-12 9,-2-7,-2-12,5-8,5-3,4-4,5-8,4 2,6 1,6 3,0 12,5 9,3 6,-5 9,4 9,-1 3,-3-1,4 5,-1 0,-3-5,0 1,0-7,1-3,-23-11,26 3,-7-9,-19 6,14-15,0-4,-14 19,7-23,-7 23,1-19,-1 19,0-12,0 12,0-7,6 2,14 10,7-3,4-1,6-1,1-2,2-4,-3 0,-1-4,-1 1,-35 9,29-12,-7-3,-4-3,-18 18,7-20,-9-1,-12 6,-12 10,-8 12,-3 7,4 6,7 3,9 2,10 1,13 6,12 0,13 1,15-2,9-1,7-4,-4-7</inkml:trace>
  <inkml:trace contextRef="#ctx0" brushRef="#br0" timeOffset="86718.138">18541 9412,'0'0,"-7"-2,-5-3,-6 6,18-1,-22 14,-15 11,-6 15,-3 10,3 7,1 1,5-3,37-55,-28 51,14-7,11-7,11-8,9-8,6-15,4-5,3-8,3-14,6-3,3-1,-7-2,-3-2,-5-1,-8 1,-19 29,17-31,-17 31,11-27,-11 27,8-19,-5 8,-2 15,-2 9,-2 12,-4 9,-2 11,-1 3,1 4,-2 2,2-1,-2-1,5 1,-2-4,2-6,2-2,7-8,2-4,6-4,13-11,7-6,13-14,10-10,9-16,7-5</inkml:trace>
  <inkml:trace contextRef="#ctx0" brushRef="#br0" timeOffset="86843.661">19250 9908,'0'0,"13"-7,16-2,8-5,19-1,4 3,2 5,-2 5,-12 2</inkml:trace>
  <inkml:trace contextRef="#ctx0" brushRef="#br0" timeOffset="87000.8835">19342 10115,'0'0,"7"-5,17-5,14-5,23 1,13-5,8-1</inkml:trace>
  <inkml:trace contextRef="#ctx0" brushRef="#br0" timeOffset="87488.01">20330 9522,'0'0,"0"0,-3-3,-10 0,-17 8,-6 13,-8 7,0 8,1 9,9-1,12 3,22-44,-17 37,11-5,6-32,5 28,10-13,7-14,8-9,1-8,0-3,-2-2,-2-2,-2 1,-6-5,-19 27,22-25,-22 25,16-21,0 6,-6 14,-5 10,-6 10,-3 7,-7 13,-4 10,-2 5,-3 3,-5 1,4 0,2-8,8-3,4-9,8-7,10-4,11-5,14-12,5-9</inkml:trace>
  <inkml:trace contextRef="#ctx0" brushRef="#br0" timeOffset="87644.7847">20897 9918,'0'0,"22"-3,18-2,12 1,19 1,-4-2</inkml:trace>
  <inkml:trace contextRef="#ctx0" brushRef="#br0" timeOffset="87849.1942">20933 9826,'0'0,"1"13,1 13,2 19,1 9,1 10,3 1,4-3,0-11</inkml:trace>
  <inkml:trace contextRef="#ctx0" brushRef="#br0" timeOffset="88069.5061">21471 9608,'0'0,"-1"10,2 9,-2 12,3 16,3 12,0 3,-1 3,0 2,-2-7</inkml:trace>
  <inkml:trace contextRef="#ctx0" brushRef="#br0" timeOffset="88262.0141">22094 9743,'0'0,"18"-7,10 1,14 4,8 2,3 7,-53-7,41 10</inkml:trace>
  <inkml:trace contextRef="#ctx0" brushRef="#br0" timeOffset="88414.7747">22250 9921,'0'0,"21"-6,16-2,21-2,22-4</inkml:trace>
  <inkml:trace contextRef="#ctx0" brushRef="#br0" timeOffset="88744.3555">22955 9526,'0'0,"-5"0,-6 8,11-8,-16 11,6 12,3 9,12 0,7 5,11 0,3-1,6 4,0-2,0-1,-9-4,-5-2,-18-31,11 27,-7-3,-14-2,-10-3,-8-1,-9-5,-3-1,-6-5,2-7,-1-3</inkml:trace>
  <inkml:trace contextRef="#ctx0" brushRef="#br0" timeOffset="89031.2041">23067 9447,'0'0,"12"-2,12-3,7-2,17-4,3 4,-1 0,-3 4,-1 0,-46 3,39 0,-39 0,30 0,-30 0,25 2,-13 5,-20 10</inkml:trace>
  <inkml:trace contextRef="#ctx0" brushRef="#br0" timeOffset="89948.6231">17855 11137,'0'0,"0"0,1 5,3 11,5 6,-2 6,4 8,-3-1,-3 0,0 6,-5-41,3 39</inkml:trace>
  <inkml:trace contextRef="#ctx0" brushRef="#br0" timeOffset="90136.76">17779 10955,'0'0,"0"0,0 0,1 0,3 0,11-2</inkml:trace>
  <inkml:trace contextRef="#ctx0" brushRef="#br0" timeOffset="90498.9959">18100 11120,'0'0,"2"11,6 13,0 6,4 5,-2 3,0-2,0-7,-10-29,6 27,-6-27,4 18,-3-17,-7-17,-6-13,0-8,0-3,2-3,0 3,2-7,5-2,5-3,5-3,3-1,5 6,3 9,7 5,1 14,4 9,0 6,6 8,-3 10,-1 8,-2 0</inkml:trace>
  <inkml:trace contextRef="#ctx0" brushRef="#br0" timeOffset="90701.9462">18062 11239,'0'0,"17"-2,16-5,22-3,23-5,15 1</inkml:trace>
  <inkml:trace contextRef="#ctx0" brushRef="#br0" timeOffset="91157.1474">19084 10829,'0'0,"-9"7,-13 12,-6 7,-4 12,-6 10,11 0,8 1,6-8,13-41,-3 32,10-11,6-14,8-11,-1-10,2-7,3-2,-4-4,0-1,0-1,-3-3,-4-4,2 4,-3 2,-13 30,14-23,-14 23,13-13,-2 14,-1 16,-8 15,-1 9,-7 11,5 7,-8 4,3-6,-2 4,-1-5,4-5,5-6,0-7,4-5,12-7,1-9,11-13</inkml:trace>
  <inkml:trace contextRef="#ctx0" brushRef="#br0" timeOffset="91298.7419">19814 11142,'0'0,"17"0,13-3,18 0,2 3,-50 0</inkml:trace>
  <inkml:trace contextRef="#ctx0" brushRef="#br0" timeOffset="91474.8769">19719 11333,'0'0,"14"-4,10-2,19 0,14-4,11-1,4-2</inkml:trace>
  <inkml:trace contextRef="#ctx0" brushRef="#br0" timeOffset="91662.5893">20550 11112,'0'0,"15"0,12-1,13 4,-40-3</inkml:trace>
  <inkml:trace contextRef="#ctx0" brushRef="#br0" timeOffset="91851.1678">20546 11304,'0'0,"16"0,14-3,13 1,21-3,3-3</inkml:trace>
  <inkml:trace contextRef="#ctx0" brushRef="#br0" timeOffset="92448.2907">21170 11089,'0'0,"2"12,8 7,2 11,3 4,-6 3,-2-6,-7-31,3 31,-3-31,0 20,-2-8,-6-13,-1-8,-1-5,-1-9,7 1,4-2,6-2,9 0,3-1,8 3,1 6,-1 5,2 11,-2 8,0 4,-7 7,-4 0,-15-17,16 21,-7 2,-9-23,0 23,0-23,-3 18,-7-9,10-9,-14-6,4-3,4-10,7-5,7 1,3-1,9-3,5 2,3 5,3 6,2 8,-5 9,-2 4,-2 8,0 3,-8 5,-2 1,-3 1,-2 3,-5 3,-4-31,-1 35,-2-6</inkml:trace>
  <inkml:trace contextRef="#ctx0" brushRef="#br0" timeOffset="92892.6311">22331 11197,'0'0,"17"-1,17-3,15-3,15 1,-2-1,-6 0,-56 7,45-8,-12-2,-15-5,-6-3,-14 1,-7-1,-5 0,-11 3,25 15,-25-16,25 16,-22-12,22 12,-20-8,13 2,17 3,12 7,8 2,4 6,4 4,-6 3,-4-4,-28-15,21 24,-13 2,-13 8,-12 1,-8 5,-8-4,-3-4,-6-2,42-30,-38 25,3-11</inkml:trace>
  <inkml:trace contextRef="#ctx0" brushRef="#br0" timeOffset="93259.2319">23427 10846,'0'0,"0"0,-9 0,9 0,-22 10,-4 3,26-13,-29 18,6 6,14 6,10-3,10 3,9-2,-2 4,6-1,-3-1,-21-30,24 28,-24-28,18 28,-8 0,-16-7,-6 1,-9-7,-7-5,-3-3,3-5,-8-6,3-5</inkml:trace>
  <inkml:trace contextRef="#ctx0" brushRef="#br0" timeOffset="93438.6015">23381 10821,'0'0,"8"-2,11-3,9-1,12 1,12 2,4 5,6 4,5 5</inkml:trace>
  <inkml:trace contextRef="#ctx0" brushRef="#br0" timeOffset="93642.6386">24062 10976,'0'0,"8"-2,17-1,12-1,13-1,6 3,1 2,-57 0,47 0,-47 0</inkml:trace>
  <inkml:trace contextRef="#ctx0" brushRef="#br0" timeOffset="93821.4099">24042 11198,'0'0,"13"-2,16-5,16-1,19 3,15 1,4 1,1-4</inkml:trace>
  <inkml:trace contextRef="#ctx0" brushRef="#br0" timeOffset="94040.9583">24880 10943,'0'0,"10"-4,6-4,16 2,11-1,6 4,-4 5,0 3,-13 2,-32-7,28 10,-14 2</inkml:trace>
  <inkml:trace contextRef="#ctx0" brushRef="#br0" timeOffset="94516.1577">24891 11111,'0'0,"11"0,16-4,18-2,13 1,11-5,5-6,-3-5,-6-3,-8-4,-1-5,-7 2,-4 1,-7 6,-8 5,-30 19,21-18,-21 18,18-13,-18 13,9-10,-5 5,-4 5,-6-3,-5 10,-8 4,19-11,-15 14,0 7,9 4,7 4,7-1,3 1,0-3,2-1,-13-25,15 28,-7-4,-4-3,-4-21,-3 21,-7-4,-15-1,-3-9,-1 3,-5-7,-3-3,4-4,0-10</inkml:trace>
  <inkml:trace contextRef="#ctx0" brushRef="#br0" timeOffset="94704.7761">25667 10769,'0'0,"13"0,11-2,14 1,17 2,4 3,2 6,-3 2,-7-1</inkml:trace>
  <inkml:trace contextRef="#ctx0" brushRef="#br0" timeOffset="95180.8259">26171 10972,'0'0,"2"-6,9-2,12-2,15 0,14 1,6 1,11 4,5-3,-1 0,-1-2,-8 0,-64 9,55-11,-13-3,-15-4,-15-1,-20-4,-14 4,-14-1,-7 0,-3 3,46 17,-39-16,39 16,-32-11,13 5,13 7,14 3,11 6,13 4,9 4,0 6,3 1,-3 4,-8-5,-8 0,-12 1,-8 0,-10 4,-9 6,-11 2,-3 3,-10 1,0-5,3 1,35-37,-28 36,14-8</inkml:trace>
  <inkml:trace contextRef="#ctx0" brushRef="#br0" timeOffset="95481.1414">27392 10543,'0'0,"0"0,3 6,-5 15,4 10,-4 11,7 6,-5 5,5-1,-7 1,4 2,-4-1,2-1,-2-3,2-50,0 47,0-47</inkml:trace>
  <inkml:trace contextRef="#ctx0" brushRef="#br0" timeOffset="96182.5083">27189 10867,'0'0,"7"-10,4-6,12-2,11-5,10 8,4 8,5 7,0 11,-3 10,4 8,-13 3,-1-2,-9 0,-31-30,21 26,-21-26,15 21,-15-21,5 18,-5-18,-1 10,-3-9,-7-15,3-6,2-5,3-3,3 28,0-28,6 3,10 7,0 9,8 9,4 10,1 4,1 2,2 3,0-3,-3-3,3-4,0 0,0-6,-3-6,-29 3,25-4,0-5,-25 9,21-15,-21 15,18-14,-18 14,14-13,1 0,-15 13,17-13,5 4,9 0,-1-1,2 2,-1-4,-31 12,29-13,-6-4,-23 17,18-17,-8 0,-15 5,-6 3,-11 8,-8 7,-5 6,3 4,3 5,8 4,11 5,16 9,20 9,19 7,23 5</inkml:trace>
  <inkml:trace contextRef="#ctx0" brushRef="#br0" timeOffset="97507.0977">16423 12417,'0'0,"0"0,0 0,-1 0,2 3,2 9,-3 9,0-21</inkml:trace>
  <inkml:trace contextRef="#ctx0" brushRef="#br0" timeOffset="97679.5296">16217 12850,'0'0,"0"0,1 0,8 0,14-9</inkml:trace>
  <inkml:trace contextRef="#ctx0" brushRef="#br0" timeOffset="97821.3575">16731 12697,'0'0,"0"0,0 0,1 6,-4 3,3-9</inkml:trace>
  <inkml:trace contextRef="#ctx0" brushRef="#br0" timeOffset="100132.701">17277 12835,'0'0,"0"0,3 5,3 9,7 6,-2 7,4 7,-3 9,0 2,-3 1,-2 3,1-5,-3 2,-5-46,-3 39,3-39,-1 31,1-31,-2 18,-3-11,-2-17,-6-11,-1-5,-4-8,1-3,3-3,6-7,4 0,8-7,4 2,10 0,5 3,2 9,1 11,0 6,0 9,-26 14,30-6,0 7,-1 6,-5 7,-4 8,-12 4,-5-1,-7 4,-7 1,-16-2,-4-2,5 1,26-27,-32 18</inkml:trace>
  <inkml:trace contextRef="#ctx0" brushRef="#br0" timeOffset="100746.2537">17815 12729,'0'0,"-10"11,-2 8,-2 7,-6 5,2 4,4-1,14-34,-12 30,10-6,12-13,-10-11,18-2,3-11,3-12,-8-5,-16 30,13-30,-1 1,-12 29,8-24,-8 24,8-15,3 16,-1 10,-10-11,7 22,6 2,-13-24,21 24,-21-24,19 16,4-12,2-13,-4-15,-3-1,-3-8,-3-2,-2 0,-6 1,-4-5,0-2,-1-2,-3-1,2 5,2 39,-3-32,3 32,-4-23,2 14,5 17,1 13,1 14,-1 12,1 3,-1 5,-1 0,1-1,0-1,3-6,-7-47,7 39</inkml:trace>
  <inkml:trace contextRef="#ctx0" brushRef="#br0" timeOffset="100966.1532">18195 12456,'0'0,"1"6,2 9,4 16,-6 9,5 8,4 0,2 9,-4-5,3 2,0-4,-11-50,6 46,-10-14,-8-14</inkml:trace>
  <inkml:trace contextRef="#ctx0" brushRef="#br0" timeOffset="101359.1205">17912 12683,'0'0,"0"0,2 1,8-1,12-2,14-1,9 1,12-2,8 0,2-6,7 1,-10-4,-4 0,-60 13,53-12,-13 0,-40 12,29-14,-6-1,-23 15,4-17,-7 0,-13 7,-7 3,-7 10,7 6,-5 6,3 4,7 9,11 3,2-1,8 1,5-2,7-1,5-1,9-3,-1-2,7-4,-4-11</inkml:trace>
  <inkml:trace contextRef="#ctx0" brushRef="#br0" timeOffset="101657.3417">18781 12628,'0'0,"0"0,3 5,1 12,2 12,4 3,-4 3,-6-35,2 33,-2-33,-5 25,5-25,-11 14,-1-11,4-15,2-6,5-6,8-4,4-3,7-5,4-2,6 4,-2 5</inkml:trace>
  <inkml:trace contextRef="#ctx0" brushRef="#br0" timeOffset="101990.2187">19092 12762,'0'0,"1"9,-1-9,0 14,0-14,-2 18,2-18,-2 16,2-16,-3 10,3-14,3-13,2-7,2-1,3-2,6-2,2 5,1 6,3 7,-1 11,-2 2,-3 8,1 7,-1 7,-4 1,2 4,-4 4,2-2,-12-31,14 27,2-4</inkml:trace>
  <inkml:trace contextRef="#ctx0" brushRef="#br0" timeOffset="102411.1683">20082 12553,'0'0,"0"0,-5 6,-7 17,-13 6,-1 11,3-1,2 0,8-6,10-5,8-8,7-7,12-4,-1-9,4-3,4-3,-4-6,-1 1,-2-2,-4-3,-7-2,-6-5,-8 1,-7-1,-8 0,-10 4,-3 8,-1 1,30 10,-31-10,31 10,-28-1,6 5,21-2,11 0</inkml:trace>
  <inkml:trace contextRef="#ctx0" brushRef="#br0" timeOffset="102644.4249">20487 12553,'0'0,"-6"5,-7 10,-7 8,-6 3,1 5,6-1,19-30,-15 31,6-1,12 2,14-11,10-7,15-11,7-9,7-8,-1-2</inkml:trace>
  <inkml:trace contextRef="#ctx0" brushRef="#br0" timeOffset="102851.1127">20898 12557,'0'0,"0"0,-1 0,-6 7,-3 7,-10 5,1 9,-6 1,8 2,0 2,17-33,-10 32,8-5,17 0,6-8,8-8,5-11,7-7</inkml:trace>
  <inkml:trace contextRef="#ctx0" brushRef="#br0" timeOffset="103196.3081">21065 12650,'0'0,"0"0,-3 9,0 14,4 2,-1-25,5 31,3 1,7-6,3-6,5-8,0-8,2-11,-25 7,22-9,-5-5,-3-4,-14 18,12-22,-12 22,9-22,-9 22,8-23,-8 23,7-14,-3 11,-2 15,4 10,1 8,2 2,1 0,7 0,-17-32,19 25</inkml:trace>
  <inkml:trace contextRef="#ctx0" brushRef="#br0" timeOffset="103761.5159">21525 12616,'0'0,"0"0,6 3,13 13,-2 9,10 6,-3 3,-6 3,-18-37,12 34,-8-4,-4-30,-4 27,4-27,-6 17,0-15,1-13,10-8,5-8,5-2,5-5,5-1,3-2,1 3,4 3,-3 9,-30 22,26-20,-26 20,20-11,-20 11,14-7,-14 7,7-2,-11 3,4-1,-14 2,14-2,-16 6,16-6,-13 9,5 3,18 5,5 0,13 5,1 1,6 3,-4 0,-31-26,29 26,-11 0,-4-2,-14-24,5 22,-10-5,-13-3,18-14,-21 4,-5-4,6-10</inkml:trace>
  <inkml:trace contextRef="#ctx0" brushRef="#br0" timeOffset="104505.3273">22728 12435,'0'0,"-5"9,-10 12,-10 4,-9 4,-1 5,5-2,30-32,-28 23,28-23,-19 18,7-9,12-15,6-8,9-4,1-7,2-1,3 1,7-5,3 4,3-4,-34 30,31-21,-2 7,2 14,-3 11,-10 13,2 16,-10 8,-6 8,1 6,-2 5,-1 1,1-1,-3-1,3-11,2-9,-5-46,7 37,-7-37,10 24,5-11,-15-13,19 5,2-11,-1-15,-4-7,-6-10,-8-7,-10 0,-9 3,-9 3,-4 8,-8 2,-2 8,2 3,38 18,-38-15,38 15,-26-11,11 1,19-5,23 1,11 1,13-1,5 4,9 0,-1 1,-5 2,-7 3,-52 4,41-3,-41 3,31-2,-31 2,17-2,-17 2,9 0,-13 4,-13-1,-11 0</inkml:trace>
  <inkml:trace contextRef="#ctx0" brushRef="#br0" timeOffset="105055.1188">22525 12414,'0'0,"-12"4,-6 1,-8 9,-4 10,3 6,5 4,8 3,4-1,6-2,10-7,6-3,-12-24,17 14,7-10,6-12,0-8,-1-4,-8-3,-5-2,-6-6,-10 3,-2-5,2 33,-3-30,3 30,-4-26,0 8,4 14,0 15,5 11,7 12,2 8,2 1,5 6,8 0</inkml:trace>
  <inkml:trace contextRef="#ctx0" brushRef="#br0" timeOffset="106428.306">22771 12409,'0'0,"-16"5,-12 6,-10 8,-17 10,3 5,8 9,8 3,9-2,21 5,8-6,7-8,17-5,10-11,7-12,12-7,4-8,-1-7,-3-5,-8-2,-6-3,-11-1,-7 1,-11 0,-12 25,4-27,-8 2,-8 4,-7 3,-7 7,-5 11,-6 4,1 6,-1 6,0 8,3 5,7 6,10 4,6 2,11 0,9-1,10 1,11-8,10-9,15-6,20-10</inkml:trace>
  <inkml:trace contextRef="#ctx0" brushRef="#br0" timeOffset="107166.3847">23753 12442,'0'0,"-5"6,-13 2,-8 9,-8 3,-4 10,-4 4,11 3,1 2,8-2,22-37,-10 31,12-7,12-15,9-9,3-11,1-8,0-3,-2-2,-6-2,-19 26,20-30,-4-1,-16 31,15-30,-15 30,10-24,-4 13,2 16,-1 14,-3 8,4 4,2 4,1-7,4 0,5-3,1-10,4-7,1-8,-4-11,0-8,1-3,-4-9,-1-6,-2-5,0-3,-3-8,1-4,1-5,-4 4,-1 0,1 2,-5 8,-6 48,6-41,-6 41,4-33,-4 33,4-21,-4 14,-1 18,-1 7,4 17,-2 7,-3 4,0 4,4 5,-3 2,1 0,1-2,-5-2,2-10,3-8,0-35,6 26,0-7,5-7,8-2,3-7,2-1,6-3,0-3,-2-7</inkml:trace>
  <inkml:trace contextRef="#ctx0" brushRef="#br0" timeOffset="107342.3961">23925 12259,'0'0,"22"-6,22-1,16 4,38-1</inkml:trace>
  <inkml:trace contextRef="#ctx0" brushRef="#br0" timeOffset="109376.0802">25743 12269,'0'0,"0"0,-1-7,-7-4,-10 1,-4 1,-11 7,-7 10,-3 7,-3 4,7 2,8 4,6 4,10 0,11-1,11-3,6 0,12-4,6 2,6-3,-3 1,0-2,-34-19,29 19,-9-2,-20-17,11 20,-8-1,-13 0,-8-3,-7-5,-2-5,-7-3</inkml:trace>
  <inkml:trace contextRef="#ctx0" brushRef="#br0" timeOffset="109831.7713">25933 11939,'0'0,"0"8,4 13,1 14,-2 10,0 13,1 5,0 9,-4 2,1 4,-7-4,-1-7,1-12,6-55,-6 43,6-43,-7 27,4-11,0-18,2-12,2-10,0-7,7-9,0-2,5-3,2 4,11 6,1 8,4 9,3 12,-2 11,2 9,-3 6,-5 8,1-1,-5 4,-5 3,-7-1,1 2,-2-4,-9-31</inkml:trace>
  <inkml:trace contextRef="#ctx0" brushRef="#br0" timeOffset="110001.2481">26430 12517,'0'0,"4"12,0 3,3 10,-1 0,2 8,-1-5</inkml:trace>
  <inkml:trace contextRef="#ctx0" brushRef="#br0" timeOffset="110161.6322">26428 12217,'0'0,"0"0,2-2,12-5,19-7</inkml:trace>
  <inkml:trace contextRef="#ctx0" brushRef="#br0" timeOffset="110428.8602">26897 11804,'0'0,"0"0,-4-4,-6 6,-4 3,-4 5,-1 7,1 7,0 6,5 8,5 8,7 8,-1 5,1 5,3 4,0 5,0-3,5-7,1-4,1-5,-6-3,1-4</inkml:trace>
  <inkml:trace contextRef="#ctx0" brushRef="#br0" timeOffset="110602.3409">26620 12411,'0'0,"9"0,12-7,23 3,13-2,13 5</inkml:trace>
  <inkml:trace contextRef="#ctx0" brushRef="#br0" timeOffset="111041.9058">27950 12287,'0'0,"2"12,2 11,1 9,-1 10,2 6,-3 2,3 0,-5 0,-1-50,-3 40,1-13</inkml:trace>
  <inkml:trace contextRef="#ctx0" brushRef="#br0" timeOffset="111403.662">27899 12005,'0'0,"0"0,0 0,-2 2,2-2,-6 8,6-8,-6 13,7 0,-1-13,11 13,4-7,-15-6,21-3,-3-7,-18 10,11-15,-5-6,-6 21,-2-25,-8 3,-7-1,-3 10,0 4,-2 9,22 0,-17 7,-2 11,8 7,11 7,13 2</inkml:trace>
  <inkml:trace contextRef="#ctx0" brushRef="#br0" timeOffset="111670.3046">28203 12390,'0'0,"0"0,5 0,16-4,11-4,6 1,9 0,8 5,-4 1,-6 0,-6 0,-39 1,33-4,-3 1,-5-2,-25 5,26-10</inkml:trace>
  <inkml:trace contextRef="#ctx0" brushRef="#br0" timeOffset="112206.0009">28843 12196,'0'0,"2"7,2 6,3 11,-3 6,1 7,-4-3,-1-3,0-31,-3 25,3-25,-5 19,0-11,5-8,-4-3,0-13,2-10,8-2,4-4,4 2,7-2,8 4,1 6,1 8,1 7,-3 10,-1 2,-2 13,-4 7,-4 0,-5 4,-4 3,-9-32,3 27,-3-27,-4 23,4-23,-7 17,-2-11,3-15,4-6,7-7,8-2,3-2,6-2,10 2,6 7,4 4,2 10,-1 12,0 9,-5 9,-4 8,-3 8,-13 2,-3 4,-11 6,-7 3</inkml:trace>
  <inkml:trace contextRef="#ctx0" brushRef="#br0" timeOffset="115383.8972">27633 13062,'0'0,"0"0,-3-4,-8 0,-12 0,-12 5,-15 9,-8 7,-5 7,3 4,7 3,9 2,12 1,14-4,11 1,11-2,7 3,6-2,9 1,4-1,-1 1,4-3,-2-4,2 5,-3 0,-2 2,-7 2,-21-33,16 33,-8-3,-8-30,0 26,-10-5,-8-9,-2-9,-3-8,2-8,2-7,5-6,2-5,5-3,4-7,7-2,10-4,1-5,12 4,10-1,-1 3,0 5,-4 6,-4 4,-10 5,-18 26,8-22,-9 2,-10 0,-11 6,-7 7,-8 7,-6 8,-3 7,-2 8,3-1</inkml:trace>
  <inkml:trace contextRef="#ctx0" brushRef="#br0" timeOffset="115761.1059">27875 13539,'0'0,"7"-2,13-3,5 0,15-4,13 0,1 3,4 3,-1-3,-2 7,-6-2,-6-2,-43 3,35-4,-35 4,27-3,-27 3,16-2,-16 2,9-3,-11 8</inkml:trace>
  <inkml:trace contextRef="#ctx0" brushRef="#br0" timeOffset="118254.3121">28885 13161,'0'0,"0"0,0 0,1 1,-7 2,-8 5,-5 4,-8 6,-2 2,3 2,4 2,1-4,7 5,8 0,6-2,7-1,7-1,-14-21,17 21,6-1,9 0,-32-20,31 20,-2 2,5-1,-8 1,-6-1,-20-21,14 22,-3 0,-11-22,2 24,-9-1,-12-3,-6-1,-9-7,-2-5,-3-6,1-1,-1-6,0-3,4-5</inkml:trace>
  <inkml:trace contextRef="#ctx0" brushRef="#br0" timeOffset="118495.5708">28912 13166,'0'0,"8"2,10-5,2 0,13 0,7 0,-1 2,6 3,0 0</inkml:trace>
  <inkml:trace contextRef="#ctx0" brushRef="#br0" timeOffset="118730.9198">29347 13412,'0'0,"9"-1,10-2,9-2,8 6,6 2,4 1,-46-4,39 3</inkml:trace>
  <inkml:trace contextRef="#ctx0" brushRef="#br0" timeOffset="118938.3397">29329 13587,'0'0,"0"0,9 1,13-3,18 0,7 0,14 2,7-5</inkml:trace>
  <inkml:trace contextRef="#ctx0" brushRef="#br0" timeOffset="119456.7565">30081 13383,'0'0,"0"0,-2-8,0-8,7-6,-2-1,5-1,11 9,-19 15,19-7,5 7,8 11,-1 7,-1 4,-4 6,-12 0,-6 1,-13 2,-3 0,-5-2,-5-3,18-26,-22 19,22-19,-23 18,23-18,-20 11,20-11,-14 4,10-6,11-8,11 1,8 3,5 2,3 7,5 8,-4 2,-1 6,-5 4,-4 1,-11 0,-5 1,-7-1,-10 1,-7-3,-13 2,-10-5,-8-1,-7-4,-6-3,-5-9</inkml:trace>
  <inkml:trace contextRef="#ctx0" brushRef="#br0" timeOffset="119896.8492">29116 14214,'0'0,"11"1,14 0,8-5,18 0,13 1,11-4,12 1,6 1,6-2,7 3,0-1,-1 2,-7-1,-5 1,-8 3,-10-2,-10 6,-11-2,-54-2,43 3,-43-3,31 1,-16-2,-22-4</inkml:trace>
  <inkml:trace contextRef="#ctx0" brushRef="#br0" timeOffset="120273.8766">29218 14413,'0'0,"7"-4,15 3,13-6,25 0,7 2,14 2,8-1,6 4,4 1,-1 2,-4 0,-4 1,-9 0,-15-3,-6 2,-60-3,49 2,-6 0,-43-2,38 4,-38-4,31 5,-13 0,-10 0,-24-3</inkml:trace>
  <inkml:trace contextRef="#ctx0" brushRef="#br0" timeOffset="131982.0798">11571 2569,'0'0,"0"0,1-2,11-2,5-3,7-4,7 1,7 1,3-3,8 1,0-1,7 4,3-4,3-2,7 1,5-3,9 0,2 5,1-6,6 3,-1 4,1 1,6-1,0 2,6 2,0 0,1 2,-1 2,-5-3,7 5,-5-5,-6 6,0 0,-6 2,-6-1,0 2,-8-3,-4 1,-4-2,-7-2,-7 2,-9-3,-44 3,34-1,-4-2,-30 3,24-3,-24 3</inkml:trace>
  <inkml:trace contextRef="#ctx0" brushRef="#br0" timeOffset="132830.1826">13621 1365,'0'0,"0"0,0 0,-3 0,3 0,-3-1,3 1,-3 0,4 0,-1 0,6 1,11-1,11 0,9 0,1 0,8 0,3 0,4 0,1 0,5 0,2-3,7 0,6 3,5 0,-6-1,1 0,1 1,1 1,7 1,2-2,2 5,2-5,-2 3,4 0,0 4,0-5,3 2,-2 1,0-2,-1 2,-3 3,-5-4,-4 0,-3-4,-7 0,-5-4,-5 1,-3 1,-5 0,-7 2,-5-6,-39 6,35-4,-4-1,-31 5,28-4,-28 4,24-2,-24 2,20 2,-6 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24:03.8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25839 6803,'21'1,"15"0,9 3,5 0,7 0,8-1,3 1,5-4,10 0,3 0,7 0,6 1,8-2,6 2,5 2,1-2,6-1,7 0,4 0,6 0,9-1,0-2,8 3,3-4,5 3,4-1,7-1,-2-2,-4 4,2-3,-4 2,-1-4,3 5,-2-2,0 4,-1 2,6 2,4 1,-4 4,4 1,-11 2,-2 3,-3 1,-9 1,-6 2,-5-2,-5 0,-9-2,-8 3,-8-3,-11 4,-11-1,-10-1,-14-4,-67-14,59 14,-13-3,-46-11,30 13,-21-3</inkml:trace>
  <inkml:trace contextRef="#ctx0" brushRef="#br0" timeOffset="2803.7641">2321 7641,'0'0,"-7"-14,7 14,-8-16,8 16,-8-17,-2 10,1 12,-1 9,1 13,2 7,1 9,3 6,0 11,3 6,-3 10,3 10,-4 12,0 10,1 10,6 10,-3 12,0 5,1 9,5 12,0 11,1 3,9 12,-3 9,4 9,-2 5,-5 16,-2 8,-6 11,-9 18,-2 10,-4 8,-7 13,0 7,-1 5,0-3,-2 3,1 0,0 0,2 6,7 11,4 7,15 13,10 5,23 4,27-7</inkml:trace>
  <inkml:trace contextRef="#ctx0" brushRef="#br0" timeOffset="171820.5178">14630 7728,'-23'8,"-11"8,-2 4,3 10,6-2,6 3,7-3,14-28,-6 29,7-4,-1-25,8 20,4-11,12-13,1-8,3-6,-2-7,1-1,-6-3,4 0,-6 2,3 0,-22 27,20-23,-20 23,16-18,-5 10,-3 10,1 10,-9 11,-3 8,0 10,-2 8,2 1,0 3,-2 0,-1-4,-3-5,3-2,0-6,2-1,4-3,10-2,6-3,10-5,5-5,15-6,1-13</inkml:trace>
  <inkml:trace contextRef="#ctx0" brushRef="#br0" timeOffset="172101.6423">15096 8354,'-4'14,"-7"4,-2 10,0 5,-2-1,7 2,4-5,6-6,-2-23,9 21,6-4,13-8,5-9,-3-8,1-9,-6-6,-8-2,-8-3,-9 28,6-29,-6 4,-12 0,-4 5,-9 7,-2 9,-5 4,2 5,30-5,-31 7,13-1</inkml:trace>
  <inkml:trace contextRef="#ctx0" brushRef="#br0" timeOffset="172601.5274">16246 7662,'-18'3,"-8"4,-5 7,-8 13,6 5,0 6,33-38,-24 40,10-1,14-39,-1 31,10-9,12-11,3-11,2-2,0-13,2-2,-3-6,-3 1,2-4,-5 1,2-1,-21 26,16-26,-16 26,14-24,-14 24,10-16,-6 14,-4 18,-4 9,-5 12,-2 2,-6 10,3-3,-6 3,6-5,5 3,5-2,-1-4,5 2,2-6,10-4,2-4,13-5,9-8,10-8</inkml:trace>
  <inkml:trace contextRef="#ctx0" brushRef="#br0" timeOffset="172773.3953">16775 8328,'-3'11,"-2"8,5 11,5 6,-1 3,0 2,-2 8,4-2,-6-47</inkml:trace>
  <inkml:trace contextRef="#ctx0" brushRef="#br0" timeOffset="173086.3729">15731 8529,'-2'20,"-6"6,-4 13,-1 10,-13 6</inkml:trace>
  <inkml:trace contextRef="#ctx0" brushRef="#br0" timeOffset="173821.9499">13912 7371,'-16'6,"-17"7,-2 10,-1 0,36-23,-36 25,12 3,16-2,16-3,8-5,12-6,0 1,-2 0,-9 2,-8 4,-9 2,-9 8,-12 9,-4 2,-4 2,-3 3,7-2,6-6,19-37,-11 31,9 1,12-4,7-1,3-4,2 2,-10 1,-10 9,-9 7,-8 11,-16 6,-1 8,-3-3,-4 5,5-3,6-5,6-7,8-2,14-6,8-9,13-4,13-7,7-6,7-6,4-8,1-3,1-4,-1-5,-1-4,0-3</inkml:trace>
  <inkml:trace contextRef="#ctx0" brushRef="#br0" timeOffset="174243.7243">17414 8507,'-6'13,"-13"9,0 11,-8 9,-1 7,-6-1</inkml:trace>
  <inkml:trace contextRef="#ctx0" brushRef="#br0" timeOffset="174743.6033">18079 7681,'-20'-7,"-6"3,-5 1,-9 8,-4 6,-2 16,4 6,5 0,5 4,11-6,6-5,15-26,-4 20,10-7,8-9,9-5,1-8,7-4,-2-2,-6-1,0-8,-3 5,-3-1,-17 20,20-15,-20 15,16-9,-7 6,-2 10,-6 11,-3 8,-2 9,-2 5,-7 6,0 6,1 5,-2 4,0 8,1 4,4 0,4-13</inkml:trace>
  <inkml:trace contextRef="#ctx0" brushRef="#br0" timeOffset="175024.7875">18236 8316,'0'0,"6"0,7 1,2 7,-1 7,-4 6,-9 4,-4 0,-10-1,-9-1,-1-1,0-4,0 1,23-19,-22 13,22-13,-13 13,9 1,17-1,15 0,21-7,10-3,15-6</inkml:trace>
  <inkml:trace contextRef="#ctx0" brushRef="#br0" timeOffset="175181.0191">18794 8281,'0'0,"2"-3,11 0</inkml:trace>
  <inkml:trace contextRef="#ctx0" brushRef="#br0" timeOffset="175321.5961">19365 8201,'0'0,"2"-3,7 0,5 1,7-3</inkml:trace>
  <inkml:trace contextRef="#ctx0" brushRef="#br0" timeOffset="175404.6786">19612 8150,'0'0,"2"0,0 3,4 2</inkml:trace>
  <inkml:trace contextRef="#ctx0" brushRef="#br0" timeOffset="175961.9233">19851 8061,'7'-1,"16"-9,7-5,4-3,10 4,-3 2,9-4,2-5,2-4,1-1,2 1,-4-1,-7-1,-10-2,-7 3,-8 1,-21 25,4-19,-5-1,-15 2,-13 4,-10 11,-8 8,-1 8,-2 12,-2 3,10 5,7 5,12-1,6-2,9-3,13-8,9-2,2-8,14-5,6-6,5-2,-5-6,1-6,1-2,-6-7,-3-3,-1-3,-2 1,-26 25,18-27,-18 27,18-20,-18 20,13-10,-6 10,-3 18,-2 7,-9 11,0 10,-7 6,-4 3,0 3,-3 3,2 4,0 1,5 0,4-6,9-11</inkml:trace>
  <inkml:trace contextRef="#ctx0" brushRef="#br0" timeOffset="176214.5065">20857 8258,'-1'3,"1"9,0 10,10 5,-1 9,4 2,0-2,-4-2,-9-34,5 28,-5-2,-6-4,-9-4,-7-4,-6-4,-9-5,-6-2,0-6</inkml:trace>
  <inkml:trace contextRef="#ctx0" brushRef="#br0" timeOffset="176386.3323">20922 8268,'0'0,"3"-7,14-2,4 3,10-2,8-2,-1 0</inkml:trace>
  <inkml:trace contextRef="#ctx0" brushRef="#br0" timeOffset="176845.7094">21623 7515,'13'14,"4"5,0 10,-5 1,-11 6,-11-1,-11 2,-6-7,-5-1,-1-7,0-2,6 0,27-20,-20 19,9 1,9 0,11-1,-9-19,21 21,1-3,-22-18,19 19,-3 1,-6 3,-7 8,2 2,4 8,7 5,8 9,3 9,9 4,0 4,-1-4,-3-3,-7-9,-14-6,-9-7,-6-6,-15-7,-6-4,-12-1,-12-4,-19-4,-22-4,-28 1</inkml:trace>
  <inkml:trace contextRef="#ctx0" brushRef="#br0" timeOffset="214069.3093">2991 12246,'10'-2,"8"1,8-6,3 0,2 1,3 2,3 0,3 3,5-2,0-2,2 3,7-2,0 4,6-2,4 0,1 1,4-1,4-1,-2 2,4 2,-4-1,0 0,-1 2,1 0,-1-2,-2 0,0-1,-6 1,2-4,-2 2,-4 0,-5-1,1 1,-2 0,-4-3,-4 4,-2-2,-5 2,-3-2,-34 3,25-1,-25 1,23-3,-10 0,-17-2</inkml:trace>
  <inkml:trace contextRef="#ctx0" brushRef="#br0" timeOffset="214834.7444">2956 12333,'14'-9,"9"-1,8 0,4 1,8 0,5-1,7-1,2 1,9-2,-3 1,5 2,3 1,-3 3,3-1,-3 3,0-1,0 2,-3-4,-4 1,1 2,-3-2,-4 0,-4 1,-1 2,-5-3,-2-2,-6 2,-1 0,-4-2,-3 3,-1 0,-1 2,0 1,-27 1,26 0,-1-2,-25 2,26 0,-2 0,-24 0,26 2,-26-2,23 3,-5 2,-18-5,18 8,-18-8,9 9</inkml:trace>
  <inkml:trace contextRef="#ctx0" brushRef="#br0" timeOffset="258104.8096">26017 9146,'0'0,"2"-3,-2 3,1-9,-1 9,1-12,-1 12,-1-15,-4-2,-6 2,-7 3,-6 0,-3 1,-5 7,-3-1,-4 2,-2 3,-3 2,-5 1,-2 3,1 3,-1 3,0 0,1 5,7 1,-3 3,4 0,-3 9,1 1,-6 5,2 3,-3 3,0 3,3 4,-1-3,2 5,6-2,3 1,5 4,5-1,-5 2,0 3,2 2,3 0,3 0,4-6,4 4,3-4,2-1,7-3,2 2,3-4,4-3,4-2,3 0,2-2,2-5,3 2,-2-2,4-3,1 1,3-4,-3 1,6-4,-1 0,2-2,2 3,1-2,0 2,2-5,5 0,-5-3,5 1,-2 0,1-6,0-1,4 1,-2-3,2-3,2-4,0 0,2-4,3-2,2 1,0 0,3-1,1-2,0-2,-4 1,3 0,-3 1,-5-2,2-1,-5 0,-2-3,1 0,-1-4,-4 1,4-1,0-2,-1 0,2-2,0-1,-3-4,-1-1,-2-1,-1 0,-3-2,-4 2,-1-1,1-3,-5-1,2-1,0-3,-3-1,0 3,0-3,-1-1,-2-3,-2 2,-2 2,-2-2,-2 0,1-4,-5 1,2 1,-5 1,-2 0,-3 1,1-2,-1 3,1-2,2 2,-4 0,2 1,-3-2,-3 4,3 0,-3 0,-1 0,-1 2,0-1,-3 3,1 2,0 0,2-1,-4 2,2-1,-1 2,-4 0,6 4,-3-1,-2-3,0 3,15 21,-16-21,-1-2,1 0,-2 4,0 0,18 19,-19-19,2 3,-1 1,-2 1,-1 1,21 13,-20-11,-3 1,23 10,-27-11,2-1,-5-1,2 2,1 2,3 0,1 1,23 8,-22-8,-1-4,23 12,-26-9,-1-2,27 11,-27-9,1-1,26 10,-26-9,-1 2,-9 3,-5 5,-15 8</inkml:trace>
  <inkml:trace contextRef="#ctx0" brushRef="#br0" timeOffset="268237.6252">25728 9694,'-6'-15,"-4"-2,-10 1,-7 1,-1 7,-5 3,-3 11,-4 2,-2 8,-2 3,5 4,7 3,5 1,6 1,9 0,6-2,6-26,-2 25,3-2,9-2,0-1,-10-20,19 14,4-7,6-11,4-5,0-6,-5-6,3-2,-8 2,2-4,1-2,-2 3,-24 24,17-25,-17 25,16-21,-16 21,8-17,-8 17,5-9,-3 11,-3 10,-1 7,-5 7,-1 12,1 4,0 8,0 4,-1 6,-4-4,4-3,0-1,0-3,0-5,3-2,0-3,-1-3,6-36,-4 32,2-5,2-27,1 24,-1-24,3 19,8-4,15-9,8-5,3-4,9 0,-2-1,-8 3,-36 1,35-3,-35 3,26-4,-10-6,-16 10</inkml:trace>
  <inkml:trace contextRef="#ctx0" brushRef="#br0" timeOffset="268878.0606">26177 10317,'0'0,"-3"-1,3 1,-9-1,-4 3,-1 5,14-7,-17 11,1 3,3 4,0 2,13-20,-10 21,10-21,-7 23,5 1,2-24,-2 25,7 0,8-2,0-4,5-4,0-2,5-3,-23-10,21 7,2-6,-23-1,26-3,-1-3,-25 6,23-11,-2-3,-21 14,18-19,-6 0,-12 19,9-22,-4 2,-5 20,0-22,-3 1,3 21,-7-19,7 19,-7-18,7 18,-8-17,8 17,-12-17,12 17,-14-13,1 3,13 10,-18-10,3 7,15 3,-18 1,-1 1,19-2,-22 6,1 2,21-8,-25 4</inkml:trace>
  <inkml:trace contextRef="#ctx0" brushRef="#br0" timeOffset="277866.7928">31106 11805,'2'-9,"-1"-7,-1-4,-2-7,-5 1,-8 2,-4 1,-10 2,-5 1,-5 1,-1 5,-6 6,2 5,1 8,-3 4,9 10,2 2,2 9,5 4,4 5,8 1,4 4,6-7,6-2,7-8,5-4,-12-23,16 20,10-3,8-6,2-10,3-6,-4-6,3-8,-2-2,-5-5,-4-1,4-5,-5-3,-1 2,-4 1,-21 32,19-27,-19 27,16-23,-16 23,11-17,-4 7,-5 12,-4 7,-4 11,-1 10,-6 7,2 8,-1 7,1 5,-1 1,0 2,5-6,-1-1,0-6,3-6,4-3,-2-5,3-33,-1 30,0-1,1-29,-2 27,2-27,-1 24,1-4,0-20,8 11</inkml:trace>
  <inkml:trace contextRef="#ctx0" brushRef="#br0" timeOffset="278195.0662">31377 12483,'0'0,"0"0,0 2,3 8,0 3,-4 9,1 6,-2 4,-1 3,-4 3,0 2,-4-4,3-2,-4-2,4-1,-5-3,-7 2,-1-8,-1-10</inkml:trace>
  <inkml:trace contextRef="#ctx0" brushRef="#br0" timeOffset="279857.9822">31525 11476,'0'0,"-3"-14,-8-3,-7-6,-9-2,-3 2,-7 1,-9 0,0 5,-6 3,0-1,-1 5,3 4,-1 6,6 3,-5 5,-2 3,0 6,0 3,-4 6,0 2,-1 3,0 4,1 1,6 4,3 1,0 6,7 0,-4 2,7 1,2 4,-1 1,5-2,1 2,5 1,3 1,7-3,0 3,6-2,3-1,5-1,2 2,5 0,3-2,3-3,8 5,0-1,3-3,6 6,1-1,1-6,2-2,-1-2,3-4,2-3,6-5,-4-2,5-3,0-2,4-1,2-1,4 0,-5-5,4-1,2-1,1-3,-2 0,4-3,-2-4,0 0,0-3,-5-4,-3-1,-5-6,-1-2,-3-3,0-1,-5-1,2-1,0-1,-1-2,3 0,0-4,2 1,-3-1,-2-3,-5 0,-2-2,-2-2,-1 1,0-5,1 3,0-3,-3 3,0-3,-1-3,-2 2,-4-3,1 0,-4-2,0 3,-2 0,0 2,2 0,-4-4,4 3,-4 2,-5-1,4-2,-3 1,-1-1,0 0,-3-3,0 5,0-2,-1-1,-2 0,-2 3,-2-2,0 3,-3 0,0 0,-4-1,0 4,-2-3,-2 3,0 0,-1 2,-7-1,2 2,1-2,2 4,-3 2,1 1,0 1,-3 2,3 1,0-1,1 2,0 1,-1 1,22 14,-18-16,-4-1,1 3,21 14,-18-13,-2 1,-1 0,21 12,-21-11,-1 2,-6-2,0 6,0-1,1 3,-1-1,4-2,24 6,-24-6</inkml:trace>
  <inkml:trace contextRef="#ctx0" brushRef="#br0" timeOffset="281860.1669">32073 11529,'0'0,"3"-4,-3 4,3-5,-4-8,1 13,-5-17,-1-3,-7-3,13 23,-18-21,-1 0,-2 1,-3-1,-1 4,4-3,-2 3,-1-3,-1 0,-2 1,-4-2,-4 2,-1-2,1 3,-4 2,0 1,3-4,3 7,0-1,-2 3,-3-1,-2 1,-2-2,-1 4,-3-3,1 3,-3 3,-2 1,3 2,3 4,-1-1,3 6,-5 0,2 1,0 1,-2 1,-1-1,-1 2,-1 2,1 0,6 3,-2 4,4 2,-1-1,2 4,-2 0,1 2,3 1,-3 0,4 2,3 0,1 2,-1-1,4 4,3-1,-3 2,3 1,3 1,1 1,-1 1,2 0,0 0,0 0,1 0,0 3,3-3,-1-1,3 1,1 1,6-1,-1 0,1 2,1-5,1 1,3 0,1 0,3 0,4 0,0 0,0-2,3 2,-2-1,4-2,4 2,1-2,2 0,2-1,0 0,4 0,2 1,-4-3,4 1,0 1,2-3,1 3,4 1,0-5,-1 3,4-3,-1-2,2 3,-2-1,1-1,0-4,0 2,-1-3,0 0,5-1,0-3,0-1,-2 2,4-2,0 2,-3-4,-1 0,4 0,-4 1,0-1,3 3,-4-7,-2 3,1-5,4 0,-5 0,-2 1,1-4,1 0,2-1,3 0,3-4,0 1,3 0,1 0,-2-4,1 0,-2 0,-2-2,2-2,-4-2,2 2,4-1,-1-2,-2-1,-3-1,0-1,0 1,-3-4,-3-1,-1-3,1-3,-2-2,0-1,-1 0,-2-2,3 6,-3-7,-1 0,3-1,-1 0,-4-2,4 2,-3-3,-2 1,2-1,-4 2,0 0,1-2,-6 0,2 0,-2-4,2-2,-5 1,4-2,-1 2,-2-5,-3 2,1-1,-6 0,3-2,-3 4,-3-1,2 4,-3-5,-1 5,-1-4,-1-1,0 0,-1-2,-6 0,3 0,-6 1,-1 0,1 3,1 1,-5-1,1 2,-3-1,-6-1,7 4,-7-7,-1 0,5 3,-5 1,1 1,2 2,0-1,-2 2,2 1,2 1,-4 5,0 2,-2-1,-4-1,-8 1,1-1,-7 1,-4 1,-7 3,1-5</inkml:trace>
  <inkml:trace contextRef="#ctx0" brushRef="#br0" timeOffset="285721.7358">13951 15477,'1'-8,"1"-7,-6-6,-4 5,-9 0,-7 4,-11 6,-9 7,-14 5,-7 1,-5 8,-7 5,3 6,3 5,0 10,3 6,2 5,5 9,3 1,5 7,5 5,2 7,9 2,12 3,2 2,11 3,10-3,8 4,14-2,14 3,9-3,10-2,6-2,8-1,6-9,7-5,4-9,4-10,4-10,-5-9,5-10,-1-5,0-7,-5-6,2-7,-4-6,-7-6,-3-5,-2-6,-3-5,-3-4,-8-4,0-6,-5-6,-6-5,0-3,-3-3,-6 0,-4-1,-7-1,0-4,-6-1,-7-1,-3-1,-9-1,-3 1,-5-1,-7 0,-1 2,-4 2,-2 0,-5 5,-3 1,-5 0,-4 6,-3 0,-1 3,-4 3,-2 5,-6 4,-2 6,-1 2,-10-1,-2 7,-7 1,-5 4,-8 4,-3 1,-4 6,-4 3,-3 6</inkml:trace>
  <inkml:trace contextRef="#ctx0" brushRef="#br0" timeOffset="288950.3125">13541 17035,'0'0,"1"-3,-1 3,0-6,7 0,-7 6,18-8,5 3,10 0,6 2,4 2,1 0,4 0,1 2,-1 0,-3-1,-5 0,-4 1,-2 0,-34-1,32 1,-1 1,-31-2,28 3,-28-3,22 1,-22-1,14-1,-10 1,-9 0,-8-1,13 1,-23-3,-8 1,-7 1,0-2,-2 1,5-1,-2 2,1 1,-1 4,1-2,0 0,3-1,-1-1,3 0,31 0,-28 1,1 1,27-2,-24 2,24-2,-18 1,18-1,-10 1,9 0,11-3,11-1,3 0,8 2,2 1,4 1,4-1,0 1,3 1,-2 2,-1-5,-5-1,-3 1,-34 1,30 2,-30-2,26 0,-26 0,22 4,-22-4,15 4,-12 0,-14-8</inkml:trace>
  <inkml:trace contextRef="#ctx0" brushRef="#br0" timeOffset="290857.2769">13885 15752,'3'-14,"0"-4,-3 18,3-20,-8-4,-12 0,-6 5,-16 4,-7 6,-6 9,-2 7,6 10,10 5,4 6,4 3,11 3,2-2,12-4,0 1,5-29,4 24,-4-24,6 20,8-6,7-4,-21-10,22 0,3-7,1-8,-3-5,-7-3,1-4,-6 0,-1-1,-10 28,13-25,-13 25,11-21,-11 21,10-14,-4 6,-3 11,-6 11,-2 7,-1 9,-2 4,-1 5,-4 5,3 6,4 5,3-1,0-4,4-2,2-4,1-7,1-2,6-4,5-5,-2-2,4-2,3-4,6-4,5-10,5-9,0-8</inkml:trace>
  <inkml:trace contextRef="#ctx0" brushRef="#br0" timeOffset="291169.7835">14017 16176,'-1'0,"1"0,-5 3,-6 4,-3 4,14-11,-14 15,2 4,12 6,4 2,8-4,-12-23,16 21,5-5,-21-16,22 5,-1-6,-21 1,19-9,-2-7,-17 16,14-21,-14 21,5-21,-4 1,-6 1,-6 5,-8 3,-5 4,-4 8,-4 4,32-5</inkml:trace>
  <inkml:trace contextRef="#ctx0" brushRef="#br0" timeOffset="298313.6874">19927 15587,'1'-2,"-1"2,0-5,0 5,-2-7,2 7,-4-9,-6 2,-15 0,-3 2,2-2,-6 3,-3 2,2-1,-3 1,-2 2,-1 0,-1 7,-4-1,-3 5,1 1,1 5,-4 0,3 5,-1-3,6 3,-1 4,3 1,4 4,5 1,-3 1,1 2,3 1,-2 2,5-1,0 1,6 0,1 3,6 1,1 2,7 0,4 1,1 0,3 2,0 1,11 2,-6-1,7 3,0-3,4 0,1 1,10-3,0 0,5-3,-2-2,9-5,1 1,2-8,3 0,6-5,4 0,3-6,5-1,5-4,4-3,4 2,5-1,-2-2,-3-3,-4-4,-4-1,-4-4,-4-3,-3-5,-6-3,-3-4,-1-5,-1-2,-2-3,-4-5,-5-4,-4 1,-4-2,-4-2,-3 0,-8-4,-2-3,-5-3,-3-5,-4 1,-3-4,-2 0,-4-2,-6-1,0-3,-8 4,-3-3,-2 3,-5-2,-1 2,0 1,-1 1,-3 2,-2 7,-3 2,-2 2,-6 3,-3-2,-2 6,-7 1,1 6,0 3,0 2,-2 0,-1 6,1 4,-3 2,4 5,1 4,-1 1,5 8,6 6,4 4,47-15</inkml:trace>
  <inkml:trace contextRef="#ctx0" brushRef="#br0" timeOffset="298847.6425">19777 15747,'-10'-12,"-6"2,-10-3,-2 2,-11 5,0 3,-2 5,-3 3,4 7,3 3,4 1,33-16,-25 20,9 4,6-1,10-23,0 22,7-2,7-6,11-7,2-3,2-7,1-2,0-5,-4-5,-1-2,-2 0,-3-2,0-1,-20 20,17-20,-17 20,15-16,-15 16,12-10,-4 6,-9 9,-3 8,-2 6,-3 6,-5 9,0 1,1 7,0 4,1 5,2 5,2 3,3 6,8-1,9-7</inkml:trace>
  <inkml:trace contextRef="#ctx0" brushRef="#br0" timeOffset="299196.3872">20009 16193,'7'-5,"7"0,-14 5,17-5,5 6,-22-1,22 9,-5 5,-9 7,-8 3,-6 1,-12-3,-4 0,-6-4,28-18,-29 17,29-17,-28 16,28-16,-26 13,11-2,8 1,15 0,11 0,15 1,7-1,9 5,5-4,-1-1,-7-4</inkml:trace>
  <inkml:trace contextRef="#ctx0" brushRef="#br0" timeOffset="299493.1976">19697 16687,'0'0,"1"2,-1 1,0-3,8 2,5 1,7-2,9 1,6 3,3 2,3 3,-3 2,-2 2,-5 1,-31-15,27 12,-27-12,18 11,-8-8</inkml:trace>
  <inkml:trace contextRef="#ctx0" brushRef="#br0" timeOffset="299716.2072">19868 16590,'0'0,"2"0,-2 0,2 2,-1 5,2 7,-3 10,-1 2,-2 7,1 6,-4 5,2 0,4 4,-2 2,2-50,-1 47</inkml:trace>
  <inkml:trace contextRef="#ctx0" brushRef="#br0" timeOffset="300153.5774">19816 15393,'-6'4,"-10"2,-18 6,-8 5,-7 9,-6 1,-2 11,2 4,-1 5,3 10,2 0</inkml:trace>
  <inkml:trace contextRef="#ctx0" brushRef="#br0" timeOffset="310480.7152">23221 10019,'0'0,"0"-2,0 2,0-5,0 5,0-4,3 1,6 0,13 4,8 2,7-1,6 3,5 1,2-3,5 0,5-1,4 2,-1 0,1 0,-2-3,2 6,-1-7,-2 6,-6-3,-3-4,-2 1,-10 2,-40-2,34-1,-2-2,-32 3,26-4,-26 4,23-6,-23 6,20-7,-20 7,18-7,-18 7,11-8,-11 8,5-12,-5 12,1-11,-1 11,0-11,0 11,0-11,0 11,4-9,-4 9,10-8,-10 8,12-6,-12 6,10-6,-10 6,9-4,-9 4,12-6,-12 6,10-1,-10 1,6-1,-1-3,-5 4,-2-9,-4-1,-8-1,-6-2,-4 0,24 13,-28-11,-4 0,-3 0,-2 2,37 9,-31-9,31 9,-27-4,27 4,-24 0,24 0,-16 6,11 7,13 2,10 1,11-2,4-2,7 0,0-2,1 1,-2-4,0 4,-2-1,-3 0,-34-10,31 8,-31-8,24 10,-24-10,15 11,-11 1,-23 7,-10 0,-13 2,-5 5,-5 9,-2 4,-3 12,-2 12</inkml:trace>
  <inkml:trace contextRef="#ctx0" brushRef="#br0" timeOffset="322368.0215">25872 12236,'-10'0,"-18"3,-14 6,-8 5,-9 7,-3 9,-2 6,1 8,-2 10,3 9,3 6,2 7,8 1,14 3,12-1,12-1,9-1,14-3,8-5,15-5,7-5,14-6,12-3,13-6,6-8,12-8,9-11,2-11,6-11,-2-8,-5-12,-7-10,-12-8,-14-13,-9-6,-13-8,-8-2,-6-2,-11 1,-13-2,-8 3,-13-2,-9 5,-11 1,-9 3,-8 2,-13 4,-10 6,-7 5,-5 6,-6 10,3 8,2 11,2 8,-3 10,4 13,-3 7,2 12,4 9,8 8,8 3</inkml:trace>
  <inkml:trace contextRef="#ctx0" brushRef="#br0" timeOffset="322884.0173">25724 12545,'-23'2,"-11"0,-8 10,-1 6,-3 7,1 5,9 9,6 1,7-2,10-1,6-4,7-33,5 29,6-6,8-6,7-11,3-10,0-8,0-9,0-2,0-5,1-4,-1-4,1 1,-6 1,-1 3,-23 31,20-26,-20 26,14-18,-14 18,12-12,-4 11,-5 13,-8 9,3 14,-2 11,-9 6,4 6,-3 2,-2 4,3-2,3 0,0 0,5-6,-1-6,6-12</inkml:trace>
  <inkml:trace contextRef="#ctx0" brushRef="#br0" timeOffset="325179.9006">31038 12600,'3'-6,"-3"6,8-8,5-5,13 1,6 4,12 5,1 8,7 9,-2 3,0 8,-7 1,-8 1,-12 1,-9-2,-12-1,-11-1,-8 0,-14-4,-8 2,-4-2,-6-2,-1-3,5-1,3-3,42-11,-34 12,34-12,-26 11,8 4,12 5,16 2,19 1,16 2,14 0,14 1,7 1,3-2,-7-2,-7-4,-69-19,56 12,-56-12,41 8,-19-11,-25-11,-14-6</inkml:trace>
  <inkml:trace contextRef="#ctx0" brushRef="#br0" timeOffset="325695.3896">26061 12998,'-5'20,"-4"12,-9 20,1 11,-2 16,-9 12</inkml:trace>
  <inkml:trace contextRef="#ctx0" brushRef="#br0" timeOffset="326351.4786">25990 11090,'0'0,"-1"-1,-5 6,-9 7,-4 11,-9 8,-6 13,-10 7,-2 5,-1 8,1 3,3 0,7 3,8 0,12-5,3-1,10 0,7-2,9 1,3-2,8-3,3-1,6-4,7-3,3-8,2-4,1-9,2-7,-48-22</inkml:trace>
  <inkml:trace contextRef="#ctx0" brushRef="#br0" timeOffset="326570.1824">25502 12205,'0'2,"5"5,7 2,8 6,10 0,12 0,8 1,4-1,4-4,-2-7</inkml:trace>
  <inkml:trace contextRef="#ctx0" brushRef="#br0" timeOffset="326742.0076">25929 12040,'-5'7,"-18"17,-3 9,-6 11,0 9,0 5,10 7,22-65</inkml:trace>
  <inkml:trace contextRef="#ctx0" brushRef="#br0" timeOffset="327833.2997">26520 13233,'-5'-4,"5"4,-5-9,5 9,-10-8,10 8,-7-7,6 6,5 12,6 3,2 6,7 5,1 0,8 2,3-2,9 1,5-2,6 2,7-4,7 0,1-2,4 1,8-5,-1 0,7-1,3-2,0-2,5-1,3-4,0 0,-4-3,3-1,-1-1,-1-3,-1-5,-1-1,-4-6,3-1,0-5,-1 1,-1-4,-6 1,-2-2,-7-2,-3-3,-3 2,-3 2,-4-3,-3-1,-5 1,3 3,-5-3,-2 3,0 2,-4-2,-8 4,0 1,-6 0,-29 20,26-21,-3 2,-23 19,22-20,-22 20,15-19,-15 19,13-19,-10-2,-7 1,-13 3,-6 6,-7 0,-7 4,-6 4,0 1,-1 0,44 2,-43 3,5-2,38-1,-31 4,31-4,-22 3,15 5,16 5,14-3,16 1,8-2,4 1,3 0,-3-2,-5-2,-46-6,42 5,-5 2,-37-7,30 7,-7 3,-7 8,-7 5,-8 5,-17 9,-6 10,-14 3,-13 13,-10 7</inkml:trace>
  <inkml:trace contextRef="#ctx0" brushRef="#br0" timeOffset="379489.2538">28080 12939,'7'-9,"-7"9,4-12,1-7,-5 3,-8 4,-12 7,-4 9,-8 5,-5 3,1 7,0 5,3 3,6 5,6 4,6-3,7 1,6-2,5-6,5-4,6-2,6-7,7-4,4-6,6-4,-1-6,-3-6,3-6,-3-5,-4-4,-3-6,-1-3,-3 2,-7 3,-15 32,17-29,-17 29,12-23,-12 23,13-17,-3 11,3 13,-1 13,5 5,10 14,2 7,5 7,2 6,1 6</inkml:trace>
  <inkml:trace contextRef="#ctx0" brushRef="#br0" timeOffset="380148.4796">26133 11426,'1'2,"-2"9,2 5,-1 7,0 3,1 5,-1 1,0-1,1-1,-1-30,1 29,-1-29,3 26,-3-26,3 24,-3-24,6 16,-6-16,3 12,2-11,-1-12,6-3,2-7,3-2,6 1,6-1,6 3,2 6,2 4,-4 10,3 5,-4 4,0 2,-4 6,-28-17,22 17,-6 3,-16-20,11 20,-4 0,-11-3,-9-3,-8-6,-17-2,-9-3,-9 3,-12-2,-14 5</inkml:trace>
  <inkml:trace contextRef="#ctx0" brushRef="#br0" timeOffset="390041.0958">13504 4056,'4'-3,"2"6,-3 6,2 5,0 6,-1 9,6 4,-1 2,1 6,4 0,-2 4,3 2,-4-3,1 3,-6-2,-6-45,3 40</inkml:trace>
  <inkml:trace contextRef="#ctx0" brushRef="#br0" timeOffset="390322.3436">13251 4025,'24'-21,"12"-2,16-3,12 2,7 4,6 12,9 6,-2 8,-1 12,-11 8,-10 8,-14 6,-17 12,-12 0,-15 4,-22 7,-15 3,-15 4,-17 2,-20 3,-12-1,-6-1,4 3,5-3,94-73</inkml:trace>
  <inkml:trace contextRef="#ctx0" brushRef="#br0" timeOffset="390728.5566">14549 4078,'-1'20,"6"11,1 9,5 13,3 5,1-6,-15-52,12 47,-12-47,13 35,-6-17,-3-17,-3-18,-2-17,-5-12,-2-9,-8-8,2-11,-1-3,4-5,3 0,10 2,6 6,16 13,10 2,8 16,9 10,6 10,2 10,-1 10,-4 6,-2 8,-1 12,-17 4,-16 7</inkml:trace>
  <inkml:trace contextRef="#ctx0" brushRef="#br0" timeOffset="390884.7699">14512 4132,'6'-3,"22"-10,18-5,20-7,18-2,10 1,5-4</inkml:trace>
  <inkml:trace contextRef="#ctx0" brushRef="#br0" timeOffset="391290.9136">15417 3680,'2'15,"-5"11,-1 12,1 8,4 8,-3 12,7 4,-6 4,6-8,-2-8,-3-58,2 45,-2-45,1 28,1-16,1-20,-4-15,0-12,-3-10,-2-15,-6-3,2-6,2-7,2 2,4 5,3 1,9 9,2 10,-12 49,15-41,0 14,-15 27,19-14,3 9,6 22,0 9,2 12,-2 5,8 11,-1 6,5 11,2 5,-2 1,-40-77</inkml:trace>
  <inkml:trace contextRef="#ctx0" brushRef="#br0" timeOffset="391462.7616">15554 3907,'35'-2,"17"2</inkml:trace>
  <inkml:trace contextRef="#ctx0" brushRef="#br0" timeOffset="391806.4206">13477 4978,'35'-22,"14"-9,15-2,13-2,8 0,3 4,-2 10,-4 6,-7 4,-14 8,-15 5,-11 3,-19 4</inkml:trace>
  <inkml:trace contextRef="#ctx0" brushRef="#br0" timeOffset="392056.3666">13417 5211,'9'-15,"17"-9,21-6,18-12,20 6,11-4,12 6,-4 4,-7 6,-16 2,-81 22,70-15,-70 15,52-14,-13 9,-11 8,-19 6</inkml:trace>
  <inkml:trace contextRef="#ctx0" brushRef="#br0" timeOffset="405430.6876">23183 7448,'36'-9,"18"-1,9-4,7 4,2-1,3 2,-5 1,-2 3,-9 4,-59 1,53 0,-53 0,39 3,-11 3,-23-1,-23 5,-21 0,-13 1,-21-5,-8 4,-6-1,-6-1,1 6,3 1,7-5,14 4,9-2,59-12,-45 10,45-10,-32 11,13 2,22-3,14-3,17-2,10-3,13-1,7 1,0 5,0 2,-5 7,-12 4,-10 1,-12 6,-8 4,-11 5,-18 5,-12 4,-13 1,-19 5,-3-2,-5-3,1-4,8-2,55-40,-46 33,14-3,32-30,-16 31,16-10,24-9,11-8,19-11,14-9,13-2,8-2,9-2,3 0,3-1,-8-6</inkml:trace>
  <inkml:trace contextRef="#ctx0" brushRef="#br0" timeOffset="406010.9816">24771 7139,'-22'10,"-13"4,-4 3,0 9,8 1,31-27,-25 24,14 1,12 3,14-6,5-3,10-2,1-4,-6 0,-3 1,-22-14,21 21,-6 0,-12 10,-9-1,-13 5,-4 0,-5-3,2-3,5 0,3-5,9 0,5 2,-1 0,6 3,-1 0,-1 4,-5 2,-4 1,0 5,-3-1,-2 0,-5 3,-3-4,7-4,16-35,-14 32,8-2,9-1,12-4,5-6,9-4,14-10,8-3,10-8,9-6,4-8</inkml:trace>
  <inkml:trace contextRef="#ctx0" brushRef="#br0" timeOffset="406425.0566">25517 7489,'-21'-7,"-8"3,-10 0,-4 11,-1 8,1 10,3 11,0 4,4 2,7 5,7-7,11-5,11-35,-4 29,13-6,8-9,9-8,4-9,1-7,3-7,1-3,0-3,-9-5,-1-2,-6-1,-7 3,-12 28,10-26,-10 26,5-17,-2 7,-1 11,0 14,2 10,3 11,2 9,2 7,1 6,3 6,4-1</inkml:trace>
  <inkml:trace contextRef="#ctx0" brushRef="#br0" timeOffset="406581.2671">25862 7945,'5'9,"2"10,8 6,-2 3,3 2,-16-30</inkml:trace>
  <inkml:trace contextRef="#ctx0" brushRef="#br0" timeOffset="407026.1522">26203 7281,'0'0,"1"2,2 8,0 10,6 14,-1 13,-2 7,-1 8,0 7,-4-5,-4 0,-3-6,-4-12,10-46,-10 37,10-37,-9 26,9-26,-5 14,2-12,7-15,8-8,6-6,2-5,10-1,3 1,5 10,-3 4,1 12,-1 9,-4 9,-6 3,-1 9,-8 1,-6 0,-6 3,-5-2,-13-2,-1 1,-9-5,-9-1,-4-3,-8-4,-6-5,-3-6,5-10</inkml:trace>
  <inkml:trace contextRef="#ctx0" brushRef="#br0" timeOffset="407463.6176">26842 7075,'0'0,"3"0,3 5,1 5,1 6,-1 6,-8 0,1-22,-8 22,0 0,8-22,-10 24,2-4,8-20,1 21,10-2,10 2,-3 1,-3 0,-7 1,-3 2,-6 1,-1-1,1 4,0 0,3 0,7 1,3 4,6 0,4 3,7 1,4 1,-33-39,33 37,-9-2,-7 2,-10-3,-15-6,-12-2,-17-1,-16-2,-18 1,-22-5</inkml:trace>
  <inkml:trace contextRef="#ctx0" brushRef="#br0" timeOffset="407729.2476">23928 7756,'14'-2,"10"-1,10 5,10 6</inkml:trace>
  <inkml:trace contextRef="#ctx0" brushRef="#br0" timeOffset="407869.7763">23895 7928,'17'-6,"15"-4,18 4,9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32:02.61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3581 2556,'-8'5,"-12"5,-9 4,-8 8,-4 6,-1 6,0 3,3-4,12 1,7-2,11-6,15-2,17-2,7-1,11-5,9 0,1-4,0-1,-5 0,-7 1,-39-12,35 14,-10 5,-10 3,-9 2,-12 0,-9 0,-10 1,-10 3,-10 1,-15 3,0 2,-1-1,5-11,8-11</inkml:trace>
  <inkml:trace contextRef="#ctx0" brushRef="#br0" timeOffset="222.9322">3801 2517,'4'10,"6"16,6 8,3 13,2 9,3 12,-6 4,4 7,-7 2,-1-4,-13-3,-11-4</inkml:trace>
  <inkml:trace contextRef="#ctx0" brushRef="#br0" timeOffset="621.896">3633 2938,'17'-23,"9"-7,13 0,9-2,7 7,0 6,7 8,-6 6,-3 10,-6 8,-6 6,-8 3,-5 6,-6 4,-5 0,-6 2,-11-34,0 28,0-28,-4 24,4-24,-6 15,3-9,-4-13,4-12,9-5,7-7,0-6,7 0,2 3,5 5,4 10,1 7,-2 9,2 9,-2 4,-3 10,-1 3,-4 6,-7-1,-5 8,-6-1,-18 1,-1 0</inkml:trace>
  <inkml:trace contextRef="#ctx0" brushRef="#br0" timeOffset="1045.0439">4347 2567,'8'2,"7"-2,10 2,4 7,4 3,-1 6,0 7,-6 4,-7 1,1 5,-20-35,13 30,-13-30,7 28,-7-28,0 24,0-24,0 16,-5-11,5-5,-1-4,7-13,0-13,7-6,4-4,4 0,2 10,3 6,0 8,2 11,-1 6,3 7,0 8,3 7,1 5,1 6,-2 0,2 2,-1-3,7-6,-2-15</inkml:trace>
  <inkml:trace contextRef="#ctx0" brushRef="#br0" timeOffset="1486.924">5498 2678,'0'0,"0"-8,2-2,-6 9,1 7,-10 7,-2 13,-7 4,2 4,-1 0,7-1,7-4,7-29,2 24,6-7,-8-17,15 5,4-13,-3-8,1-7,0 1,-2-1,-15 23,18-20,6 9,2 11,8 13,0 12,0 17,3 10,-7 6,-3 13,-13 2,-9 6,-10 5,-15-6,-8-9,-8-9,-6-17,3-14,1-16,2-17,3-15,8-12,5-8,10-9,11-3,21-4,23 2,18 1,19 8,11 3,7 10,0 2</inkml:trace>
  <inkml:trace contextRef="#ctx0" brushRef="#br0" timeOffset="1834.5953">6541 2902,'23'-5,"7"-3,9 3,2-6,-1-1,-6-1,-6 0,-28 13,21-17,-21 17,15-15,-12 1,-16 3,-13 3,-10 12,1 5,-5 7,9 8,5 6,7 5,6 3,13 2,6 3,7-2,9-2,5-4,6 1,5-8</inkml:trace>
  <inkml:trace contextRef="#ctx0" brushRef="#br0" timeOffset="2184.8972">6979 2852,'8'7,"-2"6,4 10,6 8,0 7,2 1,-7-2,-3-4,-8-33,6 30,-6-30,3 21,-3-12,0-12,0-14,-2-5,4-7,4-8,2-2,10-3,0 3,6 4,-1 9,3 9,-2 11,2 6,2 11,-2 9,5 8,-3 7,0 12,-4 3,4-2,-2-1,-2-11,3-13</inkml:trace>
  <inkml:trace contextRef="#ctx0" brushRef="#br0" timeOffset="2794.6845">7823 2822,'-3'1,"-11"9,-8 6,-6 9,-9 10,-1 9,-1 3,6 3,7 0,10-6,14-7,9-10,14-11,4-12,5-10,5-8,-4-8,2-6,-2-9,-6-10,2-7,-5-14,-4-3,-8-8,5 4,-6 4,-3 12,-1 9,1 11,-6 39,2-34,-2 34,1-21,-1 6,-1 14,-7 12,0 9,-4 14,0 12,0 12,3 13,5 6,7 4,8-5,11-6,12-11,8-11,3-13,3-12,-4-12,1-11,-6-10,-5-6,-6-10,-1-4,-9-5,-3-7,-6-3,-9 45,6-40,-6 40,4-30,-4 30,1-20,1 16,-2 17,2 12,3 9,3 4,0 3,1 3,-9-44</inkml:trace>
  <inkml:trace contextRef="#ctx0" brushRef="#br0" timeOffset="2950.8579">8234 2748,'1'5</inkml:trace>
  <inkml:trace contextRef="#ctx0" brushRef="#br0" timeOffset="3290.7252">8572 2945,'14'20,"0"4,3 7,-8 2,-9-33,5 32,-5-32,-2 31,2-31,-8 23,0-10,1-15,-1-11,4-7,5-10,1-8,1-2,4-4,3 1,1 6,5 9,0 7,-16 21,18-12,2 11,10 10,2 12,0 7,1 5,0 6,-3 2,-6 0,-5-1,2-2,-4-2,4-10</inkml:trace>
  <inkml:trace contextRef="#ctx0" brushRef="#br0" timeOffset="3868.7332">9363 2855,'-3'3,"-7"9,-9 5,-6 8,-8 2,1 3,6-3,26-27,-25 27,9-4,16-23,-3 21,10-8,9-12,0-8,3-8,-4-7,0-3,-15 25,15-27,6 6,2 6,0 10,1 13,4 15,0 14,0 16,-4 16,6 10,-7 11,-5 10,-5 5,-10 5,-13-7,-5-15,-10-15,-1-17,-4-17,0-15,0-12,0-16,-3-13,-2-13,-7-14,-11-15,-4-8,3-2,11 6,18 8,22 8,21 11,20 8,17 11,15 4,16 5,9 11,6 1,-4 2,-7 3,-9-4,-81-5,62 2,-62-2,45 3,-45-3,30 3,-30-3,18 0,-18-5,-22-9</inkml:trace>
  <inkml:trace contextRef="#ctx0" brushRef="#br0" timeOffset="4884.2316">10737 2892,'3'5,"-2"7,-10 5,6 9,-3 7,-1 1,3-1,6-4,2-3,4-3,-8-23,11 19,6-2,6-8,5-3,0-7,6-8,2-5,-2 0,-4-5,-6-5,-6 1,-9-4,-9 27,6-26,-6 26,2-22,-2 22,0-14,-2 6,-1 12,3-4,-4 16,-1 4,4 9,4-1,6-1,5-10,6 0,6-5,1-5,-27-7,31 2,-1-2,2-6,-32 6,28-9,-4-3,-1-7,-6-1,-4-6,2-1,-4-1,-2-3,-2 1,-7 30,8-26,-8 26,5-26,-5 26,6-19,-6 19,8-13,4 13,-2 14,5 5,-2 5,-4 3,1-1,1 3,-4 3,2 1,-9-33</inkml:trace>
  <inkml:trace contextRef="#ctx0" brushRef="#br0" timeOffset="5056.0518">11356 2669,'0'-1,"4"3,12 2</inkml:trace>
  <inkml:trace contextRef="#ctx0" brushRef="#br0" timeOffset="5212.3203">11714 2592,'6'13,"3"10,-2 12,1 6,-1 10,-5 8,1 10,-6 5,0 7,-11 3</inkml:trace>
  <inkml:trace contextRef="#ctx0" brushRef="#br0" timeOffset="5712.1725">11579 2957,'0'0,"6"-4,8 0,8-7,3 0,6-2,6-1,5-4,-4-3,1-5,-3-1,-6-2,-30 29,26-24,-6 3,-20 21,15-19,-15 19,12-13,-5 10,-2 10,-1 15,-1 8,-2 5,-6 5,3 0,-1 0,2 2,2-1,-1-41,-2 38,2-38,-1 31,1-31,-1 26,1-26,0 17,0-16,6-11,3-9,8-9,5-7,5 0,0 1,5 5,4 6,-4 14,4 8,-6 12,2 11,-2 8,0 9,-6 4,-3 9,-5 2,0 5</inkml:trace>
  <inkml:trace contextRef="#ctx0" brushRef="#br0" timeOffset="6957.4152">13486 2654,'5'12,"0"12,3 11,0 11,-3 14,3 7,4 2,0 2,-3 1,2-8,-10-4,-1-12,-3-9,3-39,-5 30,5-30,-3 18,3-18,-2 11,-1-9,1-10,3-9,1-8,3-7,5-5,4 0,8 0,10 3,10 4,8 8,3 8,1 13,-2 10,-7 6,-6 8,-8 6,-12 3,-10 2,-6 2,-9-2,-9 1,-4-4,-3-3,-5-4,-7-4,-2-6,1-7,-4-2,-4-9,1-6,1 1,2-4,8-2</inkml:trace>
  <inkml:trace contextRef="#ctx0" brushRef="#br0" timeOffset="7097.983">14287 3369</inkml:trace>
  <inkml:trace contextRef="#ctx0" brushRef="#br0" timeOffset="20701.3047">4304 4187,'3'-2,"-3"2,10-1,8 0,13 1,5 0,11 2,3 0,8 0,-2 1,4-3,3-4,-5 1,-3-1,-7 0,-6 0,-3 3,-6 1,-33 0,29-1,-29 1,25-1</inkml:trace>
  <inkml:trace contextRef="#ctx0" brushRef="#br0" timeOffset="21191.6551">4422 4276,'-4'2,"4"-2,-1 6,8 5,4 0,11 0,7-2,6-4,1-4,2-1,1 2,0 4,-2-1,-3 0,-34-5,30 10,-1 3,-6-1,-8 5,-7 1,-5 3,-14-1,-4 4,-5 4,-8 0,1 3,-4-1,3 0,-3-1,1-1,8-1,2-3,20-24,-17 21,17-21,-9 19,6-2,3-17,3 13,10-5,10-6,14 0,4-6,7 0,8-1,8 0,0 4,9 1</inkml:trace>
  <inkml:trace contextRef="#ctx0" brushRef="#br0" timeOffset="21379.1141">5762 4624,'26'0,"11"2,11 3,4 2,0 3,3 3</inkml:trace>
  <inkml:trace contextRef="#ctx0" brushRef="#br0" timeOffset="21535.3193">5976 4839,'26'-3,"15"1,15 1,10 1,-6 1</inkml:trace>
  <inkml:trace contextRef="#ctx0" brushRef="#br0" timeOffset="22144.5607">4379 4357,'3'-2,"11"-4,8-2,13-3,11-2,5-2,8 4,5-4,1 1,4 3,1-2,-3 2,-7-2,-2 5,-11-6,-6 5,-6 1,-35 8,30-7,-30 7,25-5,-25 5,23 5,-9 2,-14-7,9 14</inkml:trace>
  <inkml:trace contextRef="#ctx0" brushRef="#br0" timeOffset="22973.8761">7067 4388,'-1'3,"-3"9,-10 1,-9 6,-8 4,-5 2,-6-2,-1 1,1-3,8-1,34-20,-24 21,24-21,-19 14,15-2,11 0,9-6,-16-6,26 4,3 1,-29-5,31 7,-6 6,-25-13,20 17,-5 6,-12 1,-2 1,-5 0,1 2,3-27,-4 25,5-1,8-1,8-1,-2 1,1-3,-1 2,-6 1,-3 4,4 4,-17 1,-1 6,-3 2,-2 0,-2-4,3 0,12-36,-11 34,3 0,8-34,-3 37,3-4,13-4,3-6,13-6,8-8,10-4,4-1,7-5,-3 0,2-1,-6 4,-4-1,-8 0,-5 1</inkml:trace>
  <inkml:trace contextRef="#ctx0" brushRef="#br0" timeOffset="25817.226">7946 4740,'13'-24,"3"-6,0-1,-3-2,-13 33,7-31,-7 8,-8 7,-17 9,-9 8,-13 15,-3 10,-4 8,5 5,7 1,6 3,8 5,7-1,7 0,10-3,6-3,-2-41,8 34,8-8,6-9,4-12,2-9,0-10,1-7,-5-7,-2-3,0-9,-5-1,2-8,-3 2,0 0,-16 47,13-39,-13 39,9-32,-2 12,-4 15,3 11,1 9,9 13,4 9,3 5,3 4,2 7,-1 1,3 6,-1 3</inkml:trace>
  <inkml:trace contextRef="#ctx0" brushRef="#br0" timeOffset="25973.4797">8447 5212,'8'33,"-1"9,8 11,5 8,1 2</inkml:trace>
  <inkml:trace contextRef="#ctx0" brushRef="#br0" timeOffset="26442.0787">8791 4450,'10'18,"4"11,0 13,4 6,-4 2,-3 4,-7 0,6-1,-10-1,1-2,-2-7,1-43,-6 38,6-38,-5 25,5-25,-1 17,9-11,13-12,12-7,11-4,9 0,7 6,3 5,-4 3,-10 9,-10 5,-12 2,-9 7,-10 2,-3 3,-11 2,-5 2,-10-2,-7 1,-8-6,-9-1,-10-8,-13-5,-6-4,-4-3,5-1,14-9</inkml:trace>
  <inkml:trace contextRef="#ctx0" brushRef="#br0" timeOffset="26923.2087">9724 4212,'14'-2,"4"1,-18 1,20-1,5 5,2 15,-8 6,-2 9,-13 0,-10 5,-7-3,-3-1,-3-5,2-2,17-28,-12 26,1-5,4 4,7-25,2 22,-2-22,8 20,-8-20,14 19,-4-1,-10-18,3 22,1 2,1 4,1-1,6 6,14 1,10 1,10-3,0 4,2 1,-13-2,-35-35,23 31,-14 6,-16-1,-11 3,-12 1,-10-2,-15-4,-15 0,-13-2</inkml:trace>
  <inkml:trace contextRef="#ctx0" brushRef="#br0" timeOffset="27298.1021">8841 4973,'1'2,"0"7,0 6,-2 7,1 7,-2 5,-2 5,-4 5,7 0,7 3</inkml:trace>
  <inkml:trace contextRef="#ctx0" brushRef="#br0" timeOffset="39050.0608">5733 8651,'-35'15,"-10"11,-8 13,-4 10,-3 9,2 12,-1 5,4 8,2 5,6 3,9 6,9-3,9-1,10 1,10-3,6-4,11-8,9-6,6-4,10-6,7-6,7-5,4-11,9-9,5-5,5-11,2-8,2-9,1-3,-2-8,2-6,-3-7,-1-4,-3-6,-4-5,-6-6,-5-4,-7-5,-3-4,-3-4,-4-3,-7-5,-2 1,-9-3,-4 1,-8 2,-5 0,-6-1,-9 1,-4-3,-10 1,-4 4,-6 2,-8 6,-2 5,-8 4,0 8,-6 3,-6 7,-4 4,-2 8,0 2,-3 10,5 7,-5 5,1 7,1 9,2 4,2 5,2 8,8 4,5 2,5 1</inkml:trace>
  <inkml:trace contextRef="#ctx0" brushRef="#br0" timeOffset="39659.4972">5912 9010,'-15'-2,"-2"2,-9 5,-7 5,-5 11,-2 10,-1 8,1 5,4 3,7-2,9-3,6-3,14-39,-7 33,7-33,1 27,8-6,3-11,4-11,1-10,6-7,3-6,0-6,5-2,-5-4,4-2,-3 1,-1 3,-26 34,22-30,-22 30,18-25,-18 25,13-15,-7 8,0 14,-6 10,0 17,-6 6,-5 10,-1 6,-2 2,-1 2,-1-1,0-1,3-2,2-9,5-2,6-5,2-5,4-3,6-5,1-4,4-6,3-5,5-4,6-3,7-10,1-7</inkml:trace>
  <inkml:trace contextRef="#ctx0" brushRef="#br0" timeOffset="39996.39">6199 9520,'0'4,"0"-4,-9 13,-3 10,1 10,4 1,7-34,0 36,8-3,8-8,2-9,5-7,5-6,-2-7,0-6,-26 10,23-14,-3-3,-20 17,17-22,-8-3,-5-1,-8 1,-2 2,-11 3,0 10,-7 4,-9 4,1 7,-4 6,1 2</inkml:trace>
  <inkml:trace contextRef="#ctx0" brushRef="#br0" timeOffset="40844.4968">4103 9638,'3'2,"14"2,3 1,12 2,8-4,8-1,10-1,5 1,2-5,4 1,-1 0,-4-5,-7 4,2-1,-10-3,-1 0,-8 2,6-1,-10 1,-36 5,35-5,-35 5,27-5,-27 5,22-4,-14-1,-10 0,-14-1,-2-2,-9 2,-6-2,1 0,-4 2,-2 3,8-4,30 7,-35-3,35 3,-27-5,27 5,-22-3,22 3,-13-1,8 1,10 5,-5-5,17 5,8-1,12 3,0-3,0-1,-2 2,-35-5,32 2,-32-2,23 5,-3 7,-10 5,-8 2,-5 8,-6 7,-14 9,-4 7,-8 13,-11 7</inkml:trace>
  <inkml:trace contextRef="#ctx0" brushRef="#br0" timeOffset="70583.6319">21374 5534,'0'0,"-3"-1,3 1,-1 0,0 2,1-2,-3 8,-1 1,4-9,-6 16,-2 2,-4 7,1 0,-1 1,0 6,3 2,-1 1,1 2,5 2,2 0,-1 5,3-3,-2-1,-3 4,1 0,0-2,-5 4,-5-1,3-4,-3 0,-1-2,-2-6,2 3,15-36,-14 32,4-3,10-29,-10 32,10-32,-5 25,5-25,3 21,8-5,10-7,6-6,3-5,3-5,0-2,3 6,7-6,-1 3,3-1,-2-2,4 0,-1 0,-6 2,5-1</inkml:trace>
  <inkml:trace contextRef="#ctx0" brushRef="#br0" timeOffset="70849.1451">22152 6186,'19'-1,"3"-5,6 1,7 1,0 1,-1 2,2 3</inkml:trace>
  <inkml:trace contextRef="#ctx0" brushRef="#br0" timeOffset="71052.2298">22168 6392,'7'-2,"19"-6,8 1,16-3,0 1</inkml:trace>
  <inkml:trace contextRef="#ctx0" brushRef="#br0" timeOffset="71743.03">23239 5559,'1'2,"-8"9,-5 3,-1 7,-12 4,-3 0,-3 8,2 4,6-7,23-30,-24 37,8-2,16-35,-6 35,3-7,3-28,8 29,6-11,7 0,-2-4,-19-14,19 16,-4 0,-2 16,-9 0,-4 5,-5 4,-3 0,-3 2,2-2,7-4,4-1,-2-36,7 28,5-6,-12-22,18 18,-2 2,-6 3,-5 5,-5 7,-9 4,-3 8,-4 7,-4 7,-1 7,3 6,3 4,0 1,7-4,4 4,7-7,5-3,7-9,6-1,3-11,0-6,5-7,3-12,-1-5,1-8,-1-11,2-3,-3-14,9-2,-2-4,7 2,-6-3,1 10,-39 15</inkml:trace>
  <inkml:trace contextRef="#ctx0" brushRef="#br0" timeOffset="73037.3624">24304 6036,'-4'-8,"-3"-7,-9 3,-3 1,-5 0,-7 9,-3 7,-4 9,-3 8,-3 6,2 7,1 4,7 3,7-1,7 5,14 2,4-2,3-5,6-5,5-3,4-5,5-5,2-4,4-7,1-4,-1-11,2-3,1-3,-5-6,0-3,0-5,-8-1,3-4,-7-3,4 2,-3-3,-1 2,-5-1,3 2,-11 29,8-28,-2 0,0 1,-6 27,7-28,-2 3,-5 25,7-24,-7 24,4-18,-4 18,4-11,-4 11,1-7,-1 7,2-4,-2 4,0 0,0 0,1 4,-1-4,0 10,0-10,-1 16,1-16,0 17,0-17,-3 16,3-16,-4 13,4-13,-3 9,3-9,-2 4,2-4,-4 1,4-1,-1 0,1 0,-1-3,1 3,-2-3,2 3,-2-5,2 5,-2-5,2 5,-3-7,3 7,0-7,0 7,1-6,-1 6,0-5,0 5,0-7,0 7,1-6,-1 6,0-4,0 4,0-4,0 4,0-2,0 2,0-1,0 1,0-1</inkml:trace>
  <inkml:trace contextRef="#ctx0" brushRef="#br0" timeOffset="78266.9216">23715 5344,'0'0,"0"-2,0 2,0 1,0-1,0 5,1 4,-1 11,-3 9,3 8,-6-1,4 2,2 1,0 0,1 4,-1 3,-1-2,1-2,-3 2,-2-2,1 0,2-2,1-2,0-2,-2 1,2-2,3-3,-4-3,3-3,-1-26,1 24,0 0,-1-24,2 23,-2-23,3 22,-3-22,1 17,-1-17,3 10,-3-10,4-1,-1-11,0-7,-3 19,5-26,1-5,4-5,2 2,3-2,2 5,3 3,-1 3,2 2,1 4,4-2,7 1,1 9,0 4,4 0,4 7,-2 3,0 4,-4 7,3 1,-3 6,-3 0,-7 0,-2 3,-24-24,16 25,-3 0,-3 8,-4-3,-6 1,-3-1,-4-2,-8 1,-1-4,-1-2,-4 2,-6-2,-2 0,2 1,-6-4,1-6,-2-2,3-4,0-5,-4-4,2 1,-2-10,-1 2,3-3,-1-4,8-5,2 0,4-4,20 24,-14-25,2 4,12 21,-7-23,7 23,0-20,8 3,8 6</inkml:trace>
  <inkml:trace contextRef="#ctx0" brushRef="#br0" timeOffset="78548.1305">24887 6596,'3'4,"-6"7,-2 9,-5 6,-10 9,-6 4,-12 9,-9 1,-4 5,-6 7,-3-3</inkml:trace>
  <inkml:trace contextRef="#ctx0" brushRef="#br0" timeOffset="79335.535">23811 5334,'0'0,"0"0,0 0,0 1,0-1,-1 0,1 0,-1 0,1 0,0 1,0-1,0-2,0 2,-3-9,3 9,-4-11,4 11,-5-14,5 14,-9-16,9 16,-7-18,7 18,-4-16,4 16,-4-12,2 10,2 2,2 9,-3 9,-2 10,0 7,-2 9,-2 3,-1 6,1 5,1 9,-1-1</inkml:trace>
  <inkml:trace contextRef="#ctx0" brushRef="#br0" timeOffset="81273.5144">25289 5938,'0'0,"0"-6,0 6,-1-10,-4 2,-12 8,-6 8,-5 8,-4 11,-1 7,6 3,1 2,8 2,6-5,13-1,3-1,-4-34,13 27,0-7,-13-20,18 13,-1-11,3-13,-2-9,-2-3,0-8,-4-4,-5 2,-4-7,-1 3,-2 0,0-2,0 39,0-34,0 34,0-26,0 26,0-19,0 16,1 19,0 11,3 12,6 8,-3-2,2 6,6-2,2-1,9-6</inkml:trace>
  <inkml:trace contextRef="#ctx0" brushRef="#br0" timeOffset="81808.3256">25557 5445,'3'9,"0"6,2 9,7 16,-4 9,4 7,3 9,-2 11,-5 1,4 4,-11-1,3-4,-8-8,3-12,1-56,1 47,-1-47,2 32,-9-17,-4-20,-6-14,1-16,2-9,8-5,7-4,8 4,7 7,4 8,12 9,2 12,7 9,7 3,2 12,7 6,-5 7,3 7,-12-1,-3 3,-15-3,-25-30,17 28,-11-7,-11-1,-11-8,-11-4,-6-4,-8-3,0-2,-8-4,1 3,-4-3,3 2,0-1,8 1,41 3,-39-1,12 2,16 5</inkml:trace>
  <inkml:trace contextRef="#ctx0" brushRef="#br0" timeOffset="82023.5043">26473 6509,'-10'18,"-1"8,0 6,-2 5,6 3,4-3,3-37,1 33</inkml:trace>
  <inkml:trace contextRef="#ctx0" brushRef="#br0" timeOffset="82557.4037">26720 5623,'8'16,"0"15,0 5,2 13,-4 5,3 5,-2 5,4 1,-8 3,1-2,-2 2,-4-3,1-6,-2-12,3-47,0 40,0-40,0 26,0-19,0-19,0-14,2-12,2-6,4 3,5 4,1 2,-14 35,19-23,5 8,5 10,-1 9,3 12,5 5,-5 6,-6 5,-2-1,-9 1,-5-1,-5-2,-5-4,1-25,-6 25,-7-6,-9-3,-8-5,-5-1,-6-3,-1-8,0-1,-4-5,7-6,8-10</inkml:trace>
  <inkml:trace contextRef="#ctx0" brushRef="#br0" timeOffset="83104.1456">27349 5834,'5'22,"-3"10,-1 7,-1 11,1 7,-2-2,8 3,-7 1,-4-6,1-5,2-5,-4-9,5-34,-1 30,1-30,0 22,0-22,0 17,0-17,0-17,3-10,4-8,6-5,4-1,6 5,5 6,1 9,1 8,1 6,-3 12,1 6,-1 4,2 3,-8 4,-1-1,-21-21,17 24,-5 2,-12-26,8 24,-8-24,8 23,-12-2,-3-6,-7-5,-10-4,-4-3,-3-6,0 0,0-2,31 5,-34-6,0-2,0 2,34 6,-28 1,6 4,6 9,16-14</inkml:trace>
  <inkml:trace contextRef="#ctx0" brushRef="#br0" timeOffset="83291.6636">28110 6675,'-3'7,"-8"16,-8 10,-12 10,-14 16,-16 10,-10 18,-16 17</inkml:trace>
  <inkml:trace contextRef="#ctx0" brushRef="#br0" timeOffset="90046.1694">29068 6234,'-13'-2,"-5"-2,-11 4,-7 6,-1 6,-9 5,-7 11,2 7,6 7,6 3,9 3,9 0,13-4,8-7,11-3,11-6,5-10,6-8,3-9,-2-7,2-8,-4-7,-3-5,-2-6,-2-5,-3-4,-5 0,2-1,-4-2,-4 4,-11 40,8-33,-8 33,6-25,-4 9,-2 16,1-1,-1 15,-2 16,1 9,4 6,3 0,3 2,1-2,5-1,0-2,7-5,3-5,-25-32,24 29</inkml:trace>
  <inkml:trace contextRef="#ctx0" brushRef="#br0" timeOffset="90561.6663">29466 5763,'0'3,"-1"11,1 8,1 5,2 19,-6 11,1 6,0 12,0 2,1 2,-2-2,3 0,3-13,0-6,4-15,-7-43,6 34,-6-34,5 27,-1-13,1-13,1-11,2-11,9-11,2-7,6-7,9 0,5 4,4 9,1 12,2 12,-2 11,2 10,-8 9,-3 7,-3 7,-5 4,-10 2,-5-1,-10 2,-16 2,-6-3,-16-5,-12-3,-6-12,-7-6,-7-1,2-10,3-4,7-6,11-8,12-9,10-7,12-13</inkml:trace>
  <inkml:trace contextRef="#ctx0" brushRef="#br0" timeOffset="91077.4293">30338 6006,'-3'12,"-6"20,1 10,-1 12,0 9,-3 4,-3-2,5-1,-3-3,3-7,3-5,4-9,3-40,-6 32,6-32,0 26,0-26,2 18,5-17,7-16,9-13,3-11,6-5,8-3,0 9,0 5,3 11,-4 7,1 9,-2 10,-4 6,-1 2,-8 7,-2 3,-8 4,-1 3,-8 0,-1-2,-5-27,-3 23,-9-2,-10 0,-9-6,-7 0,-5-3,-1-3,-3 0,47-9,-43 4,5-1,38-3,-28 2,7 2,19-5</inkml:trace>
  <inkml:trace contextRef="#ctx0" brushRef="#br0" timeOffset="91233.5823">31174 6784,'-6'19,"-8"8,-3 10,-4 10,-2 10,-6 4,-2 11</inkml:trace>
  <inkml:trace contextRef="#ctx0" brushRef="#br0" timeOffset="93324.2671">31345 5881,'0'21,"0"15,4 11,-1 14,-1 8,2 5,1 5,-7 2,2-5,3-6,1-9,-1-15,-3-46,3 39,-3-39,7 27,-7-27,5 18,-3-14,-2-17,0-11,-3-11,0-5,6-7,9-5,2 6,5 3,7 9,6 12,4 15,2 8,7 12,-1 10,1 3,-2 8,-6 1,-8 1,-7-3,-10 2,-5-5,-8-3,-6-2,-9-8,-7-3,-12-4,-7-5,-11-3,0-3,-1-3,54 4,-51-7,15-4,11-8,16-4</inkml:trace>
  <inkml:trace contextRef="#ctx0" brushRef="#br0" timeOffset="93701.334">32104 6396,'-14'12,"-8"8,-1 9,-5 8,3 1,4 4,6 0,6-6,9-36,-1 29,10-5,-9-24,14 13,2-11,-1-12,-2-10,-2-6,-2-3,0-3,-2-3,-3 5,-4 30,3-31,-3 31,0-25,-1 9,4 14,0 8,-1 14,5 8,1 4,3 4,3 1,5 1,2-2,5-2,4-5,5-11</inkml:trace>
  <inkml:trace contextRef="#ctx0" brushRef="#br0" timeOffset="94154.3621">32539 6020,'-3'8,"7"7,3 12,-3 14,1 14,-4 7,-2 8,-3 0,3 1,-7-1,4-9,-5-10,9-51,-5 41,5-41,-5 29,4-17,-2-16,6-8,2-12,3-7,6-3,6-2,11 1,5 4,1 9,4 9,-3 16,-2 7,-2 11,-3 7,1 5,-9 0,-3 4,-9-1,-7-6,-11 0,-7-5,-11-2,-8-5,-10-3,-8-1,-11-3,-6 0,6-2,6-8</inkml:trace>
  <inkml:trace contextRef="#ctx0" brushRef="#br0" timeOffset="94326.195">33049 6998,'-12'23,"-9"13,-9 13,-7 14,-10 8</inkml:trace>
  <inkml:trace contextRef="#ctx0" brushRef="#br0" timeOffset="95451.2941">25083 7661,'0'25,"4"14,0 11,3 14,-2 7,-1 6,1 6,-5 2,1-8,-4-11,2-10,1-56,1 41,-1-41,2 33,-2-33,0 23,2-10,-2-14,-1-12,8-9,-2-9,5-2,12-3,2 6,9 4,6 8,4 10,2 6,8 7,-4 8,0 3,-3 6,-3 4,-9 2,-34-28,27 31,-9-2,-6-1,-16-3,-6-7,-12 1,-8-8,-8-4,-8 2,-2-4,-8-5,4-2,4-6,8-5,4-12</inkml:trace>
  <inkml:trace contextRef="#ctx0" brushRef="#br0" timeOffset="95922.9129">26032 7756,'3'27,"5"12,2 13,-4 11,-4 7,2 5,-2 2,-5-7,-3-3,3-12,-3-9,6-46,-2 36,2-36,1 25,2-11,2-10,3-15,6-14,0-7,10-6,3-1,6 7,2 7,4 8,1 10,-2 11,5 10,-2 7,-8 10,0 1,-7 2,-11 2,-13 6,-10-3,-16 3,-10-5,-15-4,-1-5,-8-4,-1-9,1-2,4-7,-1-6,5-6,4-4,5-10,10-9</inkml:trace>
  <inkml:trace contextRef="#ctx0" brushRef="#br0" timeOffset="96410.6825">26773 7904,'-2'21,"-1"11,1 7,-1 16,-2 9,2 2,2 11,-3-2,-3-5,4-2,1-9,1-11,1-48,2 39,3-9,-5-30,12 21,-3-11,5-13,2-10,1-4,1-7,6-3,4 4,1 6,0 3,-1 12,0 4,-3 6,-4 7,2 4,-6 2,-1 5,-6-1,-7 2,-6 0,-9 0,-11 1,-8 0,-6-1,-10-2,-8-1,0-5,0-5,4-11,10-8,11-15,17-19</inkml:trace>
  <inkml:trace contextRef="#ctx0" brushRef="#br0" timeOffset="96894.9917">27463 8092,'-5'22,"0"15,-2 10,-2 8,2 4,-4 3,2 4,-6-3,1-5,3-11,-1-8,12-39,-8 31,8-31,-5 18,5-18,-1 10,5-9,15-15,4-8,8-4,12-3,1 7,6 6,-1 11,3 4,-2 11,-1 6,-3 4,-5 2,-6 5,-5-2,-30-25,20 30,-8 0,-7 0,-7-4,-6-3,-8-5,-8 0,-8-5,-4-1,-5-3,-2-1,-4 0,-1 0,1 0,4-5,43-3,-38 3,38-3,-30-1</inkml:trace>
  <inkml:trace contextRef="#ctx0" brushRef="#br0" timeOffset="97082.4063">28479 8844,'-9'13,"-9"11,-5 14,-11 17,-5 12,-9 7,3 6,-4 8</inkml:trace>
  <inkml:trace contextRef="#ctx0" brushRef="#br0" timeOffset="97800.9899">29418 8371,'-5'-5,"-6"-4,-9-1,-8 5,-7 8,-7 10,-6 11,-4 13,1 5,-5 14,7 1,13 4,11 2,10-6,15-7,9-10,10-11,5-11,2-8,0-8,-2-8,-1-8,2-10,-6-7,4-5,-3-6,-4-2,-2-2,-2-6,-4 7,-2-4,0 3,-6 46,5-40,-5 40,4-28,1 12,-4 23,0 16,3 14,-4 14,0 7,2 7,6 6,2-3,13-4,7-3,15-8,15-11,19-17</inkml:trace>
  <inkml:trace contextRef="#ctx0" brushRef="#br0" timeOffset="98222.7652">30344 8430,'-12'-11,"-10"0,-5 5,-6 6,-5 9,-5 9,-5 16,-2 9,-2 11,6 7,7-3,10-2,14-5,12-8,13-11,11-11,7-10,10-14,1-6,3-8,-4-9,0-6,-8 1,-6-9,-1 2,-8-5,-2 3,3-5,-16 45,10-37,-10 37,9-31,-9 31,6-19,-5 18,-1 26,-7 14,-1 12,-1 9,-5 6,7-2,8-2,15-5,8-8,18-9,19-13</inkml:trace>
  <inkml:trace contextRef="#ctx0" brushRef="#br0" timeOffset="98650.9043">31067 8446,'-29'9,"-6"3,-13 10,-8 14,4 11,-2 9,6 2,9 1,10-3,14-7,14-6,13-12,7-9,7-9,2-8,2-11,0-5,0-10,-2-6,0-7,-4-3,2-3,-5-6,0 1,-1 0,-2 1,-18 44,11-38,-11 38,5-27,-5 27,2-18,-7 19,-7 23,-2 13,1 9,-1 6,2 2,5-1,9 0,8-6,8-2,10-4,13-7,6-5,8-18</inkml:trace>
  <inkml:trace contextRef="#ctx0" brushRef="#br0" timeOffset="99219.4359">31654 8131,'3'11,"-3"11,-1 10,-1 16,-2 11,3 10,-1 5,4 6,0 2,-3-3,-2-10,1-12,2-57,0 40,0-40,0 31,2-17,2-13,1-13,5-11,7-9,7-7,10-5,9-3,10 3,8 3,2 10,-1 12,-6 6,-4 13,-9 10,-6 9,-3 5,-5 7,-5 6,-8 1,-5 2,-8 0,-11-1,-8-4,-9-4,-5-8,-6-6,-5-6,-5-11,2-2,-6-7,3-1,2-4,2 3,1-7,7 1,5-3,30 20,-30-22,4 5,26 17,-22-16,6 3</inkml:trace>
  <inkml:trace contextRef="#ctx0" brushRef="#br0" timeOffset="99391.3556">32300 9194,'-20'28,"-5"11,-8 15,-8 13</inkml:trace>
  <inkml:trace contextRef="#ctx0" brushRef="#br0" timeOffset="99860.0295">26268 10233,'0'0,"-2"5,0 7,7 7,3 4,9-2,11-1</inkml:trace>
  <inkml:trace contextRef="#ctx0" brushRef="#br0" timeOffset="100000.6729">26836 10366,'0'0,"0"2,2 5,9 5,6 0</inkml:trace>
  <inkml:trace contextRef="#ctx0" brushRef="#br0" timeOffset="100141.2702">27292 10371,'1'5,"12"2,8-2,18-3</inkml:trace>
  <inkml:trace contextRef="#ctx0" brushRef="#br0" timeOffset="100286.164">27800 10364,'0'0,"1"5,-1-5,6 12,7 0,11-4</inkml:trace>
  <inkml:trace contextRef="#ctx0" brushRef="#br0" timeOffset="100395.4933">28040 10373,'0'0,"-2"-2,2 2,-3 0,3 0,-2 4</inkml:trace>
  <inkml:trace contextRef="#ctx0" brushRef="#br0" timeOffset="100974.913">28751 9667,'21'-6,"6"1,5 7,1 5,0 5,-11 7,-4 7,-12 5,-16 12,-13 5,-8 6,-10 7,-2 1,1-4,12-2,12-7,13-9,11-7,13-9,9-6,10-7,4-4,4 0,0-1,-1 3,-8 6,-4 5,-9 6,-6 2,-14 8,-5 1,-7 7,-5 3,-4 2,1-1,3 0,4-3,4-1,2-1,6-4,5-2,3 0,5-1,-1 0,2 1,-2-3,-2 6,-3-1,-5-1,-9 3,-15 5,-20 4,-20 6,-20 5,-21 7,-23 8,-15 7,-17 5,-5 8,-11 12,-5 12</inkml:trace>
  <inkml:trace contextRef="#ctx0" brushRef="#br0" timeOffset="135956.3093">12169 8836,'27'-15,"0"-3,-27 18,29-20,-2-2,-27 22,21-21,-7-1,-11 3,-11 3,-14 3,-5 3,-11 8,-8 4,-3 9,-2 3,-2 9,8 7,3 6,4 0,5 5,8 0,8 0,9-6,6 0,2-35,4 30,6-3,6-5,2-9,4-7,6-4,3-9,3-8,2-3,-2-6,3-8,-4-2,1 2,-1-3,-3-2,-4 6,-1 1,-25 30,20-25,-20 25,15-18,-15 18,10-14,-4 8,-4 11,-4 10,-4 8,-3 9,-5 12,-1 9,-3 2,-3 6,-1 3,4-4,-1 1,2-5,-1-5,5-1,8-3,-1-4,7-2,-1-41,6 36,-2-5,4-4,-8-27,11 25,4-4,-15-21,15 18,10-8,10-5,3-6,5-2,2-5,-2-3,-5-1,-5-1</inkml:trace>
  <inkml:trace contextRef="#ctx0" brushRef="#br0" timeOffset="136159.4321">12766 9623,'3'18,"4"13,0 11,-3 8,-2 3,3 5,-2 2,-3-2,0-58</inkml:trace>
  <inkml:trace contextRef="#ctx0" brushRef="#br0" timeOffset="137258.9289">12468 8257,'-30'-7,"-14"3,-9 1,-12 6,1 7,-1 6,2 4,1 6,0 10,-1 11,1 7,3 9,3 5,3 3,2 8,3 2,2 1,3 5,7 2,5 0,6-1,1 0,12 1,2-4,3-2,10-1,11-5,-6-7,10-2,10 1,3-5,6-2,6-7,2-5,10-10,6-4,6-4,-1-4,5-5,-3 1,4-7,4-4,2-3,-2-5,-1-3,0-8,-2 2,-2-5,-4-2,0-5,-6-2,-6-6,-1-3,-2-4,-4-5,-3-3,3-2,-3 0,-1-2,1 2,-6-5,-5-2,-7-3,-1 1,-9-1,1-5,-3 0,-1 0,-6-7,1 4,-5 1,-1 0,-8-3,0 4,-1 1,-4-1,-6 2,0-2,-3 5,-1-2,-4 3,-3 0,-1 3,-2 2,-2 1,0 1,-2 4,-2 1,-4 1,5 3,-2 2,-4 0,-5 4,9 3,-3 2,2 2,-1 3,2 2,0 0,1 6,-2 3,0 2,3 3,-1 5,1 1,-3 2,-2 3,3 4,5-3</inkml:trace>
  <inkml:trace contextRef="#ctx0" brushRef="#br0" timeOffset="139090.6569">13112 8329,'0'-7,"0"7,-2-14,-3-3,5 17,-9-23,-5-1,-4-1,-1 1,-7 1,0 2,-2 1,2 4,-4 0,-1-3,1 4,-2 2,-1-2,-1 4,-5 0,0 6,0-2,-1 6,3-2,-6 3,0 0,-6 7,3 1,-1 6,2-1,-5 0,1 5,-1-1,0 2,1 3,-3 1,3-1,-1 3,0 0,4-1,0 6,1 2,1 2,-2 3,0 3,5 1,2-3,-2 1,4 0,1 6,1-1,0 4,2-3,1 4,-3-2,4 0,-3-1,4 3,2-2,2 4,0 2,1-3,3 2,2-2,3 1,1 0,2 2,3-2,0 3,2-3,2 3,2 0,3-1,1 1,1-3,-1-2,2-1,4 2,3-4,1-2,6-2,1-1,2-4,2 0,1-2,0 1,5-4,2-1,1-3,5 1,-1-3,3-1,-1-1,4 4,1-3,-1 0,3-4,4 0,-5-4,4-1,0 3,3-3,-3-3,5 1,-6 0,2-3,0 0,3-1,0-2,3-4,4 3,-2-1,3-1,-3-2,2-1,-1-4,0-2,0-1,1-1,1-3,-1 1,2-3,-5-3,1 0,-4 0,-4-4,1 2,-1-5,0-1,2-1,0-1,-2 1,-2-4,-1 1,0-3,-3 0,1 0,1-1,-4-3,-3-1,-3 1,-3-2,-2-1,3 1,-2 1,-1-2,-4 1,0-2,-4 1,-1-4,0 2,0-2,-4 0,-4-2,0 1,-4-1,-3-2,5 2,-5-4,-2 6,-1-5,2-2,-2 5,-1-3,-1 2,2 0,-1 2,-3-3,-2-2,5 4,-4 1,-1-3,-2 4,0 0,-1-1,-3 2,-1 1,2-2,-4 1,0 3,0 0,-5-1,2 4,3 0,-5 2,-5 1,2 2,-3 1,-1 4,2 0,-6 1,-3 4,-6-3,-3 5,-5 0,0 6,-6-3,2 4</inkml:trace>
  <inkml:trace contextRef="#ctx0" brushRef="#br0" timeOffset="148956.7218">6671 9658,'0'0,"-2"-2,2 2,-2-2,2 2,2 2,3-2,-5 0,12 2,7 3,8 1,2 0,4-1,1-2,3 1,1-2,5-3,5 1,5 2,2-3,5-2,2 3,2-3,9 3,5-2,-1 2,8 0,-3-2,3 2,0 3,8-2,-4 2,3 1,0-1,3 0,-3-2,3 1,-2 4,2-1,0 2,-3-2,-2 1,-2-2,4-1,-6 2,1 0,0 2,0 1,-5 0,-1-4,-3 4,-4-2,-2 0,-2 1,-1 0,-4 1,-4-5,-3 0,-5-2,-2 3,-1 1,0-1,-7-1,-1-1,-4-1,-38-1,36 5,-2-1,3 0,-5-1,-32-3,34 3,-6-3,1 0,-29 0,26-1,-26 1,19-4,-19 4,16-4,-16 4,13-5,-13 5,13-3,-13 3,11-5,-11 5,7-4,-7 4,4-4,-3 0,-1 4,-6-9,-7 0,-8-3,-5-2,-1-1,-3 0,-1 0,1-1,-3 0,2 0,-2 0,3 1,30 15,-26-11,26 11,-24-8,24 8,-21-6,21 6,-14-1,5 2,9-1,3 10,11 4,9 5,9-1,-1 3,1-3,-3 1,2-1,-3-3,-28-15,25 19,0-3,-25-16,20 17,-20-17,17 14,-17-14,8 16,-10 1,-11 1,-8-1,-6-2,-6 2,0 0,-7-3,-2 8,-3 2,1 1,-3 4,-2-3,1 3</inkml:trace>
  <inkml:trace contextRef="#ctx0" brushRef="#br0" timeOffset="149817.8976">8808 8720,'0'0,"0"5,3 5,-2 5,1 7,0 9,3 0,3 7,0 1,-3 2,-1 1,0 4,2-3,-5-5,2-1,-3-1,0-7,0-2,0-27,2 25,-2-25,0 23,0-23,-2 19,2-19,-3 15,3-15,-4 8,1-10,3 2,0-13,2-6,9-3,4-1,2 2,6 5,3 2,1 7,1 3,2 2,-4 2,-26 0,24 6,0 4,-5 1,-1 4,-6 3,0 1,-5 2,-7-1,0-20,0 20,-4 1,4-21,-9 20,-5-2,-5 0,-7-7,-1-7,-1-2,-2-5,-1 0,2-5,-3-1,3-3,29 12,-25-15,4-2,21 17,-19-15,19 15,-15-16,15 16,-10-15,10 15,-5-10</inkml:trace>
  <inkml:trace contextRef="#ctx0" brushRef="#br0" timeOffset="201909.3443">5654 8759,'-6'-3,"-8"-4,-4-2,-6-1,-10-1,5 0,-13-2,-3-5,-6-1,-3-3,-6-6,4-3,-2-4,3-10,2-5,5-7,4-7,7-3,8-6,6-6,10 0,7-3,10-5,5 2,9 0,3 0,11 8,10 0,7 4,7 0,7 5,2 6,7 5,-3 8,2 7,-1 11,-1 4,-5 12,-2 9,0 5,-4 7,-3 9,-1 4,-4 6,-2 7,-5 5,1 5,-7 3,0 5,-4 3,-2 1,0 1,-2 6,-7-2,-2 1,3 2,-11-1,-1 1,2 2,-7 2,-6 1,3-1,-5-3,-5-5,-1-7,-1 1,-3-6,2-5,-4-2,14-39,-15 36,1-4,14-32,-15 33,1-1,14-32</inkml:trace>
  <inkml:trace contextRef="#ctx0" brushRef="#br0" timeOffset="202284.2448">6156 8207,'1'6,"1"9,-1 7,1 10,0 7,-4 4,2 1,2 2,-2-4,0-42,4 40,2-5,-6-35,8 30,3-10,6-10,-1-10,9-6,2-5,6-3,7-3,9-3,0 1,-1 1,-7 3,-8 2,-33 13,27-9,-27 9,18-7,-18 7,14-4,-9-3,-5 7</inkml:trace>
  <inkml:trace contextRef="#ctx0" brushRef="#br0" timeOffset="202877.8643">6896 7364,'-6'-4,"-9"-3,-7 1,-2 2,-9 6,1 7,-4 5,0 7,0 1,4 5,1 3,2 2,8 3,6 0,4-3,2 1,8-5,4-2,7-4,3-2,7-2,-1-7,8-2,7-4,-5-5,8-2,-4-6,6-1,-6-8,-2-2,-4-5,-7 0,-3-8,-7 1,0-4,-6-1,-3 3,-2 2,-3 0,4 31,-6-27,6 27,-8-23,8 23,-8-24,8 24,-7-14,-2 12,2 11,7-9,-6 18,5 8,7 5,5 1,5 0,6-2,4 2,3 3,4-1</inkml:trace>
  <inkml:trace contextRef="#ctx0" brushRef="#br0" timeOffset="205653.0436">6961 7657,'0'0,"0"0,0-2,0 2,0-4,0 4,0-4,0 4,0-7,3 7,-3 0,10 2,3 8,-13-10,11 14,2 7,-4 7,0 3,3-2,-12-29</inkml:trace>
  <inkml:trace contextRef="#ctx0" brushRef="#br0" timeOffset="290243.3">13069 8225,'0'0,"-3"-2,3 2,-5-2,-1-1,2-10,-8-4,6-2,-2-2,2-7,-5-3,5-7,1-6,2-2,5-7,4-8,5-3,7-8,13-4,9-2,6-4,9 1,10 4,-1 2,7 8,4 6,5 8,3 3,3 5,3 7,1 7,-1 8,0 7,-10 11,-5 9,-11 7,-5 7,-9 10,-8 7,-5 7,-4 8,-3 2,-10 5,-6 0,2 6,-8-1,-5 5,-4 3,-8-4,-10 7,-2 4,-9 1,-10-3,-5 0,-9-2,2-6,-11 0,-2-2,-2-5,-1-5,0-3,4-8,5-6,6-7,8-6,46-25,-38 16,38-16,-29 11,29-11,-17 4,4-10,6-11</inkml:trace>
  <inkml:trace contextRef="#ctx0" brushRef="#br0" timeOffset="290618.2227">13848 8088,'0'1,"-2"6,-4 10,-4 8,-5 10,-1 4,-5 9,0 1,-1 3,-1-3,1-2,2-3,3-6,17-38,-12 31,12-31,-6 25,8-8,11-8,11-8,11-6,8-5,8-4,8 2,3-2,2 4,-1 2,-3 2,-9 1,-11 3,-40 2,32-3,-32 3,28-1,-7-5,-10-6</inkml:trace>
  <inkml:trace contextRef="#ctx0" brushRef="#br0" timeOffset="291310.6667">15028 6868,'0'0,"2"2,4 11,1 11,0 7,-2 9,-5 6,5 9,-1 4,2 5,8 2,-1 2,0 1,2 0,1-4,-4 2,-1-12,-2-8,-6-5,-3-42,3 32,-3-32,3 25,-3-25,0 20,0-11,0-9,3 0,3-15,0-16,4-7,0-8,0-3,9 2,6 1,1 7,7 7,2 4,4 12,-1 6,6 5,0 5,0 8,-6 3,-2 5,-6 8,-5 3,-2 2,-6 4,-1 2,-13 0,-4-1,-9-2,-2-4,12-28,-19 25,-6-1,-7-5,-7-4,-2-6,1-4,0-9,2-1,-1-1,1-7,-3 0,3 1,-5 0,2-1,4 4</inkml:trace>
  <inkml:trace contextRef="#ctx0" brushRef="#br0" timeOffset="327814.9526">2603 12688,'-9'1,"-7"3,-11 11,-12 13,-10 7,-5 10,-2 14,-1 7,-2 8,8 6,8 5,8-2,15-5,14-7,6-8,13-12,9-4,11-10,8-10,5-3,8-13,2-7,5-14,5-14,5-14,-2-7,7-13,-3-1,-6-8,-6-5,-9 0,-12-3,-15 2,-15 5,-10 3,-13 7,-13 7,-14 11,-13 7,-6 9,-8 11,-3 9,2 9,3 10,1 8,11 8,9 8,11 8,17 3,10 6,16 2,15 1,18-3,8 1,7 0,4-3,2 0,-1-3,-6 2,-4-6,-12 1,-2 1,-13-1,-6-2,-16-2,-7 0,-12-4,-16-3,-6-5,-7 0,-6-7,3-10</inkml:trace>
  <inkml:trace contextRef="#ctx0" brushRef="#br0" timeOffset="328002.7308">3358 13531,'23'0,"12"0,15 5,11 3,3 5,-4 2</inkml:trace>
  <inkml:trace contextRef="#ctx0" brushRef="#br0" timeOffset="328174.5764">3306 13801,'3'0,"17"0,18-8,17 3,21 0,13 1,7 1,0-4,-8-3</inkml:trace>
  <inkml:trace contextRef="#ctx0" brushRef="#br0" timeOffset="328785.7218">4920 13023,'-9'5,"-12"6,-11 4,-10 8,-2 3,-2 1,4-1,42-26,-32 24,11-4,18-4,16-3,13-6,5-3,-31-4,34 8,-5 1,-4 7,-7 2,-13 10,-7 1,-7 3,-5-3,0 2,1-1,13-30,-12 25,8-4,4-1,5 1,6 1,-1 2,-6 7,-3 7,-6 9,-13 7,-1 5,-7 5,-1-4,2 0,1 0,5-2,3-8,12-4,8-6,9-4,6-6,8-4,4-4,2-2,6-8,6-6,0-6,10-8,1-7,6-10,0-5,-5-3,-8 4</inkml:trace>
  <inkml:trace contextRef="#ctx0" brushRef="#br0" timeOffset="329504.3456">5919 13334,'0'0,"-16"-4,-8 2,-14 10,-3 6,0 11,-3 8,3 5,9 1,4-1,11-4,17-34,-12 29,10-1,2-28,8 19,1-6,10-13,7-8,0-9,0-4,0-4,4-3,-1-4,-2-1,-3-1,-24 34,23-28,-23 28,17-24,-17 24,13-16,-5 14,-6 17,-6 8,-3 14,-4 7,-4 5,3 3,-5 7,1-2,0-1,3 0,-1-7,5-4,3-8,7-3,-1-34,2 31,-2-31,6 25,6-4,6-7,5-4,5-6,2-3,5-3,-35 2,27-3,-27 3,28-3,-28 3,21-2,-21 2,15-4,-14-2,-1 6,-7-9,0-1,7 10</inkml:trace>
  <inkml:trace contextRef="#ctx0" brushRef="#br0" timeOffset="329894.8508">6391 14025,'-4'0,"-6"5,-9 7,-9 8,0 4,-3 5,5 4,6 0,7 0,8-4,7-2,9-4,4-7,7-4,4-5,2-6,3-6,-4-5,-2-6,-3-5,-1-5,-7-3,1-2,-5-1,-8 2,-2 30,-2-27,-9 3,-9 3,-8 11,-5 4,-3 8,2 6,3 4,7 7,24-19,-17 22,14 0,22-5,16-4</inkml:trace>
  <inkml:trace contextRef="#ctx0" brushRef="#br0" timeOffset="330052.9455">6922 14181,'-3'9,"-4"10,-7 11,-5 7,1 8,-4 3,-2 1,24-49,-16 46,5-13</inkml:trace>
  <inkml:trace contextRef="#ctx0" brushRef="#br0" timeOffset="330802.7912">7952 13276,'-19'-13,"-9"-2,-10 3,-3 10,-3 8,-5 14,-3 9,4 7,4 4,5 6,10-3,12 0,8-4,9-6,13-6,2-3,10-10,3-5,8-8,-1-5,5-6,-3-10,3-1,0-10,2-4,-3-1,-1 3,-6 2,-32 31,29-25,-29 25,24-18,-24 18,13-12,-1 9,-6 13,-8 13,-8 10,-6 11,-11 5,-5 9,-7 7,-2 4,-2 1,4-6,7-5,6-4,7-4,9-5,7-5,5 0,6-6,2-5,10-4,8-3,5-8,11-6,9-3,11-10,2-13,1-6,-5 1,-9-1,-53 23,45-17,-45 17,36-12,-36 12,26-7,-26 7,18-1,-8 6,-11 9,-1 14,-3 9,-3 7,5 4,-3 3,6-51,-6 49</inkml:trace>
  <inkml:trace contextRef="#ctx0" brushRef="#br0" timeOffset="331335.298">9010 13061,'0'0,"3"1,3 12,-3 6,-1 9,-12 9,-8 0,-9 3,-4-3,1-2,8-4,-1 1,23-32,-13 30,12 3,16 2,10-2,5-7,-30-26,32 19,-32-19,25 17,-8-2,-12 3,-8 6,-12 3,-2 1,-2 5,6 6,6 2,9 9,9 5,15 8,7 5,1 3,-1-6,-8-1,-11-9,-12-5,-15 0,-14-7,-17-2,-17-3,-20-5,-21-4,-22-4</inkml:trace>
  <inkml:trace contextRef="#ctx0" brushRef="#br0" timeOffset="332692.0986">2354 14620,'0'0,"6"-4,3 0,-2 7,2 9,3 6,-3 13,-1 8,-2 4,-3 6,0 5,-1 1,5-3,2-2,-1-5,0-2,-8-43</inkml:trace>
  <inkml:trace contextRef="#ctx0" brushRef="#br0" timeOffset="332889.4813">2089 14591,'22'-11,"16"-4,14 3,16 2,9 8,0 5,-3 8,-10 11,-15 7,-14 1</inkml:trace>
  <inkml:trace contextRef="#ctx0" brushRef="#br0" timeOffset="333061.3115">2118 15175,'41'-8,"23"-4,4 4,11 0,-2 6,-4-2,-6-5</inkml:trace>
  <inkml:trace contextRef="#ctx0" brushRef="#br0" timeOffset="333405.1786">2839 14968,'0'7,"0"10,0 7,1 7,1-2,-2-1,0-28,-2 26,2-26,-4 23,4-23,-6 13,0-13,3-15,6-9,6-4,9-3,2 3,4 4,6-4,4 5,5 2,4 9,-2 7,-2 10,-6 10,-5 8,-2 4,-9 8,-6 3,-6 3,-5 2,-6 1,-4-3,10-41,-10 35</inkml:trace>
  <inkml:trace contextRef="#ctx0" brushRef="#br0" timeOffset="333592.6546">3478 15138,'6'19,"0"6,-3 7,3 5,-1-1,-5-36,0 0,0 38</inkml:trace>
  <inkml:trace contextRef="#ctx0" brushRef="#br0" timeOffset="333780.0809">3384 14854,'0'0,"3"-5,15-10</inkml:trace>
  <inkml:trace contextRef="#ctx0" brushRef="#br0" timeOffset="333967.554">3719 14740,'6'20,"3"11,2 13,-3 7,0 7,3 3,-3 2,-2 3,-2-2,-2-5,-7-7,5-52,-8 42,-5-16,-3-18</inkml:trace>
  <inkml:trace contextRef="#ctx0" brushRef="#br0" timeOffset="334185.134">3589 15100,'16'-10,"9"-3,9-1,9 1,3 4,2 3,-5 8,-4 1,-1 7,-9 5,-4 8,-3 3,-4 4,-6 3,-1 2,-7 0,-8-6,-2-3,6-26,-10 16</inkml:trace>
  <inkml:trace contextRef="#ctx0" brushRef="#br0" timeOffset="334905.3526">3909 14911,'23'1,"7"4,14 0,8-1,-4 0,4 4,-5 0,-6 2,-5 2,-4 2,-32-14,26 14,-26-14,15 11,-7-2,-12 1,-9 3,-3 1,-10 6,0 1,0 0,26-21,-23 23,23-23,-18 23,18-23,-8 22,12-8,13-8,8-7,1-8,-3-5,-1-2,-22 16,15-19,-15 19,14-18,-14 18,11-15,-11 15,6-13,-3 9,-2 11,2 5,2 7,2 2,6-1,0-3,6-1,5-4,0-7,2-5,-26 0,30-5,-4-10,0-9,-6-2,-2-5,-6-4,1-7,-5-3,-5-4,-3 0,0 1,0 1,-2 6,2 41,-1-34,1 34,1-25,-1 25,0-16,2 16,-1 17,-2 13,1 12,0 7,-2 4,2 5,3-1,3 2,4-2,13-7,6-14</inkml:trace>
  <inkml:trace contextRef="#ctx0" brushRef="#br0" timeOffset="335202.2774">5426 15008,'-14'-6,"-11"-3,-7 0,-8 7,40 2,-38 2,9 9,13 9,12 2,11 4,15 5,7 0,4 2,3-1,-3 1,-7-5,-8-2,-5-2,-12-3,-9-5,-5-4,-12-5,-4-6,-5-6,-7-6,-1-7,10-5</inkml:trace>
  <inkml:trace contextRef="#ctx0" brushRef="#br0" timeOffset="335452.2316">5694 14849,'0'16,"0"10,-3 12,0 5,-1 6,-1 3,4-1,2 1,-6 8,2-8,0-7,3-45,-2 40,-1-21</inkml:trace>
  <inkml:trace contextRef="#ctx0" brushRef="#br0" timeOffset="336155.1844">5501 15070,'2'-3,"4"-2,14-2,6 2,13 2,6 3,7 3,-3 0,3-2,-7 0,-45-1,36 0,-36 0,27 0,-27 0,16 2,-15 3,-19 6,-7 3,-5 0,3-1,27-13,-29 16,29-16,-20 18,7 3,6 0,7-21,5 19,7-7,14-8,-3-3,-23-1,27-6,-2-5,-3-5,-22 16,15-18,-15 18,13-22,-13 22,8-15,-8 15,3-11,1 9,-1 11,1 5,9 6,-1 2,7 0,2-4,7-1,2-7,-2-6,0-4,0-9,-5-5,-1-3,-2-7,-5-4,-1-4,-5-2,-1-8,-6-2,-2 0,-1 0,1 1,-2 4,2 39,-2-34,2 34,-4-26,4 26,-4-16,-1 15,-3 18,4 13,1 8,3 9,2 3,4 6,1-3,4-3,-2-7,0-4,-9-39,8 32,0-10,-3-15</inkml:trace>
  <inkml:trace contextRef="#ctx0" brushRef="#br0" timeOffset="336483.9178">6091 15019,'0'0,"1"-1,6-2,9 0,14 3,7-3,6 5,6-1,-4 1,2-3,-6 0,-6-2,-35 3,27-5,-27 5,23-6,-23 6,13-8,-7-2,-7 0,-11 5,-5 3,17 2,-25-1,-1 8,-1 8,2 2,10 6,5 2,9 2,12 4,10 2,8 2,14-9,5-4</inkml:trace>
  <inkml:trace contextRef="#ctx0" brushRef="#br0" timeOffset="336640.9373">7088 15131,'14'2,"9"-1,4 10,5 0,-32-11,29 19,-9-7</inkml:trace>
  <inkml:trace contextRef="#ctx0" brushRef="#br0" timeOffset="336781.4957">6991 15308,'0'0,"2"0,8 2,22 3,14 2,13 3,8 0,5-2,0-7</inkml:trace>
  <inkml:trace contextRef="#ctx0" brushRef="#br0" timeOffset="337265.7596">8067 14960,'-13'-11,"-13"2,-7 3,-9 6,1 6,-4 6,7 1,38-13,-32 17,9 0,23-17,-15 18,11-3,4-15,4 12,12-6,10-4,4-4,0 0,1-5,0 0,-4-3,-2 2,-25 8,26-4,-26 4,19-3,-2 5,-8 11,-4 8,-9 9,-6 4,-10 6,-2 2,-1 3,1-2,1 0,4-3,2 1,15-41,-10 33,7-1,3-32,4 29,9-4,9-7,8-11,2-7,3-13,-3-1,1-8,-33 22</inkml:trace>
  <inkml:trace contextRef="#ctx0" brushRef="#br0" timeOffset="337390.7141">8272 15441,'2'-1,"-2"3,0 11,0 9,1 13,1 11,1 8,-3 4,4 3,-4-61</inkml:trace>
  <inkml:trace contextRef="#ctx0" brushRef="#br0" timeOffset="338109.4022">3258 15692,'0'0,"-1"-2,1 2,-6-4,-10-3,16 7,-22-10,-1 3,23 7,-30-6,1 7,0 8,3 5,6 7,5 4,1 7,5 8,5 5,7 5,5 5,5-3,5 3,-1-3,-1 0,1-3,-17-49,13 42</inkml:trace>
  <inkml:trace contextRef="#ctx0" brushRef="#br0" timeOffset="338390.5867">2850 16072,'21'-10,"15"-2,14 0,7 2,3 5,1 0,-5 5,-8 0,-5 4,-43-4,37 5,-11 6,-7 9,-2 6,-5 2,-6 0,-1 5,-4-1,-1-32,0 32,0-32,-5 29</inkml:trace>
  <inkml:trace contextRef="#ctx0" brushRef="#br0" timeOffset="338786.3006">3319 15840,'14'11,"11"6,-2 10,6 2,-6 4,-4 3,0-2,-19-34,10 33,-10-33,6 28,-6-7,0-21,-5 13,-1-15,1-11,-2-7,5-3,6-2,2-2,6 0,6-3,3 4,5 7,0 7,3 11,-2 9,-4 10,1 4,-1 9,-5 4,-1 4,0 1,-6 1,4-4,-2-11,10-5</inkml:trace>
  <inkml:trace contextRef="#ctx0" brushRef="#br0" timeOffset="339397.5345">4143 15979,'-17'8,"-11"6,0 7,0 4,8 1,20-26,-12 25,11 0,14-3,10-8,4-6,1-5,1-11,-29 8,26-12,-3-5,-4-4,-3 0,-16 21,13-24,-13 24,10-21,-10 21,4-17,-1 8,-3 14,0 11,0 7,3 7,3-2,5 0,8 2,6-5,1-1,0-8,-1-5,-25-11,27 4,-1-9,6-12,-6-2,-3-7,-7-3,-3-6,-9-6,-1 0,0-9,-3-2,0-1,0 3,-4 2,4 48,-5-41,5 41,-4-35,4 35,-6-25,3 15,3 21,0 13,2 13,5 12,-4 4,-3 4,10 1,2 0,11-5,7-9,8-15</inkml:trace>
  <inkml:trace contextRef="#ctx0" brushRef="#br0" timeOffset="339727.6604">5493 15905,'-15'-1,"-9"-1,-7 2,-1 3,1 1,5 3,4 3,12 3,6 3,8 3,5 3,8 2,6 4,-1 1,-3-1,-2-2,-17-26,13 27,-7-2,-6-25,-6 25,-4-7,-14-1,-4-11,-3-5,1-7,7-7,8-9,8-2</inkml:trace>
  <inkml:trace contextRef="#ctx0" brushRef="#br0" timeOffset="339946.3652">5727 15772,'0'6,"1"14,-1 11,-1 12,-3 3,1 5,-3 0,0 4,-1 2,3-3,-4 2,8-56,-6 44</inkml:trace>
  <inkml:trace contextRef="#ctx0" brushRef="#br0" timeOffset="340670.7426">5501 15979,'14'0,"14"2,11 3,13 2,12 6,0 2,-2 1,-4-4,-6-5,-52-7,42 1,-42-1,30 2,-30-2,22 1,-16-3,-15 4,-13 1,-10 4,-2 3,-4 3,5 3,4 1,29-17,-23 19,8 1,15-20,-1 21,11-3,-10-18,22 11,5-7,7-7,-1-4,-33 7,30-13,-7-6,-1-7,-22 26,13-28,-13 28,10-26,-10 26,6-20,-3 8,-3 15,-3 8,3 7,4 7,3-1,9 2,5 2,6-6,1-1,2-5,2-6,-3-9,1-6,-2-7,-1-4,0-5,-8-3,1-5,-2-3,-2-7,-5-5,2-3,-5 0,-2 1,-2 1,-4 45,4-37,-4 37,3-30,-3 30,0-19,0 13,-7 14,2 14,-2 11,-1 8,1 5,-1 6,4 4,4 1,-3-2,3-55,-6 51,6-51</inkml:trace>
  <inkml:trace contextRef="#ctx0" brushRef="#br0" timeOffset="341029.9973">6249 15961,'9'1,"15"2,11 6,14 1,4 4,7-4,-3 2,-3-5,-4-1,-7-5,-43-1,38-2,-5-5,-4-5,-29 12,20-14,-20 14,10-17,-5-2,-5 19,-9-15,-11 1,-5 7,-6 6,3 9,2 4,5 5,7 4,4 4,9 3,7 7,11 4,10 1,6-4,9-10</inkml:trace>
  <inkml:trace contextRef="#ctx0" brushRef="#br0" timeOffset="341186.2614">7243 16166,'18'-6,"7"3,10 4,2 5,0 7,-37-13,32 10</inkml:trace>
  <inkml:trace contextRef="#ctx0" brushRef="#br0" timeOffset="341311.2226">7188 16320,'6'3,"17"1,16 2,9 5,18 0,3 2,1-7</inkml:trace>
  <inkml:trace contextRef="#ctx0" brushRef="#br0" timeOffset="341842.2965">8277 16011,'-13'-12,"-9"-1,-8 2,-10 6,-1 8,-1 4,2 6,5 2,5 7,30-22,-21 23,5 1,7 3,11-5,5-3,10-5,2-6,9-5,4-3,1-3,-2-3,-1-1,-1-2,-5-3,1-3,-3-2,-22 17,20-18,-20 18,17-14,-5 4,-9 12,1 9,-8 5,-1 15,-6 5,-4 6,1 6,-2 4,1 5,-1 1,8-5,2-3,4-7,3-5,-1-38,7 33,2-3,8-3,5-7,11-3,4-6,3-5,3-10,-3-9,-10-8</inkml:trace>
  <inkml:trace contextRef="#ctx0" brushRef="#br0" timeOffset="342467.1966">8271 15532,'8'-10,"4"-1,-12 11,15-14,-2-1,-13 15,14-16,-14 16,10-14,-10 14,7-11,-7 11,-3-7,-8 10,-12 10,-4 8,-2 5,6 7,1 3,11 0,6 2,8-2,3-2,8-5,7-2,2-5,5-7,6-4,1-2,0-6,-1-7,-3-6,-2 1,-4-7,-1-6,-7-2,0-6,-6-4,-3 0,-4 0,-2 0,-5 3,-6 3,9 28,-11-26,-4-1,-3 5,-2 4,-1 4,-4 2,1 5,2 7,-4 1,26-1,-28 3,4 8,24-11,-28 15,3 6,25-21,-23 28</inkml:trace>
  <inkml:trace contextRef="#ctx0" brushRef="#br0" timeOffset="342888.9826">8709 16652,'0'0,"0"0,1 2,3 12,-1 15,1 15,2 16,-3 10,1 11,0 7,-5-2,-2-3</inkml:trace>
  <inkml:trace contextRef="#ctx0" brushRef="#br0" timeOffset="397318.4079">11023 10696,'-2'2,"-2"6,-8 5,-9 3,-5 4,-10 5,-7 0,-6 1,-8 4,-9-2,-7 2,-3 0,-8 1,-6-1,-2 3,-6 2,-2-3,-3 2,-2-2,0 1,-9-4,-1 1,-1-1,-3-2,-1-3,1 0,2-3,1 0,1-4,7-3,0-4,3-4,2-3,-1-4,6-4,-2-1,3-3,3-6,0-2,7 0,3-8,7-2,4-4,2-2,6-1,4 0,2-2,2-1,4 1,0-4,0-2,6 5,5-3,4 1,3-3,6 3,5 1,1 0,8 4,-2 4,3-1,0 5,14 26,-13-26,2 0,11 26,-14-26,1 4,13 22,-13-21,13 21,-7-17,7 17,-9-15,9 15,-7-11,7 11,-5-9,5 9,-6-8,6 8,-3-5,3 5,-3-4,3 4,-3-3,3 3,-4-4,4 4,-6-4,6 4,-4-7,4 7,-8-9,8 9,-7-12,0-4,7 16,-7-19,7 19,-6-17,6 17,-4-16,4 16,-3-18,3 18,-3-12,3 12,0-10,0 10,-3-6,-5 11,0 9,-2 8,2 3,-1 5,-3 3,-1 7,-2 3,4 0,-1 0,5 0,3-8,-2-1,6-34,-4 28,4-28,-4 25,4-25,0 21,0-21,0 12,0-15,4-15,-3-16,2-10,0-8,3-1,-1-3,8 7,1 2,-4 8,-10 39,16-33,-2 6,-14 27,17-23,0 8,10 9,0 5,4 8,2 3,11 5,1 3,5 4,-1-3,3 1,-1-1,1 2,-3-1,3 0,-7 1,-2 3,-7-5,-6-2,-30-17,23 15</inkml:trace>
  <inkml:trace contextRef="#ctx0" brushRef="#br0" timeOffset="398073.669">8374 10850,'-14'0,"-1"3,-10 1,-3 7,-1 3,-7 8,4 2,3 6,6 2,6 0,2 4,4-2,6-4,5-30,0 29,6-4,-6-25,13 19,4-6,4-9,1-8,2-8,3-5,-3-7,1-5,-3-5,-3-1,-2-3,-6 2,-11 36,6-29,-6 29,1-26,-1 26,-2-20,2 20,-2-12,2 12,0-3,2 11,7 12,4 4,0 3,2-3,13 1,1-3,2 1,6 4,1-2</inkml:trace>
  <inkml:trace contextRef="#ctx0" brushRef="#br0" timeOffset="409616.9223">12541 11702,'2'10,"0"16,6 13,-2 16,-1 8,2 15,-1 2,-3 45,6 5,-1 13,-7 2,2 5,0-1,-3 6,1 11,3 1,-1 6,-1 7,0 4,-3 4,6 8,-4 4,-3 3,1 10,2-3,-1 5,1 5,1-1,0 2,2 1,3 4,3 1,1-1,1 1,2-1,-4-1,-1-11,-1-25,-8-189</inkml:trace>
  <inkml:trace contextRef="#ctx0" brushRef="#br0" timeOffset="411121.2912">12731 11715,'0'0,"3"-1,10 0,16 2,11 3,11-1,8 1,14 3,13-4,13 1,13 1,7-1,13-1,9-1,6-3,14-1,10-6,8 2,14-3,12-1,4 2,1 0,1 1,0 0,-4-1,2 2,0-1,1 3,-1-5,-2 0,-8 1,-2 1,-5 3,-9-6,-3 6,-8-4,-14-2,-11-3,-6 2,-8 0,-12-2,-6-2,-9 2,-9 0,-10-1,-4 4,-7 1,-10-4,-12 3,-54 10,50-7,-10 1,-40 6,35-3,-8 7,3 11,-9 6,-4 8,-6 9,-4 3,-4 7,-4 8,-4 8,-2 6,-3 7,-1 5,0 5,0 5,1 9,-3 5,4 7,1 9,-2 6,5 4,4 7,0 1,0 7,-1 1,2 7,0 4,0 2,1 3,1 1,-1 0,4 7,0-1,3-2,-3 2,-1 1,3-6,3-1,-1-2,2-2,-2-6,1-5,0-3,2-4,-3-4,1-3,0-3,1-7,1-4,1-8,-3-4,-3-8,1-3,0-5,1 2,0-7,1-1,-2-3,1 0,-1-9,-2-5,0-3,-3-11,-2-4,-1-4,-1-6,-3-6,0-5,4-32,-7 34,-5-6,-8 1,-3-3,-5-2,-8-9,-8-4,-5-5,-8-4,-10-6,-7-1,-6-11,-10-2,-7-4,-9-5,-8-1,-7-3,-9-2,-7-2,-10 0,-8-1,-11-5,-12 0,-9-2,-5-3,-12 1,-8 3,-9 0,-2 4,-8 5,0 4,-4 3,-2 6,1 3,0 2,-3 6,9 2,0 1,2 0,2-2,15-3,15-4,22-9,26-11</inkml:trace>
  <inkml:trace contextRef="#ctx0" brushRef="#br0" timeOffset="411811.4734">16204 11755,'-5'17,"-4"13,-4 9,0 17,-2 11,-1 12,-1 7,4 14,-2 8,5 12,9 9,-4 10,0 5,2 9,-4 8,7 3,-3 3,2 8,1 6,1-3,-6 4,3 2,2 0,-5-3,1 4,2 2,-3 3,-2-2,4 2,4 0,-7 2,7 2,-1-3,-3-3,2 0,-3-3,-2-6,1-13,-1-12,-3-11,0-13,-5-15,0-14,-3-16,17-85,-14 65</inkml:trace>
  <inkml:trace contextRef="#ctx0" brushRef="#br0" timeOffset="413263.6004">12669 16161,'0'0,"0"0,2 0,7 4,2-2,11-2,12 3,12-3,6-1,17 0,8 3,7-6,11 1,12 4,10-4,9-1,7 1,12 0,5 0,4 4,4-2,9 4,-1 2,6 0,4 2,1 2,-2 2,0-3,5-2,-2 4,-3 0,1 0,0 3,0-2,0 2,5 1,-3 4,2 0,-3 2,-7 0,-5 1,-2 0,-7 3,-7 3,1-2,-10-1,-1-1,-8 0,-6-2,-9 1,-10 0,-12-3,-11-3,-12-2,-13-5,-11-2,-47-7,35 3</inkml:trace>
  <inkml:trace contextRef="#ctx0" brushRef="#br0" timeOffset="414049.3715">12804 14547,'21'-5,"18"-1,14 2,15 2,5 2,13-3,6 1,7 1,14 0,9-4,9 0,8 3,9 2,6-2,7 5,6 0,9 7,11-4,-2 5,7 2,9 2,0 4,-7 0,10 3,-5 0,1 0,-7 5,3 0,-10 0,-3 4,3-2,-6 0,-5 0,-6 3,-4-3,-13-2,-9-2,-9 3,-9-3,-10 0,-11-2,-10-3,-12-5,-12-1,-13-4,-57-10,48 7,-14-8</inkml:trace>
  <inkml:trace contextRef="#ctx0" brushRef="#br0" timeOffset="421646.2103">12009 12026,'-3'-17,"-2"-7,-5 0,-6 2,-8 6,-10 8,-10 12,-13 8,-2 8,0 9,2 6,12 5,4 5,10 3,9 5,7-3,12 1,13 1,9-3,12-5,8 1,5-1,6-1,5-3,0 3,-2-5,1 5,-6-4,-5 2,-4-2,-5 0,-6-1,-10-3,-7-2,-8-2,-8-4,-7-1,-11 1,-13-3,-5-3,-3-4,-7-7,1-2,-2-6,1-1,1-6,7-4,1-2,11-4,3-3,8 0,7-4,9-3,7 1,5-1,10-3,5 1,3 1,5 0,-1 4,2 2,-2-1,0 3,2 4,-32 14,30-15,-2 3,-3 3,-25 9,25-12,-1 4,-24 8,21-5,-7 2,-7 8,-12 6</inkml:trace>
  <inkml:trace contextRef="#ctx0" brushRef="#br0" timeOffset="433207.4715">19280 11450,'0'0,"2"-3,3 0,17-2,9 1,11 1,9 3,12 3,8-3,7 0,18 3,5-2,9-1,10 2,1 1,0 0,8-5,4 7,1-3,-1 1,-2-1,0 5,0-2,-6 2,-3-1,-10 2,-6-3,-10 2,-3-3,-7-3,-10 1,-9 1,-10-4,-11-2,-46 3,37-1,-37 1,31-1,-31 1,25-1,-10 4,-7 7,-1 5,-7 3,-4 5,-4 3,-2 2,-2 8,-2 2,0 6,-2 6,1 4,-2 5,1 6,1 3,2 5,4 7,-2 4,0 4,5 3,-2 4,1 0,0 4,1 1,3 4,2 2,-4-1,5 2,-4 6,3-3,-1 5,4-1,0-2,2 1,-5 3,3-2,5 0,-3 3,4-2,-5-3,1 3,1 0,-2-3,0-1,4 1,-4-2,-2-3,3-1,-5-2,1-1,-1-2,-1 0,1-3,3 0,-2-5,0 3,-1-5,3 3,-2-4,-1 0,-1-3,3 1,2-1,0-8,2 1,-2-6,1-5,-3-2,4 1,-1-7,-1 0,3-1,-3 0,1-5,-1-3,-2 0,2-4,0-1,-1 3,0-3,1-4,0 1,0-2,-2-1,4-4,1 0,0 1,-3-4,0 0,0-2,2 1,-3 0,-1-3,4-1,-2 1,1-2,1-3,-5-25,2 25,-1 0,0 1,-2-2,1-24,-5 24,-5-2,-2 0,-7-6,-2 0,-4-6,-3 0,-8-1,-3-3,-4-3,-2 0,-8-6,-5-1,-6 0,-4 0,-9 2,-7-1,-2-4,-7 0,-2-6,-7 0,0-3,-7 0,-2 0,-2-6,-3 3,0-1,-7 5,-8 4,-5-6,-12 3,-11-1,-9 4,-4 4,2 1,6 5</inkml:trace>
  <inkml:trace contextRef="#ctx0" brushRef="#br0" timeOffset="441016.136">13230 12091,'0'0,"0"-1,1 2,7 5,9 5,6 6,5 10,3 6,5 7,5 5,3 8,9 5,4 8,-1 3,4 9,14-3,-2 5,6 0,5 3,0 1,1 2,6-3,5-1,-3 4,6 2,3-1,-4-1,2 3,-3-8,-4-3,-8-6,-5-5,-2-5,-2-2,-13-8,-9-9,-8-5,-45-38,31 30,-11-3,-19-8,-17-11</inkml:trace>
  <inkml:trace contextRef="#ctx0" brushRef="#br0" timeOffset="442910.5281">13677 13311,'-5'0,"-14"0,-3 7,-6 3,-8 5,-4 11,3 4,0 3,2 7,5 6,6 1,4-1,8 4,6-3,2-3,9-2,1-8,4 2,6-5,7-9,2-4,7 0,7-7,-3-7,0-6,2-8,1-11,1-2,-2-5,-1-6,-2-1,-3-5,-4-5,-5 1,-8-1,-5 3,-5-1,-5 3,-4 5,-5 2,9 33,-17-27,-8 2,-7 6,-8 6,3 4,1 7,-2 4,4 4,9 12,0 1,5 10,9 3,7 6,7 0,8 3,4 1,7-5,10 1,-1-2,2 2,1-3,-4 0,-1 1,-1-3,-6 0,1-2,-5-4,-5-1,-13-26,10 24,-10-24,9 24,-9-1,-6-2,-3-2,-7-2,-8-2,-7-10</inkml:trace>
  <inkml:trace contextRef="#ctx0" brushRef="#br0" timeOffset="443753.3252">14818 12736,'15'1,"8"-1,16 0,2 1,9 4,7-1,7 1,1 2,7 0,-8-2,-7 3,-4-1,-12-2,-5 2,-36-7,29 6,-29-6,26 5,-16-2</inkml:trace>
  <inkml:trace contextRef="#ctx0" brushRef="#br0" timeOffset="444294.6605">14865 12737,'0'0,"-7"0,7 0,-6 4,6-4,-4 6,5 6,4 1,8-1,8 0,6-3,5-1,-32-8,37 9,-2 2,-2-1,-33-10,30 14,-11 1,-5 3,-14-18,5 21,-7 2,-18 4,-4-2,-4-1,-10-1,-1-2,0 0,-5 0,5-2,7 2,32-21,-31 14,8 2,23-16,-17 17,5-2,12-15,-1 13,10 1,12-4,10-3,10-2,1 3,9-1,-3 0,1-1,-6 3,1-2,-9 1,2 1,-6-3,-31-6,27 8,-27-8,21 6,-21-6,16 8,-11 1</inkml:trace>
  <inkml:trace contextRef="#ctx0" brushRef="#br0" timeOffset="445187.3038">18569 15111,'13'-6,"9"-4,11 2,13-2,3 3,12 2,10 1,3 1,17 3,8-1,8 1,7 1,10 4,0-2,7 0,8 1,2 0,6 2,0 4,4 4,-1-1,-2 5,-5-1,-4-1,-9 1,-5 1,-6-1,-6 2,-10-3,-9-4,-10 1,-7-2,-6-1,-13-2,-7 3,-51-11,43 8,-43-8,32 9,-14 1</inkml:trace>
  <inkml:trace contextRef="#ctx0" brushRef="#br0" timeOffset="445812.1974">19231 16779,'-2'-8,"-3"-7,-1-4,6 19,-5-22,5 22,-3-23,3 23,-2-23,5 5,4 0,7 6,10 4,10 3,8 3,11 0,11 5,12-3,7 2,13 6,10 1,8 3,10 6,7 5,3 3,4 0,-6-2,-1 0,-9-3,-3-1,-2-1,-4-1,-7 0,-7-5,-6-2,-6 6,-4 0,-3-3,-13 1,-5-3,-11-3,-51-9,40 9,-40-9,32 6,-32-6,25 4,-19-1,-21-7</inkml:trace>
  <inkml:trace contextRef="#ctx0" brushRef="#br0" timeOffset="450230.8378">17681 13097,'1'-17,"-1"17,-1-19,-4-6,-14 2,-13 2,-16 8,-9 11,-6 8,-8 7,-1 9,5 8,2 5,6 11,9 6,15-1,14 1,5-2,14-4,12-6,16-3,4-7,20-9,5-3,2-11,3-10,4-12,-4-9,2-9,-8-7,-4-9,-7-5,-5-4,-9-1,-4 4,-6 1,-8 8,-11 46,4-40,-4 40,0-34,0 34,-2-24,-2 13,1 16,3 20,3 11,5 11,7 8,8 2,6 4,12 0,0 0,9-3,1-3,2-3,0-5,-8-11,-4-3,-5-5,-1-7,-4-6,-3-13</inkml:trace>
  <inkml:trace contextRef="#ctx0" brushRef="#br0" timeOffset="451073.8724">20618 12442,'-3'9,"-5"16,-4 11,-2 12,3 11,-3 11,3 4,4 11,4 3,-2 5,0-5,-5-6,2-2,4-8,-1-10,-2-4,5-7,-3-8,-1-4,-3-6,9-33,-10 25,10-25,-9 22,9-22,-7 14,4-11,6-13,1-15,8-8,3-10,10-4,5 8,7 3,3 8,8 6,0 6,1 5,0 10,-1 2,-1 7,-2 5,-3 4,-4 2,-7 6,-6 3,-1 2,-8 4,-6 0,-7 1,-7 0,-3-3,-3 0,-5-1,-5-5,1-7,-5 1,-4-8,-1 0,-4-5,-2 1,-3-9,0-2,3 0,-4-3,2-3,-4-3,1-3,-1-3,-2-1,4 0,-2 3,7 1,5-2,29 17,-25-12,25 12,-18-8,18 8,-11-11,7-3</inkml:trace>
  <inkml:trace contextRef="#ctx0" brushRef="#br0" timeOffset="456062.2148">14063 14757,'-13'-6,"-7"2,-12 0,-6 6,-4 6,-6 5,3 10,6 6,1 3,5 4,11 1,5 1,10-4,7-34,0 31,5-6,-5-25,12 19,10-7,8-10,4-10,3-5,-2-3,-1-5,3-1,-4-3,-1-1,3 0,-6 3,-29 23,27-22,-27 22,21-17,-21 17,16-14,-5 8,0 12,-7 8,-7 10,-11 9,-4 11,-6 6,-2 6,-1 5,0 2,5 1,0-1,3-2,4-2,5-2,0-8,5-5,7-6,-2-38,4 32,7-5,2-4,7-7,2-1,5-6,-27-9,30 6,-1-3,-29-3,28 2,-4-1,-24-1,21-4,-8-7</inkml:trace>
  <inkml:trace contextRef="#ctx0" brushRef="#br0" timeOffset="456483.9938">14576 15431,'-6'-2,"-10"-1,-13 6,-2 7,-6 6,2 8,6 6,6-1,23-29,-16 30,8 4,11 2,8-3,6-8,5-3,-2-12,5-6,1-5,-26 1,27-8,0-5,3-9,-4-2,-4-4,-4-3,-6 2,-2-3,-9 6,-5 2,-3 3,-8 2,-10 2,-1 4,-5 4,-4 7,2 4,4 4,1 2</inkml:trace>
  <inkml:trace contextRef="#ctx0" brushRef="#br0" timeOffset="457249.4277">14360 16572,'-7'-18,"-6"0,-6-3,-5-1,-9 3,-3 8,-5 7,-6 7,1 10,1 9,4 3,8 5,5 1,8-3,10 3,10-31,1 28,4 1,-5-29,16 28,6-5,12-10,1-6,0-9,0-8,-1-4,-1-3,1-4,-3-3,0-1,-31 25,30-28,-30 28,28-22,-28 22,19-18,-6 9,-8 14,-10 8,-8 16,-8 7,-8 10,-1 6,-3 4,0 1,4 1,3 1,3-3,4-2,0-8,7-1,2-6,1-6,9-33,-4 28,8-3,-4-25,9 21,7-3,10 5,4-10,0-3,-30-10,34 5,-1 0,-33-5,31-2,-31 2,24 1,-5-6,-19 5,8-12,-8 12</inkml:trace>
  <inkml:trace contextRef="#ctx0" brushRef="#br0" timeOffset="457483.7533">14711 17267,'-1'12,"-2"21,-4 13,-4 19,4 11,-3 13,-4 3,4-11</inkml:trace>
  <inkml:trace contextRef="#ctx0" brushRef="#br0" timeOffset="468398.6192">17761 15180,'-1'-4,"1"4,-9-9,-8 0,-13 2,-13 7,-7 4,-1 10,-3 4,7 6,6 3,2 1,9 2,8-1,3-3,19-26,-9 25,7-3,8-7,-6-15,11 8,9-4,8-14,-2-2,5-5,-1-4,2-4,-1 3,-2-6,-4 6,-25 22,25-24,-25 24,20-18,-20 18,14-13,-2 10,-4 12,-2 11,-9 4,-4 7,-1 4,-4 4,0 4,-1 3,0-1,1 2,-3-4,2 0,2-4,6-2,2-3,0-4,9 0,3-4,5-5,2-1,10-4,3-3,7-5,-1-2,7-8,3-6</inkml:trace>
  <inkml:trace contextRef="#ctx0" brushRef="#br0" timeOffset="468742.3253">18094 15755,'-4'-4,"-4"1,-6 5,1 6,-3 3,-5 7,3 4,6 3,2 2,0 1,8 1,3-4,-1-25,9 26,7-2,8-3,-24-21,26 13,2-7,-28-6,31 0,-3-7,2-8,-8-6,-3 0,-6-1,-6-2,-8-1,1 25,-5-23,-3-2,-4-1,-7 6,19 20,-19-18,-7 6,26 12,-32-5,1 8</inkml:trace>
  <inkml:trace contextRef="#ctx0" brushRef="#br0" timeOffset="470415.4751">13923 15341,'-5'4,"5"-4,-11 5</inkml:trace>
  <inkml:trace contextRef="#ctx0" brushRef="#br0" timeOffset="474011.7853">20959 15540,'2'-5,"-3"-8,-6-5,-7 1,-11 3,-11 4,-13 3,-4 9,-9 6,1 5,4 5,1 6,9 0,12 5,4-1,11 0,20-28,-13 27,10-1,14-3,7-6,5-7,4-3,6-5,2-9,0-5,0-2,1-5,-3-6,-2-2,0 0,-31 27,29-26,-3 3,-26 23,21-22,-21 22,14-15,-6 8,-5 12,-5 10,-9 10,-1 9,-8 5,0 5,-5 2,2 1,-2 4,5 2,0-1,8-1,-5-4,5-2,4-5,6 1,4-4,6-5,3-2,7-3,7-8,5-1,9-1,2-7,9-3,1-6,5-6</inkml:trace>
  <inkml:trace contextRef="#ctx0" brushRef="#br0" timeOffset="474152.3793">21322 16244,'2'46,"0"16,1 17,-4 11</inkml:trace>
  <inkml:trace contextRef="#ctx0" brushRef="#br0" timeOffset="479130.0727">17856 16781,'0'0,"4"-16,0-2,-6-2,-7 5,-17 4,-9 12,-11 5,-3 8,-4 7,-2 7,9 2,2 6,9-2,11 1,8-4,7 1,13-4,-4-28,6 25,10-6,9-11,3-9,2-8,-2-8,-4-4,-3-7,1-5,4-3,-6-3,3 0,-4 6,-19 33,15-27,-15 27,12-22,-12 22,9-13,-3 9,-2 16,-8 12,1 14,-5 6,-11 15,0 5,-5 8,-4-1,5 0,5-8,2-2,4-4,9-6,1-8,5-3,5-8,5-2,4-1,9-7,8-5,16-4,8-5,13-11,3-9,-4-2,-6 0,-64 14,55-17,-9 3,-46 14,33-11,-33 11,25-11,-25 11,13-11,-8 1,-13 2,-11 7,-5 8,-2 7,-5 4,4 5,4 4,4-2,9 5,10-2,3 0,9-5,4-5,5-8,-21-10,25 6,2-8,-1-8,3-3,-6-8,-2-3,-2 1,-6-2,-13 25,8-26,-2 3,-6 23,-4-26,-6 2,-10 6,-7 7,-2 6,-1 10,30-5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40:16.2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20911 16973,'0'-10,"-9"-5,-9-1,-8-1,-15 7,-12 7,-11 7,-1 8,0 8,3 4,12 3,11 3,8-2,31-28,-19 26,19-26,-10 25,13-4,14-3,8-11,8-6,6-4,3-6,-1-4,0-2,2-3,-4 2,-2 1,-37 15,33-12,-33 12,26-8,-5 6,-4 11,-10 9,-8 8,-2 9,-4 8,-8 4,0 3,0 0,2 3,4-3,0-3,6-2,4-4,3-5,6-7,-10-29,12 27,7-10,8-8,2-9,-1-10,1-5,-29 15,29-16,-29 16,26-16,-26 16,25-12,-7 9,-7 13,-2 10,-3 14,-1 9,0 8,1 10,2 8,0 5,1-4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41:26.45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14703 1464,'0'-6,"0"6,4-11,4-1,10-1,10 4,8 1,6 2,2 1,5 0,-2 0,4 0,4 3,5-2,4 2,2 4,3-2,7-2,1 2,3 0,-1-1,6 0,0 2,5-3,3-1,0 2,-1-1,7 5,8-1,1-6,6 0,-2 0,2 1,-1-1,-2 2,2 1,2 2,-2 5,2-5,-2 1,3-2,1 0,0-1,1 3,-3 0,0 0,0 3,-5-4,-3 1,-1 0,-3-1,-4 1,0 2,0-3,2 3,0 2,-2-2,3-2,-2 0,-3 4,-1-3,-1 0,-2 1,-4-2,1 2,-3 2,-1-1,-3 0,-3 2,-6 0,-1-3,-5 0,-7 0,-6 2,-11-1,-5-3,-39-2,33 3,-33-3,24-2,-24 2,14-1,-14 1,8 0,-7 5,-9 4,-11-2,-9 0,-11-6,-13 0,-10-2,-12 0,-10-6,-9 2,-7 1,-7 3,-6-5,-9 4,-4-1,-8 1,-3 1,-7 2,-6-1,-7-4,-4 5,-10-3,-6 3,-5 4,-7-4,-1 6,-6-1,-2 7,-4-4,-1 6,1 1,-1 4,2-3,5 1,2 3,6-6,8 3,12-2,7 0,15-2,11-3,17-2,9-6,15 0,7-2,11 2,6 2,7-1,9 2,3 0</inkml:trace>
  <inkml:trace contextRef="#ctx0" brushRef="#br0" timeOffset="9895.1471">25996 1098,'0'1,"0"-1,1 7,0 6,-1 10,1 5,1 8,0-2,-2 4,1 1,2 3,-1 1,-6 3,5-2,-1-2,-2-4,0 0,1-3,0 4,-2-3,-1-3,-3-1,-3 3,10-35,-9 31,9-31,-7 29,7-29,-5 26,5-26,-3 18,9-12,9-11,12-14,10-6,15-10,11-5,11-4,2 1</inkml:trace>
  <inkml:trace contextRef="#ctx0" brushRef="#br0" timeOffset="10056.8847">26591 1563,'7'-2,"9"-1,13-4,12 2,3 3,0 6,-44-4</inkml:trace>
  <inkml:trace contextRef="#ctx0" brushRef="#br0" timeOffset="10197.4836">26642 1782,'12'-9,"15"-5,12-3,11-4,10 3</inkml:trace>
  <inkml:trace contextRef="#ctx0" brushRef="#br0" timeOffset="10697.3689">27396 1255,'-5'7,"-9"9,-9 0,-1 7,3 1,1-2,20-22,-16 21,16-21,-6 20,11-5,6-4,-11-11,21 9,-21-9,15 12,1 1,-7 6,-4 4,-4 3,-4 4,-6 4,-2 3,-5 1,0 4,2-2,-2-1,2-3,14-36,-15 29,15-29,-10 21,0-3,-4 0,2 3,-2 4,-3 11,-4 7,1 6,1 1,3 0,12-4,9-7,10-3,14-11,8-1,5-5,6-6,4-7,-3-7,2-3,2-5,2-3,2-10,2-2</inkml:trace>
  <inkml:trace contextRef="#ctx0" brushRef="#br0" timeOffset="22002.7032">28236 1826,'-4'-2,"-8"2,12 0,-17 2,-3 0,-1 8,-1 4,0 9,-1 5,-2 5,3 2,-2 3,5 2,8-2,5-7,5-2,1-29,5 26,-5-26,11 15,8-4,2-9,4-9,3-14,1-1,-4-6,-3-3,-3-3,-3 0,-4-2,-3 1,-9 35,7-34,-7 34,3-30,-3 30,1-22,-1 22,-1-11,-2 12,-3 20,0 6,3 7,0 2,1 3,4-2,6 4,9 1,7-5,15-14,18-19,6-16</inkml:trace>
  <inkml:trace contextRef="#ctx0" brushRef="#br0" timeOffset="22393.249">28877 1732,'0'0,"-7"-4,-4-1,-10 3,-2 8,-7 6,-1 8,2 8,-1 7,2 4,3 6,8-5,6-4,11-36,0 31,7-4,9-7,-16-20,21 12,0-11,3-10,-4-7,-3-4,-4-4,-4-1,2-3,-3-3,-2 0,0 0,-6 31,5-27,-5 27,4-23,-4 23,4-16,-2 11,3 12,-1 8,0 10,-1 8,-2 5,5 5,1 3,5 2,2 4,11 1,9-9</inkml:trace>
  <inkml:trace contextRef="#ctx0" brushRef="#br0" timeOffset="22533.8389">29246 2169,'-6'12,"-4"14,-3 12,-3 13,2 12,1 9,3 4</inkml:trace>
  <inkml:trace contextRef="#ctx0" brushRef="#br0" timeOffset="27760.9678">30155 1695,'0'0,"-5"-4,-11-2,0 4,16 2,-24-2,-1 12,-5 12,-1 9,-4 9,2 4,1 6,7-1,4-1,8-7,8-5,5-36,4 27,9-7,-13-20,18 13,2-11,4-12,-4-6,1-8,-5-5,3-4,-1-3,-5-2,-3-3,4-5,-2-1,0 2,-12 45,12-37,-12 37,11-29,-2 13,-4 14,2 8,0 12,-2 8,2 7,-4 8,2 2,2 5,7-2,7-1,6-7,3-15</inkml:trace>
  <inkml:trace contextRef="#ctx0" brushRef="#br0" timeOffset="28245.2837">30479 1420,'0'0,"0"0,1-1,0 6,3 8,-1 9,3 13,-2 6,7 10,-3 5,3 5,0 2,0-2,6-6,-6-6,-2-3,-9-46,7 37,-7-37,9 29,-9-29,6 23,-1-13,-4-17,1-9,-1-7,5-9,5-4,4-2,8 1,5 3,4 9,3 10,0 7,-2 6,-1 9,-8 6,-2 6,-8 3,-3 4,-2 1,-8 2,-5 3,-2 0,-11-1,-10-1,-4-3,-6-2,-3-6,3-6,3-4,34-9,-28 2,6-9,8-13,10-10</inkml:trace>
  <inkml:trace contextRef="#ctx0" brushRef="#br0" timeOffset="28715.6294">31460 1710,'0'-5,"-6"-4,-5 2,-7 1,0 3,-10 8,-3 9,2 7,-5 4,6 8,5 1,8 2,2 1,5-1,5-4,3-32,3 28,-3-28,9 22,6-8,-15-14,17 7,3-11,0-10,0-10,1-2,-6-4,2-2,0-4,-7 2,2-1,-12 35,13-32,-13 32,7-25,-7 25,5-18,1 14,1 18,-1 13,2 10,1 8,2 9,3 4,6 1,8 3</inkml:trace>
  <inkml:trace contextRef="#ctx0" brushRef="#br0" timeOffset="28871.9579">31984 2315,'-3'23,"-1"12,-1 15,-4 14,-1 9</inkml:trace>
  <inkml:trace contextRef="#ctx0" brushRef="#br0" timeOffset="47176.9798">32219 1480,'2'8,"-1"16,2 10,-2 10,3 8,-3 8,7-4,-1 4,3-4,0-4,4-7,-14-45,8 43,1-8,-9-35,6 30,-6-30,3 25,-3-25,3 16,-2-6,-1-13,1-7,2-11,4-9,6-9,8-6,4 2,4 4,8 6,-3 12,0 9,0 8,-5 8,-9 8,-4 4,-7 6,-3 5,-7 3,-4 5,-3-2,-11 2,-3 1,-2-7,-6-5,-5-2,-3-4,0-5,2-5,5-5,31-3,-25-3,9-7,11-13</inkml:trace>
  <inkml:trace contextRef="#ctx0" brushRef="#br0" timeOffset="47614.3873">32966 1793,'0'0,"-6"2,-8 2,-5 7,-5 9,-4 7,3 4,4 7,5 1,3 2,7 2,1-5,5-5,0-33,7 27,4-11,-11-16,14 10,3-10,12-15,-1-7,-6-4,-4-4,-4-4,-7 0,-6-1,-5 0,4 35,-4-29,4 29,-4-22,4 22,-4-13,2 10,-1 17,3 7,1 8,4 7,1 3,8-5,6 2,8-7,7 0,10-9,11-11,3-14</inkml:trace>
  <inkml:trace contextRef="#ctx0" brushRef="#br0" timeOffset="47958.6232">33442 1822,'0'0,"-4"-2,-6 2,-3 8,-10 6,-1 10,-1 7,-2 4,5 2,2 3,3-5,5-3,10-4,2-4,0-24,8 15,6-9,5-11,-1-9,1-6,1-7,-6-3,-3 0,1-6,-6 3,-6 33,4-31,-4 31,3-23,-3 23,2-15,-1 10,-1 13,-1 14,1 7,-1 10,3 7,2 6,6 4,4 1,3-7</inkml:trace>
  <inkml:trace contextRef="#ctx0" brushRef="#br0" timeOffset="48083.6015">33577 2396,'-7'27,"2"9,-8 12,5 12,-4 8</inkml:trace>
  <inkml:trace contextRef="#ctx0" brushRef="#br0" timeOffset="49054.3864">28396 3098,'-6'-4,"-12"4,-2-1,-8 10,-5 6,-1 14,-6 9,3 10,2 7,3 3,7 1,11-1,8-6,13-5,8-6,7-9,-22-32,27 21,4-11,2-12,-4-9,3-14,-1-10,-1-4,0-5,-4-3,-6 2,-5-5,-5 2,-4 0,-6 48,4-47,-4 47,1-40,-1 40,-2-28,0 15,5 13,-1 18,6 9,3 11,1 7,2 5,3 3,7 3,4-1,3 1</inkml:trace>
  <inkml:trace contextRef="#ctx0" brushRef="#br0" timeOffset="49507.3888">29189 3114,'-17'-6,"-3"2,-8 4,-1 6,0 9,-7 13,5 10,1 8,1 6,6 1,10 3,4-10,9-6,5-7,-5-33,13 25,6-6,9-8,-3-12,0-6,-3-9,-2-5,-2-6,2-5,-8-6,-1-4,-3-5,-3-4,-4 0,-1 51,-1-45,1 45,-1-36,1 36,-2-23,1 16,6 16,3 14,1 9,3 12,2 7,2 0,4 1,11 2,7-6,13-10,16-18</inkml:trace>
  <inkml:trace contextRef="#ctx0" brushRef="#br0" timeOffset="49886.6248">29868 3089,'0'0,"-11"-6,-3 1,-9 7,-3 10,-2 13,-4 14,3 5,3 9,4 3,4-3,12-2,2-5,7-8,-3-38,12 27,4-9,2-14,0-12,0-12,-2-6,-3-6,-3-4,-1-4,-3-3,2 0,-8 43,6-41,-6 41,6-33,-1 12,4 15,-3 12,3 14,5 9,1 9,6 9,6 3,0 2,1 4,7-8,5-11,0-19</inkml:trace>
  <inkml:trace contextRef="#ctx0" brushRef="#br0" timeOffset="50387.1432">30398 2889,'1'18,"1"14,1 14,-4 14,2 8,1 6,2 5,2 9,-2-4,0 0,-1-11,-3-73,2 58,-2-58,1 42,1-17,-1-18,1-17,-2-12,0-10,3-11,1-6,8-1,1 3,11 11,3 12,6 13,6 14,4 10,-1 7,-1 8,-3 3,-3 6,-4 1,-4 4,-10-5,-8-7,-11-2,-8-8,-7-5,-10-2,-11-7,-8-4,-17-6,-9-4,-9-2,-1-3,3 1,5 6,13 1,14 1</inkml:trace>
  <inkml:trace contextRef="#ctx0" brushRef="#br0" timeOffset="59223.2433">28790 2693,'0'0,"0"-2,0 2,-2-1,2 1,0 1,0 7,5 9,2 2,-1 6,2 2,1 3,0 2,-3 2,1 3,1 2,-6 4,1 4,2 1,-1 0,-1 0,0-4,-1-4,0-1,0-5,-2-34,0 31,1-2,-1-29,-3 28,3-28,-4 24,4-24,-4 15,4-15,-3 10,1-5,2-5,-1-8,0-9,3-15,4-5,-2-6,5 2,3 2,0 6,-12 33,18-28,1 2,1 4,-20 22,23-17,2 3,4 10,-29 4,28 0,1 8,1 11,0 4,-7 2,1 0,-4 3,-4-3,-16-25,11 26,2 0,-1 4,-12-30,6 27,-2-1,-4-26,2 27,-3 1,1-28,-10 25,-5-3,-3-5,18-17,-21 14,-2-9,-6-4,-5-2,-1-1,0-6,0-2,2-3,33 13,-31-11,4 0,27 11</inkml:trace>
  <inkml:trace contextRef="#ctx0" brushRef="#br0" timeOffset="71564.9491">27366 4388,'4'-10,"-4"10,8-14,1-5,0-2,-9 21,2-22,-2 22,-1-20,-9 11,-11 10,-7 11,-6 8,-3 5,0 4,1 6,1 1,4 1,4 5,7 3,6-2,7 1,1-1,11-4,4-5,5 0,-14-34,20 26,4-10,6-8,0-13,1-10,-2-9,-1-13,-4-5,-2-7,-3-8,-1-1,2-2,-4 1,1 7,-17 52,18-46,-18 46,13-38,-13 38,9-27,-5 21,-1 17,-6 12,-4 11,2 7,-5 3,-3 4,1 7,4-1,2 4,10-4,6-5,11-9,12-7,10-10</inkml:trace>
  <inkml:trace contextRef="#ctx0" brushRef="#br0" timeOffset="72129.5907">27905 4054,'0'1,"-2"7,-1 8,2 11,-5 12,1 12,-3 4,1 12,0 3,8 0,-2 3,4-2,-4-5,5-6,-2-7,-2-13,0-40,4 32,-4-32,3 22,-3-22,2 12,-1-10,1-10,-2-13,3-6,4-4,6-8,11-3,7 3,7 6,4 9,1 11,-3 8,-2 10,-5 6,-2 11,-3 1,-7 7,-5 4,-2 3,-6-1,-5 0,-8-4,-7-3,-9-3,-6-3,-4-6,-4-3,-1-4,-1-4,4-4,33-2,-29 1,6-11</inkml:trace>
  <inkml:trace contextRef="#ctx0" brushRef="#br0" timeOffset="72598.1987">28683 4539,'-7'3,"-9"6,-9 7,-4 12,-3 8,1 10,3 2,6 4,7-4,10-3,6-8,8-10,-9-27,14 18,-14-18,21 12,1-9,0-11,0-10,-2-7,1-6,-4-6,-1 0,-4-2,2-2,-2 2,-4 6,-8 33,6-32,-6 32,5-22,0 13,1 15,3 10,-1 11,1 9,0 6,2-1,2 5,1-1,5-5,1-4,5-6,1-10,1-13,-4-14</inkml:trace>
  <inkml:trace contextRef="#ctx0" brushRef="#br0" timeOffset="73082.5089">29015 4309,'3'12,"2"13,2 8,3 8,-1 10,2 5,-1 3,-2 0,3-1,-2 0,-2-3,-4-7,-3-48,5 41,-5-41,2 33,-2-33,0 22,1-11,-1-11,1 0,2-11,-3-18,6-5,9-4,3 3,6 3,5 8,4 9,-1 7,0 9,4 7,-4 8,3 6,-4 2,-5 4,-1 2,-5-1,-5-1,-5-3,-10-2,0-23,-3 23,-10-4,-13 0,-5-5,-6-2,-6-4,-4-3,1-5,6-12</inkml:trace>
  <inkml:trace contextRef="#ctx0" brushRef="#br0" timeOffset="74019.7643">29774 4392,'1'12,"0"12,-1 14,1 10,2 10,2 1,5 3,6 0,-7 1,0 0,1-5,-4-2,-2-6,-1-7,-3-43,2 35,-2-35,1 29,-1-29,1 20,-1-11,-5-12,1-7,1-10,0-6,1-7,3-5,5-6,4 0,6-2,4 9,4 4,5 11,4 10,3 11,3 6,-1 10,1 5,-2 9,-4 4,-3 3,-8-2,-5 2,-10-2,-8-4,-5-5,-8-3,-3-3,-8-3,-1-1,-5-3,-2-3,-3 1,2-6,3-3,1-7,6-9,2-11</inkml:trace>
  <inkml:trace contextRef="#ctx0" brushRef="#br0" timeOffset="75414.7505">30637 4844,'-6'-1,"6"1,-13 2,-5 2,-8 10,-7 22,-1 11,10 0,3 3,10-2,9-6,3-6,5-7,4-3,-10-26,13 19,5-6,-18-13,21 4,2-11,5-10,1-6,-4-4,0-3,-3-4,-5 0,-1-2,-7-2,-4-1,-1 1,-4 38,2-34,-2 34,2-25,-2 25,4-17,-1 14,-1 18,5 10,1 11,1 8,0 3,4 1,5-5,4-6,-22-37</inkml:trace>
  <inkml:trace contextRef="#ctx0" brushRef="#br0" timeOffset="75930.2634">31094 4453,'3'20,"2"15,2 10,0 12,4 7,-2 3,2 5,-1 1,-4-7,5-8,-6-11,-5-47,2 38,-2-38,2 25,-2-25,0 15,0-15,0 7,2-13,1-16,4-7,1-6,7-5,0 0,5 4,3 8,5 8,1 11,4 9,1 10,2 8,-3 5,-3 4,-2 4,-10 3,-18-34,11 37,-9 2,-10-2,-8-4,-4-6,-6-6,-2 0,-8-8,2-5,2-7,4-5,4-11,8-9</inkml:trace>
  <inkml:trace contextRef="#ctx0" brushRef="#br0" timeOffset="76372.6802">31989 4782,'0'0,"-3"-3,-4 3,-8 7,-5 12,-5 10,-2 14,-2 5,2 3,8-1,9-3,9-11,1-36,5 30,-5-30,10 24,-10-24,16 15,0-10,1-14,1-8,0-7,0-4,-1-6,0-5,-3 2,3-3,-5-2,2 6,-14 36,8-30,-8 30,6-20,-4 7,0 17,4 11,2 12,0 11,-1 6,3 9,5 2,1 4,6-4,5 5,4-7</inkml:trace>
  <inkml:trace contextRef="#ctx0" brushRef="#br0" timeOffset="76731.9809">30673 4897,'17'6,"10"11,4 4</inkml:trace>
  <inkml:trace contextRef="#ctx0" brushRef="#br0" timeOffset="77270.3527">32604 5222,'0'3,"1"17,3 12,6 13,-1 18,0 11,-3 8,-6 5,-7 3,-13-6</inkml:trace>
  <inkml:trace contextRef="#ctx0" brushRef="#br0" timeOffset="77572.0955">31687 3596,'-13'32,"-9"17,-6 19,-9 20,-10 17</inkml:trace>
  <inkml:trace contextRef="#ctx0" brushRef="#br0" timeOffset="78731.5527">32477 4941,'5'6,"10"2,11 5,8-3</inkml:trace>
  <inkml:trace contextRef="#ctx0" brushRef="#br0" timeOffset="78872.1896">32825 4931,'0'0,"0"0,3 3,2 2,15 3</inkml:trace>
  <inkml:trace contextRef="#ctx0" brushRef="#br0" timeOffset="78974.1947">33039 4953,'0'0,"0"0,0 0,2 2</inkml:trace>
  <inkml:trace contextRef="#ctx0" brushRef="#br0" timeOffset="79458.4636">33326 4311,'0'0,"13"-1,0 6,-1 10,-1 9,-9 7,-15 7,-4 3,-11 1,-4 1,5-4,4 0,9-3,14-36,-6 30,9-4,-3-26,10 25,4-5,0-3,-4 2,-7 6,-6-1,-1 11,1 1,-2 7,4-1,0 5,8-1,1 2,9-1,6-4,0 2,4-4,-1 4,-9-1,-5 1,-12 2,-10-3,-10 0,-13 0,-12 7,-14 1,-24 5,-18 11,-33 22,-32 21,-34 36,-30 41</inkml:trace>
  <inkml:trace contextRef="#ctx0" brushRef="#br0" timeOffset="111473.8492">22524 9496,'-10'1,"-10"-2,-17 10,-6 5,-3 6,1 6,3 9,7 7,6-2,8 5,9-1,7-4,8-9,13-3,1-9,9-8,4-3,1-7,-3-9,4-7,-1-2,-4-10,0-1,1-3,-3-5,-6-1,5 1,-4 1,-20 35,21-25,-21 25,17-18,-4 12,-4 10,-5 15,-8 6,-6 11,-3 10,-1 10,1 7,4 2,2 0,2-2,1-5,1-4,-3-2,2-6,6-6,1-1,3-6,-6-33,9 32,7-4,10-8,6-9,6-14,0-15,6-10,-5-5,-1-2,-2 6,-36 29,29-26,-29 26,21-20,-21 20,12-17,-12 17,6-11,-9 7,-6 11,-4 9,-1 11,1 5,-2 2,9 0,6-5,4-3,8-6,4-4,8-7,3-4,-1-7,-3-6,-2-5,-3-5,-5-3,-7-2,0 1,-10 1,4 21,-6-19,-5 2,-9 2,-1 6,21 9,-22-5,22 5,-24 2</inkml:trace>
  <inkml:trace contextRef="#ctx0" brushRef="#br0" timeOffset="112207.9964">22746 9211,'-10'-4,"-4"-8,-9 0,-3 0,-2 2,-7 6,-11 6,-3 5,-9 8,-2 5,-4 5,5 9,2 2,5 5,8 9,6 7,2 6,2 6,4 8,1 5,2 5,8 0,11 3,8-2,10-3,9-1,7-8,11-6,13-4,2-9,8-8,4-4,9-7,2-12,5-6,1-6,6-11,-1-8,0-3,-1-8,-3-4,-4-4,-6-6,-7-10,-6-4,-5-7,-8-5,-3-8,-7 0,-6-4,-6-4,-6 4,-3-1,-13-4,-6 4,-12-2,-2 0,-9 3,-1 7,-9-2,-3 7,-6 3,0 8,-5 0,0 9,-2 7,-5 5,2 7,-3 5,-1 6,-5 8,6 6,-2 7,1 3,7 8</inkml:trace>
  <inkml:trace contextRef="#ctx0" brushRef="#br0" timeOffset="112887.5911">20900 10053,'-8'-3,"8"3,-11-4,11 4,-11-3,1 1,10 2,-3 3,12 7,19 0,11-2,11 1,13-1,9-7,5 0,8-3,0-1,-2 3,-5 0,-4-4,-4 1,-7-1,-9 0,-4 2,-9 0,-41 2,35-6,-35 6,24-5,-9-4,-15 9,1-11,-13-2,-13 0,25 13,-30-13,-3 3,33 10,-30-8,30 8,-26-5,26 5,-16-5,8 5,11 3,8-1,7 2,4 4,-22-8,21 8,3 5,0 3,-6 3,-5 4,-8 2,-15 4,-14 10,-10 3,-16 4,-4 7,-3-1</inkml:trace>
  <inkml:trace contextRef="#ctx0" brushRef="#br0" timeOffset="113840.9755">26945 9653,'0'0,"1"-11,-2-2,-13-1,-4 5,-16 3,-6 10,-9 7,-3 10,-2 4,4 3,2 5,9 2,13-3,11-2,8-3,7-27,6 23,7-5,12-5,7-6,5-7,3-8,0-5,-1-2,-4-8,0-2,-3-4,-5-4,-1-2,-2 1,-24 34,15-30,-15 30,15-25,-15 25,9-20,-8 18,-9 18,0 13,-7 7,-5 12,3 5,-3 4,7 1,7 3,2 1,7-1,0-4,6-6,2-4,4-5,7-3,2-11,4-11</inkml:trace>
  <inkml:trace contextRef="#ctx0" brushRef="#br0" timeOffset="113981.5867">27226 10363,'0'18,"-2"8,-4 8,-4 6,3 3,0 1,7-44,-6 40</inkml:trace>
  <inkml:trace contextRef="#ctx0" brushRef="#br0" timeOffset="114664.8466">27114 9391,'-24'-9,"-12"-5,-10 4,-6 5,-4 6,2 7,-3 8,3 7,-6 6,3 6,-1 7,3 7,-3 5,6 8,3 10,5 3,5 5,8 4,8 0,10-1,12-2,7-5,8-6,7-4,12-4,4-8,11-4,4-4,14-5,2-4,4-4,0-8,1-5,-2-6,0-7,1-7,-1-8,-4-9,-4-7,-5-5,-1-8,-5-3,-5-4,-1-5,-7-1,-5-1,-5-5,-3 2,-10-3,-5-2,-4-3,-7 0,-7-2,-5 2,-5-1,-7 2,-5-1,-1 3,-1 5,-4 4,-2 3,-2 7,-4 4,3 4,-4 4,3 7,-4 3,-1 3,-7 5,4 2,2-1,-1 1</inkml:trace>
  <inkml:trace contextRef="#ctx0" brushRef="#br0" timeOffset="116355.4053">28829 908,'-19'-7,"-9"1,-14 6,-7 1,-7 8,-5 9,3 3,0 6,5 10,0 7,0 6,3 5,2 10,-3 5,8 2,7 1,7 3,4 5,4-2,2 5,3 1,7-1,-2-5,6-2,-1-6,3-8,4-4,7-8,3-4,10-6,4-6,9-7,7-7,12-6,8-7,8-3,8-8,4-3,5-9,6-1,-2-3,1-5,-6-5,-3-3,-9-2,-8-4,-6-3,-9-6,-7-6,-2-3,-8-1,-3-4,-7 1,-5-2,-8 1,-6-5,-5 0,-10 0,-7 2,-7-1,-4 7,-6 2,-2 1,-2 4,1 2,-1 2,-1 5,1 5,-1 4,0 8,-7 8,0 7,-3 3,-4 7,-2 3,1 9,-6 6</inkml:trace>
  <inkml:trace contextRef="#ctx0" brushRef="#br0" timeOffset="118674.3466">23242 10183,'0'0,"0"1,1 0,6-1,9 1,6-1,6 1,9 3,6-1,7-4,8 4,9-1,3-6,2 4,3 3,4-3,-2 3,3-2,2 2,6-4,1 4,7 0,1-1,3 2,0 2,1-1,-5-3,-3 4,-4-4,-6-2,1 3,-5 1,1-1,-4-2,-1 1,-5 1,0 2,-12-2,0 2,-5-3,-7-2,-6 0,-4-3,-36 3,31-4,-31 4,25-3,-25 3,23-4,-23 4,16-4,-16 4,16-6,-9 0,-10-3,-8-2,-4-2,-6-4,-6 1,-1 0,2 1,-1-1,27 16,-29-16,5 2,24 14,-23-12,23 12,-20-7,20 7,-14-6,13 9,10 6,6 4,9 4,7 0,3 0,4-1,0 1,-1-4,-37-13,37 15,-5-1,-32-14,28 15,-28-15,20 13,-9 3,-11-16,-5 18,-7 0,-19 4,-7-1,-9 1,-5-1,-6 3,-2-1</inkml:trace>
  <inkml:trace contextRef="#ctx0" brushRef="#br0" timeOffset="119365.1004">24972 9644,'2'-6,"-2"6,0-14,-2-1,-3-2,-9 1,-1 4,-4 8,-4 2,-7 5,-6 5,4 3,-1 3,0 9,4 0,5 2,3 6,4-1,8-3,6 2,3-29,2 25,7-2,10-4,8-6,0-2,6-8,-7-8,3-4,1-3,-3-5,-2-2,-2-3,-6-4,-2-2,-1 0,-3-3,1 4,-12 27,6-25,-6 25,6-20,-6 20,2-15,-2 15,2-7,-2 10,5 15,1 5,4 4,5 6,4 3,4-1,2 1,0 1,-1 0</inkml:trace>
  <inkml:trace contextRef="#ctx0" brushRef="#br0" timeOffset="123062.6962">27508 10318,'2'-1,"-2"1,1 0,-1 0,3-2,7 2,13 4,10-2,9 0,3 0,8 1,5-6,7 1,5-2,9 0,5-2,9 1,5 2,2 1,2-3,4 5,3 0,1 0,1 2,-1-3,-7 0,-3 0,-4 1,-7-1,-9 1,-8-3,-11-1,-61 4,47-9,-14-2,-33 11,20-18,-14-4,-22-9,-16 1,-13-2,-9 6,-4 2,6 0,0 6,12 4,40 14,-32-14,32 14,-23-9,23 9,-13-6,10 6,15 5,11 2,6 5,9-1,5 1,0 2,1 2,0-3,-4 4,-1 1,-5 1,-7 0,-5 0,-22-19,15 21,-4 3,-9 5,-4 2,-8 3,-10 1,-2 5,-8-1,-7 4,-9 2,-1 0</inkml:trace>
  <inkml:trace contextRef="#ctx0" brushRef="#br0" timeOffset="123640.6965">28849 9522,'-4'-5,"4"5,-9-12,-7 4,-10 3,-5 9,-2 11,1 6,-2 11,4 5,4 1,3 2,6-5,11 0,6-5,9-3,5-9,4-1,7-7,6-7,0-9,2-2,1-9,-4-5,-4-4,-6-2,-4-5,-5-5,-2 2,-3-1,-1 2,-5 35,0-33,0 33,-1-25,1 25,-5-19,1 16,1 14,3 18,7 7,5 8,2 8,10 3,7 2</inkml:trace>
  <inkml:trace contextRef="#ctx0" brushRef="#br0" timeOffset="124253.8024">30794 9490,'0'-5,"-9"-6,-9 2,-10 7,-12 4,-7 9,-1 11,-3 4,1 10,1 6,-1 9,17 2,1-3,6-3,26-47,-13 41,6-7,7-34,-2 26,11-9,7-11,6-11,-1-7,4-5,7-9,-2-4,-3-1,6-1,0-6,-3 1,-6 3,-24 34,25-23,-25 23,20-19,-20 19,12-10,-4 16,1 17,-11 11,-1 11,-8 9,-2 4,-5 2,2 1,-4 0,-1-4,-1-5,6-6,-2-5,7-3,7-5,4-4,5-5,14-1,11-3,10-4,10-13</inkml:trace>
  <inkml:trace contextRef="#ctx0" brushRef="#br0" timeOffset="124620.4595">31034 10330,'3'-7,"1"-6,5 0,6 2,5 1,5 7,2 6,3 6,-30-9,27 16,-6 9,-8 6,-10 4,-7-1,-13 4,-4-6,-8-4,1-1,1-5,27-22,-28 17,28-17,-21 17,9-5,16-2,16 0,15-6,16 0,9-5,4-6,-7-7</inkml:trace>
  <inkml:trace contextRef="#ctx0" brushRef="#br0" timeOffset="125870.8569">31067 9265,'0'0,"-2"-11,-3-4,-5-5,-5 0,-2 2,-13 6,-5 2,-7 5,-4 6,-8 4,2 2,-1 2,1 7,2 0,1 6,2 5,-4 2,7 6,-5 6,-2 3,3 5,3 2,3 3,4 2,3 2,2 5,6 0,5 0,10 2,-1 4,5-4,1 3,-2-1,0 1,7-1,1-7,3 1,4-8,3 0,7-4,2-4,6-4,5 1,4-6,12-2,-2 0,5-3,4-4,1-3,2 0,3-4,-1-3,2-3,4 0,0-6,3 0,0-6,-1-2,-3-6,-1-4,-2-2,-1-3,-1-2,-5-6,3-5,-4-8,1-4,-5-6,1-6,-3 2,-1 2,-7-2,-4-1,-10-3,2 0,-7 0,-4-6,-4-6,-6 1,-1-3,-5-3,0 1,-1-1,-5 3,-3 0,1 6,-8 1,-1 5,-4-2,-2 7,-4 0,-3 2,1 1,-2 4,-4 6,5 5,-3 5,-4 6,2 6,0 2,-5 5,0 8,-4 4,-2 6,-5 5,-3 4</inkml:trace>
  <inkml:trace contextRef="#ctx0" brushRef="#br0" timeOffset="127175.341">31590 8976,'0'0,"2"-11,0-3,-2-5,1-3,-8 5,-6-1,-5 3,-9 3,-10-1,-7 1,-4 0,-7 5,-6-1,1 3,0 3,0 1,2 3,1 1,2 7,-1 2,-3 5,-3 8,-3 2,-1 2,2 5,-1 2,6 2,3-3,6 3,3-2,6 3,3 5,1 1,0 5,2 3,-1 0,3 1,0 6,1-1,3 1,3 0,8 1,-1-4,7 3,3 2,-1-1,1 5,-1-1,1 1,-3 3,0-3,3-1,5-1,2-5,4-2,0-3,5-3,3-2,2 2,0-4,9 1,1-4,3-4,6-1,3-1,3-7,3-1,5-4,0-1,1 0,5-3,-3-3,3-1,2-2,-1 0,1-2,5-2,-5-3,3-3,1 0,2-3,5-4,-1 3,2-4,-3-4,-2 0,-1-3,-5-6,0-3,-4 0,-2-5,0-4,0-4,-2-2,-6-1,0-1,-2-3,1-2,-7-2,3-3,4-1,-8-1,-5-3,4-3,-3-4,-5-1,-1-3,-8 1,5-3,-8 2,2-3,2 0,-1 2,2-1,-6 1,5 2,-5-2,0 0,-4 1,0 1,-3 0,-5 0,-6-3,2 4,-1-1,-8 4,1 0,-4 4,-2-2,-6 4,4 1,-1 6,-5-1,-1 2,-3 2,-5 5,-8 3,0 5,-4 5,-2 2,-1 6,-1 2,-2 9,2 1,-2 5,0 8,0 3,-1 1,3 3,5 2</inkml:trace>
  <inkml:trace contextRef="#ctx0" brushRef="#br0" timeOffset="127503.3971">30713 9493,'0'0,"0"7,0 6,-1 8,0 14,0 13,1 11,-7 5</inkml:trace>
  <inkml:trace contextRef="#ctx0" brushRef="#br0" timeOffset="150995.8008">22557 6089,'14'-9,"10"-1,10-3,17 2,8 1,10-1,5-1,5 2,-4 6,1-3,-14 2,-9 0,-53 5,38-3,-38 3,24-2,-16 1,-23 1,-16 4,-12 3,-15 3,-9 4,-12 0,-8 3,-7 4,3-1,-1 0,14 0,11-4,67-16,-56 16,56-16,-42 13,17-3,18 0,13-2,15-2,14 1,10 4,8-2,0 3,-3 6,-9 1,-6 5,-7 6,-10 6,-9 1,-11 7,-14-3,-15-2,-3 2,-5-8,3-1,36-32,-30 27,30-27,-21 22,15-5,19-8,18-9,19-6,20-5,14-5,13-1,10 2</inkml:trace>
  <inkml:trace contextRef="#ctx0" brushRef="#br0" timeOffset="151152.0128">23569 6321,'51'-1,"13"2,5 4</inkml:trace>
  <inkml:trace contextRef="#ctx0" brushRef="#br0" timeOffset="151308.2251">23540 6515,'24'-2,"14"-1,14 2,17-2</inkml:trace>
  <inkml:trace contextRef="#ctx0" brushRef="#br0" timeOffset="151808.1121">24373 5904,'-12'12,"-8"8,-10 7,-12 7,-4 4,2-2,44-36,-39 31,18-10,17-8,18-5,9-6,5-2,-1-2,-27 2,27 0,-5 2,-5 10,-12 5,-6 7,-5 3,-13 3,0 2,-12 0,2-2,0 1,5-1,4-2,5 1,7-3,4 1,3-2,7 2,-2 6,-1 1,-5 2,-1-1,-3 3,-2-1,3-1,2 0,6 2,8-1,10-4,9-4,16-11,11-15,13-13,-2-9</inkml:trace>
  <inkml:trace contextRef="#ctx0" brushRef="#br0" timeOffset="152200.9177">24910 6194,'-1'-10,"1"10,-8-15,-6 0,-7 8,-8 14,-4 13,-7 15,-3 8,4 3,39-46,-34 44,34-44,-27 38,27-38,-14 27,11-12,11-12,10-8,1-7,4-7,0-2,-2-5,0-2,-21 28,18-28,-18 28,13-26,-13 26,13-17,-6 13,-2 21,-1 12,1 14,2 10,3 4,1 1,0-1,5 1,3-10,9-11</inkml:trace>
  <inkml:trace contextRef="#ctx0" brushRef="#br0" timeOffset="152360.1393">25183 6592,'11'22,"-2"6,0 10,-2 2,-1 0,-4 0,-2-3,0-37,-2 31</inkml:trace>
  <inkml:trace contextRef="#ctx0" brushRef="#br0" timeOffset="152819.6084">25656 5903,'9'7,"10"14,3 15,0 12,1 14,-7 9,-8 2,-2 2,-5-4,-2-6,-2-11,3-54,-3 45,3-45,-7 32,-1-12,8-15,0-14,3-11,5-8,-1-7,7 0,4 1,3 2,6 6,4 9,3 11,3 7,3 12,-3 9,0 7,-7 8,-5 1,-3-1,-5 0,-9-2,-10-3,-7-3,-8-6,-8-3,-12-9,-7-11,-12-10,-10-12,-10-16,-3-9</inkml:trace>
  <inkml:trace contextRef="#ctx0" brushRef="#br0" timeOffset="153244.8093">26467 5751,'0'0,"18"6,4 8,-2 8,-8 7,-10-1,-5 0,-15-2,-8-2,-3-3,29-21,-24 21,6-4,18-17,-3 20,9 0,22 2,-3-1,0 3,-6 2,0 1,-9 4,-4 2,1 4,-6 0,-1 0,1 1,4-1,7 7,7 0,12 5,6-2,1-1,-3-3,-6-6,-13-3,-6-3,-12 1,-8-5,-15 2,-14-6,-18-2,-21-5,-29-2</inkml:trace>
  <inkml:trace contextRef="#ctx0" brushRef="#br0" timeOffset="153869.6699">24740 6273,'-8'-1,"-8"1,-3 9,0 6,-7 10,-7 10,5 8,-3 7,4 4,4-1,9-2,11-3,5-10,8-5,10-7,4-8,2-6,4-8,1-8,-2-8,-4-3,-3-9,-5-3,-2-7,-4-7,-4-6,-2-2,1 1,-1 8,-5 40,0-32,0 32,2-21,-1 11,3 17,4 17,9 16,7 12,8 14,5 6,4 9,8-2</inkml:trace>
  <inkml:trace contextRef="#ctx0" brushRef="#br0" timeOffset="162437.5993">22464 9158,'0'0,"0"0,0 0,0 0,0 0,-3 2,-7 1,-10-2,-5-1,-10-6,-6-3,2-7,-4-4,-1-6,9-4,2-5,2-4,8-5,5-2,4-4,5-5,6-5,8-3,7-2,11-3,6 3,6 1,9 4,5 1,5 4,-5 4,7 6,-4 5,1 5,0 7,-1 8,2 6,-2 8,-1 6,-1 6,-4 10,-4 8,-3 4,-4 5,-4 9,-2 4,-5 4,-3-1,-3 0,-4 0,-6 0,-4 2,-1 0,-3 1,-4 0,-1-6,-5 0,-4 1,0-2,-1 2,-4-3,3-2,-7-6,2 1,4-4,0-3,17-30,-17 31,3-5,14-26,-16 19,16-19</inkml:trace>
  <inkml:trace contextRef="#ctx0" brushRef="#br0" timeOffset="162781.293">22822 8915,'0'3,"-2"10,1 5,-2 7,1 8,-2 2,1-2,2-3,-1 1,2-31,3 27,3-4,-6-23,9 18,11-8,9-9,2-7,9-8,2 0,5 0,-4-3,3 6,-5 1,-5 0,-36 10,31-6,-31 6,27-3,-27 3,21-2,-5 2,-6-7</inkml:trace>
  <inkml:trace contextRef="#ctx0" brushRef="#br0" timeOffset="163580.8787">23391 8016,'0'15,"0"5,-2 11,2 5,-1 5,4 4,0 3,1-2,0-3,2 6,1-4,0-1,4-2,-3-4,-8-38,6 35,-2-5,-4-30,4 26,-4-26,1 20,-1-20,1 12,-1-12,1 6,-3-12,4-12,1-8,0-1,5-6,4 4,-1 0,0-1,1 5,4 2,2 6,4 1,1 6,1 2,5 5,-2 3,-2 4,-1 7,1 1,-25-12,22 14,-3 7,0 5,-10 2,-9-28,11 25,-5 4,-6-29,3 28,-3-3,0-25,-6 25,-7-5,0-2,-5-3,18-15,-19 11,1-5,18-6,-23 5,-2-5,-1-4,1 1,0 2,1-1,1 1,0-1,23 2,-25-2,25 2,-24 0,5 0,3-6</inkml:trace>
  <inkml:trace contextRef="#ctx0" brushRef="#br0" timeOffset="190532.3674">26599 9371,'-4'-2,"-8"-3,12 5,-13-9,-9-3,-6-7,0-1,-2-2,-1-2,0-4,1-5,2-5,0-5,5-2,4-4,7-5,2-1,8 0,8-2,15-2,7 2,11 3,9-1,8 7,6 4,3 6,0 4,0 3,0 10,0 7,-8 5,-3 9,-3 6,-5 9,-7 8,-3 12,-2 5,-10 7,-3 1,-4 2,-7 2,0 2,-3-3,-5 1,-7 1,-4 1,-5 3,-3 1,1-1,-2-2,-3 1,-4-3,1-6,1-7,1-8,22-32,-16 25,16-25,-13 20,0-13</inkml:trace>
  <inkml:trace contextRef="#ctx0" brushRef="#br0" timeOffset="190876.0198">26941 9080,'0'0,"0"1,0 5,0 4,0 7,-1 8,3 1,0 5,2-1,2-2,-6-28,8 25,4 0,3-6,-15-19,19 17,5-10,4-2,0-6,2-6,-1 1,6-4,0 1,-1-2,-3 4,0-2,-4 0,-1 3,-26 6,22-5,0-3,-1-2,-3-2,-6-6,-8 0</inkml:trace>
  <inkml:trace contextRef="#ctx0" brushRef="#br0" timeOffset="191519.618">27410 7954,'0'5,"5"11,3 6,2 13,2 13,0 4,-5 2,0 5,0-1,-3-3,1-3,0-7,-5-45,5 40,-5-40,2 34,-2-34,2 28,-2-28,1 17,-2-9,4-15,-1-10,6-10,2-5,5-4,7-2,2 3,7 5,9 6,0 8,3 4,0 10,-5 9,-3 1,-1 9,-4 6,0 7,-8 1,-5 7,-1 2,-5-4,-8 3,-4-5,1-34,-10 31,-5-6,-10-1,-4-9,-6-8,-2-4,-5-6,-4-6,0-5,3-3,-2-2,2-1,7-3,6 0,2 7,28 16,-20-16,1 0</inkml:trace>
  <inkml:trace contextRef="#ctx0" brushRef="#br0" timeOffset="234761.9175">32178 3178,'0'0,"-2"-11,-8-3,-15 3,-6 6,-13 6,-7 13,-11 7,0 7,-4 7,7 5,12-1,12 1,11-3,12-5,10-2,10-14,7 1,6-6,5-6,6-6,0-8,-3-3,-1-7,-1-6,-6-3,5-6,0-5,-4-1,-1 4,-21 36,18-33,-18 33,13-24,-13 24,8-14,-3 12,-3 16,0 8,-1 7,0 7,7 3,11-1,9 4,13-5,13-6</inkml:trace>
  <inkml:trace contextRef="#ctx0" brushRef="#br0" timeOffset="235131.1884">32580 3253,'-20'18,"-8"9,0 6,1 5,4-1,9-2,8-7,8-5,8-8,3-5,6-9,0-9,3-4,-1-8,-1-4,1-7,0-4,-4-3,-17 38,14-34,-14 34,12-29,-12 29,9-17,-1 14,-2 22,-1 6,7 5,3 6,-2 1,10 2,-1 0,1-4,4-9</inkml:trace>
  <inkml:trace contextRef="#ctx0" brushRef="#br0" timeOffset="235536.5698">32987 3057,'11'21,"3"14,2 12,6 9,0 10,-4 1,-3 4,-5-2,-5-6,-5-63,0 54,0-54,-3 45,3-45,-5 33,5-33,-6 19,4-12,8-15,4-14,8-6,8-6,10 3,4 10,4 11,-1 13,-4 11,-2 9,-7 7,-4 1,-10 3,-11 3,-6-1,-11-1,-9-6,-12-2,-13-7,-12-4,-19 0,-16-7</inkml:trace>
  <inkml:trace contextRef="#ctx0" brushRef="#br0" timeOffset="242478.9908">30552 8793,'1'-3,"-1"3,-2-8,-4-3,-3-3,-5-3,-8-2,2 0,-6-5,-1-2,-3-4,2-7,3-6,6-5,6-5,4-7,13-5,6-5,10-4,8-2,16 2,2 1,8 2,8 7,7 2,1 10,1 1,4 13,-4 1,2 12,-2 9,-3 8,-8 11,-2 7,-11 10,-2 9,-4 8,-6 4,-6 6,-8 1,-5 0,-10 2,-3-4,-9-1,-4 2,-4 0,-3 0,-6-4,-2 5,-2-1,1-1,0 5,-1-2,3 2,-1 5,1 2,24-58</inkml:trace>
  <inkml:trace contextRef="#ctx0" brushRef="#br0" timeOffset="242807.7769">31087 8407,'0'8,"-1"8,-1 8,1 3,0 6,3 1,2 1,4-2,-2-2,3-1,-2-3,-7-27,13 23,-1-10,-12-13,18 8,5-13,7-8,6-7,7-2,8-7,7-7,6-4</inkml:trace>
  <inkml:trace contextRef="#ctx0" brushRef="#br0" timeOffset="243281.2868">31907 7808,'2'12,"2"17,5 11,-2 6,-1 8,0 2,-3-2,-2-6,3 0,-2-5,0-7,-2-36,3 33,-3-33,0 30,0-30,-1 20,1-7,1-15,4-10,6-12,9-7,5-7,6 1,11 1,4 10,8 9,4 10,-3 9,-10 6,-11 0,-8 6,-9 3,-9 1,-9 4,-3 6,-12 0,3 8,-16-2,-7 1,-14-7,-13-4,-8-3,-9-13,2-1</inkml:trace>
  <inkml:trace contextRef="#ctx0" brushRef="#br0" timeOffset="243578.1282">31237 8517,'-10'17,"-5"10,-3 10,-4 7,-4 3,3-4</inkml:trace>
  <inkml:trace contextRef="#ctx0" brushRef="#br0" timeOffset="250873.689">21793 16015,'-5'-6,"-11"-5,-5 0,-10-1,-7 1,-6 8,-4 7,-5 7,-2 7,-2 10,6 8,1 7,5 7,11 0,7 4,10-5,8-4,8-7,9-5,9-12,1-8,10-6,4-8,4-12,1-3,0-10,1-3,-2-6,-1-4,-6-2,-3-2,-1 0,-5-3,-7 5,-13 41,10-40,-10 40,4-36,-4 36,2-27,-1 11,-4 12,0 12,-1 13,2 12,4 12,2 10,4 9,5 4,7 0,2-5,2-7,5-9,6-8,5-9,8-12,2-11</inkml:trace>
  <inkml:trace contextRef="#ctx0" brushRef="#br0" timeOffset="251332.807">22707 16229,'0'-14,"-3"-1,-4-4,-5-1,-9 1,-6 6,-10 7,-9 6,-7 11,-7 9,0 7,-3 11,7 7,13 1,12 2,12 0,11-2,7-7,8 0,9-7,12-9,1-6,7-6,0-7,1-6,0-7,0-5,2-9,-5-7,1-5,-3-4,-3-4,-4 1,-5 0,-3 7,-17 35,11-30,-11 30,6-25,-6 25,3-15,-3 9,-2 18,-1 13,-1 15,1 6,1 11,4 2,7 6,9-3,5-6,11-8,8-13</inkml:trace>
  <inkml:trace contextRef="#ctx0" brushRef="#br0" timeOffset="251821.2043">23722 16286,'-8'-11,"-9"-3,-4 0,-12 3,-5 6,-4 5,-8 11,-2 11,3 8,3 9,3 7,7 3,10 3,5-2,11-3,12-2,3-5,9-4,8-7,5-7,4-4,2-9,4-9,2-11,-2-6,-1-9,-1-9,-2-7,-2-5,-4-7,-6 0,0 4,-9 6,-3 9,-9 35,5-29,-5 29,1-20,-1 20,2-11,-6 13,-1 22,5 12,0 13,1 9,8 8,7 2,9 4,6 5,7 1,4 2</inkml:trace>
  <inkml:trace contextRef="#ctx0" brushRef="#br1" timeOffset="290128.9138">24194 17045,'43'-4,"13"1,8-6,1 4,2 0,2 3,2 0,-3 3,5 5,-2 2,-2 2,-5-1,-9 1,-12-2,-43-8,34 6,-34-6,25 3,-13-1,-14 4,-13 0,-12 1,-11 1,-10-1,-12-3,-7 0,-8 0,-6 1,-2-1,1-1,0-6,0 1,8 1,4 2,5 2,5 1,6-4,7 3,47-3,-37 2,37-2,-28 0,13 2,13-1,18-2,18-1,23 4,16-4,11 2,10 5,4-1,3-2,-6 0,-6 0,-7-8,-11-5,-10-4,-9-3,-6 3,-10-1,-36 16,29-17,-8 2,-21 15,10-16,-11-2,-17 1,-10 1,-10 4,-11 8,-11 7,-5 7,-9 6,-1 8,-1 1,0 0,4 3,7-6,8-3,57-19</inkml:trace>
  <inkml:trace contextRef="#ctx0" brushRef="#br1" timeOffset="291450.2422">13113 17231,'0'0,"-1"2,17 2,-16-4,22 4,-22-4,23 2,-23-2,22 4,-8 0,-17 0,9 2,-6-6,9 5,-9-5,5 4,-5-4,2 3,-2-3,2 3,-2-3,-4 1,4-1,-2 1,2-1,0 1,0-1,4 0,-4 0,5 0,-5 0,7 0,-7 0,3 0,-1-2,-2 2,7-1,1-1,-17-2,9 4,1-5,-1 5,-5-7,-22 1</inkml:trace>
  <inkml:trace contextRef="#ctx0" brushRef="#br1" timeOffset="293615.6031">24733 16018,'1'-6,"-5"-5,-15-6,-14 2,-14 10,-17 5,-11 13,0 11,0 10,9 7,7 9,9 0,9 5,16-5,6-1,12-4,12-4,7-5,7-6,10-8,8-10,3-10,7-12,-1-10,-2-10,-2-8,-3-8,-2-6,-4-4,-4 1,-6 5,-9 2,-4 9,-10 39,8-36,-8 36,2-26,-2 26,2-19,-2 12,-6 15,0 16,5 9,7 16,7 11,18 18,21 18,22 26</inkml:trace>
  <inkml:trace contextRef="#ctx0" brushRef="#br0" timeOffset="309214.2934">30217 11355,'5'-6,"-5"6,8-11,-8 11,11-13,-11 13,10-11,-10 11,11-7,-10 7,-7 13,-9 4,-3 4,-5 8,-7 3,-4 3,-4 1,-5 0,-5 0,-1 2,-6-2,0 2,-1 0,-4 0,-2 2,-1 0,-5-1,-3-1,-1-1,-8-3,-1 0,2-2,-2-3,0-2,3 1,-2-6,1-1,-3-5,0-3,1-5,0-4,2-1,0-5,2-2,7-5,0-5,3-4,6-4,3-3,2-3,6-1,2-3,-1-2,4-4,-2 0,6 1,1-5,2-1,1-2,3-2,1 0,2-3,2 1,3 2,2 1,2-4,3 5,4-1,0 4,-2 0,5 2,1 4,0 0,0 2,2 6,9 28,-8-26,-1 0,9 26,-7-24,7 24,-8-20,8 20,-6-14,0 7,6 7,-5 4,2 6,-1 12,0 2,-1 6,1-2,0 2,1 1,-2 1,-2-2,2 0,-1 0,6-30,-5 26,5-26,-1 23,1-23,0 22,0-22,0 15,-1-11,-2-9,0-10,0-7,1-8,2-2,1-4,0 2,0-1,2 5,3 2,-6 28,4-25,-4 25,6-22,0 4,-6 18,11-16,6 5,11 5,6 3,1 4,3 4,5-1,-3 2,1 1,1 2,-1 1,-6 3,-35-13,35 15,-3 0,-32-15,31 21,-31-21,20 20</inkml:trace>
  <inkml:trace contextRef="#ctx0" brushRef="#br0" timeOffset="310122.4602">28542 12559,'0'0,"-7"-9,-4-4,-2 1,-7 1,-2 8,-3 6,-8 3,-3 7,-3 7,1 5,1 5,4 6,-3 0,11 3,1 1,9-2,5-2,7-3,6-1,3-4,5-3,3-5,8-3,0-4,4-5,4-3,0-6,0-5,3-5,-3-3,3-7,0-4,-3-3,-3-1,0-3,-7 0,-3-1,0 3,-4 1,-5 0,-3 3,-2 2,-3 24,-2-23,-1 0,3 23,-4-20,4 20,-5-18,5 18,-4-12,-2 5,3 16,0 6,2 5,1 4,4 5,5 3,6 2,6-1,9 3,4-1,5-2,7-1,1 0,0-5,-2-1,-4-5,-6-4,-35-17,31 17,-31-17,25 14,-25-14,16 10,-14-1</inkml:trace>
  <inkml:trace contextRef="#ctx0" brushRef="#br0" timeOffset="366893.0758">15024 3916,'-2'-9,"-1"-3,3 12,-7-21,0 0,-5-2,-6 0,-3 3,-4 5,-9 0,-5 6,-7 1,-1 3,-3 1,-5 1,0 5,12 3,-5 6,6 0,-1 3,-1 3,-2 5,0 3,0 2,2 9,1-3,-2 3,4 3,1 5,6 0,-5 1,4 0,1 3,0-2,3 1,0 3,4-1,2 4,2 2,0 2,1 0,0 0,4 0,1 2,9 0,6-2,2-2,2 0,5-4,2 1,4-3,-2-3,4 2,1-3,6-1,5 3,3-10,3-1,2-1,4-4,3-6,0-2,0-3,2-5,6-5,-2-2,6-4,1-5,1 1,1-2,1-1,1-2,-3-2,4 0,-7-3,4-2,-6-1,0-3,-1-4,-3 2,-3-5,3-2,-5-3,4-1,-3 0,3-4,-2-1,-3 3,-3-4,-8-2,-3 1,-1-3,-4-4,3 2,-9-5,1-3,-4-3,-1-3,-2-1,3 0,-2 0,4-2,-2 2,-5-1,-1 2,-4-1,-3 0,1 1,-4 0,-7-1,-9 3,-3 2,-11 1,-3 0,-8 9,-7 3,-11 4,-3 4,-13 6,-5 7,-8 8,-4 8</inkml:trace>
  <inkml:trace contextRef="#ctx0" brushRef="#br0" timeOffset="378654.6852">8755 8606,'-15'-4,"-11"3,-17 7,-15 11,-13 8,-8 12,-2 10,5 8,7 10,13 1,13 4,16-1,12-9,15-7,10-7,8-12,6-7,1-7,12-11,2-8,6-7,2-11,-1-10,-1-5,-3-12,-5-7,3-11,-5-5,-1-7,-6 0,-6 1,-8 5,-5 13,-9 55,5-44,-5 44,5-35,-5 35,2-21,-1 20,0 22,6 16,-3 13,7 11,5 7,7 7,1-2,9 0,4-5,3-8,3-13,4-18</inkml:trace>
  <inkml:trace contextRef="#ctx0" brushRef="#br0" timeOffset="379185.8094">9461 8039,'3'5,"4"11,1 9,1 15,-5 14,4 9,-4 16,0 7,2 8,2 2,3-4,-5-6,2-14,3-10,-11-62,11 49,-11-49,8 38,-8-38,6 28,-2-11,-3-16,6-14,-2-16,6-12,3-9,4-3,10 5,4 12,6 14,3 12,5 11,1 9,-5 7,-7 7,-3 4,-13 1,0 7,-10 2,-3 2,-7-3,-6-1,-7-5,-6-6,-7-6,-8-4,-10-5,-8-2,-8-1,2-4,2-2,2-3,4-7,12-3,10-5,13-6,21-4</inkml:trace>
  <inkml:trace contextRef="#ctx0" brushRef="#br0" timeOffset="379467.0034">10805 8687,'-22'-1,"-14"5,-17 9,-15 5,-8 16,-6 11,9 12,6 5,20 5,17-7,16-3,21-3,10-7,13-2,15-8,16-7,12-4,14-10,14-10,11-9</inkml:trace>
  <inkml:trace contextRef="#ctx0" brushRef="#br0" timeOffset="379910.3274">11768 8793,'-28'0,"-12"4,-9 5,-4 5,-4 15,-3 10,3 8,6 5,13 3,7-3,15-6,12-10,4-36,4 31,12-10,14-7,8-11,4-5,6-13,1-4,-4-6,-1-6,-6-8,-6-9,-3-1,-5 1,-24 48,18-40,-18 40,13-33,-13 33,8-20,-5 11,-3 14,1 16,-3 8,7 12,2 3,10 2,12 1,16-2,15-6,18-9,10-9</inkml:trace>
  <inkml:trace contextRef="#ctx0" brushRef="#br0" timeOffset="380415.199">12608 8133,'2'13,"2"16,0 14,0 14,-5 15,-6 6,-2 11,-3 3,-1-6,3-11,-1-13,4-11,1-12,6-39,-3 34,3-34,0 25,0-25,-1 18,1-18,0 9,4-11,9-27,8-16,9-9,6-7,9 2,2 10,7 16,0 14,2 18,1 13,3 12,-5 9,-7 10,-13 6,-9-2,-13 3,-6-3,-11-5,-9-6,-11-5,-8-9,-5-9,-5-8,-8-9,-11-7,-10-9,-10-2,-7-2,6-2</inkml:trace>
  <inkml:trace contextRef="#ctx0" brushRef="#br0" timeOffset="391518.2825">8046 9637,'2'0,"8"0,-1-6,13 0,3-1,14-1,5 2,8 0,9 2,4 2,2-4,1 2,3-1,-1 2,-6 0,-5 2,-8-4,-10 2,-41 3,35-4,-35 4,30 0,-11 2,-14 2,-21 2</inkml:trace>
  <inkml:trace contextRef="#ctx0" brushRef="#br0" timeOffset="391846.3273">7879 9782,'0'0,"0"0,8-1,20-4,10-1,17 3,11-7,10 6,8-2,5 5,-2-3,0 3,-9-1,-4 0,-6-3,-3 1,-8 0,-2-1,-13 3,-42 2,39-3,-39 3,30-3,-30 3,19 0,-11 1,-21 1</inkml:trace>
  <inkml:trace contextRef="#ctx0" brushRef="#br0" timeOffset="430355.7395">5889 9346,'0'14,"-1"9,1 9,3 8,-1 4,2 1,7 0,-1-1,1-3,4 5,1 10,-2 0,-1-4,-7-2,-5-2,-6-9</inkml:trace>
  <inkml:trace contextRef="#ctx0" brushRef="#br0" timeOffset="430558.7997">5500 9456,'11'-7,"18"-11,17-2,20-9,16 3,15 4,6 6,5 10</inkml:trace>
  <inkml:trace contextRef="#ctx0" brushRef="#br0" timeOffset="430746.2534">6465 9562,'32'-9,"27"0,9 0,7 2,-7 8,-68-1</inkml:trace>
  <inkml:trace contextRef="#ctx0" brushRef="#br0" timeOffset="430871.2224">6549 9699,'27'-6,"18"0,17 0,18 3,11 3</inkml:trace>
  <inkml:trace contextRef="#ctx0" brushRef="#br0" timeOffset="508728.9741">8020 11019,'-22'-2,"-10"3,-2 7,-9 6,0 1,1 10,10 4,4 3,8 1,6-1,13-4,8-4,-7-24,13 20,9-6,6-10,5-7,-3-5,1-8,-2-6,4 0,-4-8,0 2,-2 0,-4 0,-23 28,19-24,-19 24,18-19,-18 19,12-11,-8 12,-5 19,-2 9,-7 8,1 10,-4 4,1 4,3-1,-4 2,4-7,3-1,3-6,0-4,5-5,3-1,-5-32,12 29,4-5,10-5,6-8,7-11,3-11,7-4</inkml:trace>
  <inkml:trace contextRef="#ctx0" brushRef="#br0" timeOffset="509057.0152">8507 11633,'-2'6,"-9"6,-5 8,1 5,-4 1,6 6,6-4,4-1,9-4,3-1,6-8,-15-14,21 10,3-9,0-11,-1-4,-5-4,-4-3,-14 21,7-22,-7 22,1-23,-5 3,-13-1,-3 8,-2 3,-6 10,28 0,-33 5,5 4,28-9,-21 12,14-1,21-2</inkml:trace>
  <inkml:trace contextRef="#ctx0" brushRef="#br0" timeOffset="509213.2323">8876 11780,'2'9,"-5"8,-3 9,0 2,-2 10,-6 1,14-39,-15 34</inkml:trace>
  <inkml:trace contextRef="#ctx0" brushRef="#br0" timeOffset="509652.0959">9362 11148,'-25'2,"-12"5,-13 9,-2 9,2 7,8 11,7 0,11-3,12-6,9 1,8-10,9-5,10-7,1-7,2-9,6-4,-3-7,-1-5,-5-5,1-4,-5-6,-3-4,-1-5,-6 7,-2 4,-8 32,4-26,-4 26,2-19,-2 10,0 9,0 3,3 15,2 19,-3 11,5 9,3 2,4-1,5-1,5-7,4-14</inkml:trace>
  <inkml:trace contextRef="#ctx0" brushRef="#br0" timeOffset="509902.0486">9867 10924,'22'22,"14"15,8 18,5 9,-6 14,-9 7,-16 1,-16 3,-16 1,-17-6,-16-6,-14-6,-15-8,-17-9,-17-8,-7-17</inkml:trace>
  <inkml:trace contextRef="#ctx0" brushRef="#br0" timeOffset="510216.4296">7743 10736,'-34'12,"-11"16,-16 14,-1 18,3 13,1 9,7 8,14-5,11 1,14-6,13-4,12-8,12-2,10-6,14-1,12-12,13-9,14-11,11-15</inkml:trace>
  <inkml:trace contextRef="#ctx0" brushRef="#br0" timeOffset="510481.933">10819 11439,'33'4,"12"5,11 6,7 1</inkml:trace>
  <inkml:trace contextRef="#ctx0" brushRef="#br0" timeOffset="510981.8732">844 13864,'4'-6,"-4"6,2 8,-2-8,0 5,0-5,-4 2,-2-4,-3 4,9-2,-4 3,4-3,-3 4,3-4,-3 2,3-2,-2 2,2-2,-1 0,1 0,-3 0,3 0,-5-2,5 2,-8-1,8 1,-4-1,4 1,-8 0,8 0,-8 0,8 0,-4 3,4-3,-6 4,6-4,-3 6,3-6,-3 7,3-7,0 5,0-5,0 7,0-7,4 5,-4-5,5 5,-5-5,7 5,-7-5,10 3,-10-3,9 4,-9-4,10 1,-10-1,7 1,-7-1,6 4,-6-4,3 4,-3-4,4 3,5 2,-9-5</inkml:trace>
  <inkml:trace contextRef="#ctx0" brushRef="#br0" timeOffset="511559.913">7026 10906,'-5'-11,"-8"1,-5 5,-10 3,-5 10,-6 7,-4 3,-1 7,5 7,2-1,5 4,16 2,6 2,8-1,12 2,12-1,6 0,9 1,6 4,8 1,-7 0,3 1,-6 2,-3-3,-10 1,-6-3,-9 0,-10-5,-8-3,-7-4,-7-6,-4-1,-2-8,-8-6,-5-5,1-7,-4-4,-1-4,5-7,2-3,5-2,8-3,7 0,8-3,5-2,10 1,-1 0,12 4,-19 25,16-24,7 6,-23 18,24-22,-24 22,29-14,-29 14,24-12,-24 12,24-7,-24 7</inkml:trace>
  <inkml:trace contextRef="#ctx0" brushRef="#br0" timeOffset="513612.6997">11097 11599,'-8'-3,"-30"-1,-20-5,-24 2,-20 4,-20 9,-10 11</inkml:trace>
  <inkml:trace contextRef="#ctx0" brushRef="#br0" timeOffset="518735.8125">15033 9413,'6'-27,"0"-15,-1-9,1-7,2-10,1 1,-2-5,-4-2,-1-11,-1 0,-2-8,-6-10,3 0,0-6,4-4,-3-1,5-3,2-4,4 0,-2 1,8-6,1 2,1 3,-1 1,-2 5,1 4,0 6,-5 3,1 6,-2 4,-2 8,0 5,2 7,-6 6,4 8,-1 5,-1 11,5 3,1 9,-10 30,9-26,3 4,7 0,4 9,5 2,9 2,14 3,10 1,7-2,15 2,10-2,8 0,12-2,5 2,4-2,2-3,8-1,3 0,9-3,3 3,7-4,6 6,5 1,0 1,7-3,0 8,0-2,-3 2,4 1,-9 1,-4-1,3 3,-14-4,-4-5,1 6,-8-7,-12-1,-5 1,-6 2,-6-3,-10 4,-6-5,-12 3,-9-1,-9 0,-4 1,-9 6,-50 3,45-4,-6 5,-2 5,-7 3,-9 5,-21-14,17 24,-5 8,-1 11,-3 8,3 10,-5 3,-4 5,6 6,-5 5,7 9,-1 2,2 8,0 4,6 6,-4 3,6 6,-4-2,-2 1,2 1,1 9,-4-2,3 7,-3-1,3 1,-2 0,3-4,1 3,-3-5,1 0,-4-7,-4-1,-4-7,0-3,-7-9,4-4,-3-10,-5-10,-2-10,-5-4,-7-8,-11-5,2-3,-9-7,-5-8,-15-2,-11-6,-14-4,-14-9,-14-7,-12 0,-13-10,-13-4,-12-3,-10 0,-10-5,-14 7,-1-4,-15 3,-9 1,-5 4,-10-1,-5 3,-1 10,1 1,1-2,9 11,0-2,14 6,9-2,11-1,11 0,11 3,16-7,11 1,20-7,14-3,15-6,11-6,16-13</inkml:trace>
  <inkml:trace contextRef="#ctx0" brushRef="#br0" timeOffset="519258.6303">16759 5463,'0'7,"-6"14,5 16,-2 13,-7 14,-4 10,3 14,-5 10,7 15,5 11,2 11,0 12,2 11,5 4,6 3,4-4,2 3,6-1,-3-3,-1 1,-3-2,3 0,-2 1,-2-6,7 5,-2-4,-2-5,-3-5,3-8,-7-8,-2-11,-8-11,0-12,-8-16,-6-20,3-28,0-30</inkml:trace>
  <inkml:trace contextRef="#ctx0" brushRef="#br0" timeOffset="519805.3916">18375 5558,'3'9,"5"13,0 17,-2 10,5 10,-8 14,3 5,-6 10,2 6,-7 8,-4 4,-1 3,4 4,-4 3,4 5,4 7,-4-1,0-1,4 6,-2-2,4-1,-2-1,5 4,2-7,-4-3,2 3,-2-8,-3-3,2-6,1-4,-1-4,6-7,-4-4,3-8,-3-8,-3-7,-8-10,-2-8,-2-4,-5-12,-3-1,-2-6,-4-9,-5-7</inkml:trace>
  <inkml:trace contextRef="#ctx0" brushRef="#br0" timeOffset="521182.2685">19472 5657,'0'20,"-3"10,5 16,-1 12,-1 10,5 15,-5 10,1 10,-5 3,-8 6,0 7,2 4,-7 5,0 7,1 1,2 11,3 5,6 6,6 6,7 0,1-1,2 2,-2-5,7-3,-1-6,5-5,-6-11,4-6,-8-13,-3-12,-6-13,-3-11,-10-14,-3-12,-6-13,-11-12,-1-18</inkml:trace>
  <inkml:trace contextRef="#ctx0" brushRef="#br0" timeOffset="521686.5244">15059 6984,'-9'-7,"9"7,-14-10,2 0,16 1,13-3,25 3,24-1,16 1,16-2,21 3,17-4,10 0,19 0,19-5,10-6,14 3,8-4,9 0,-1 1,8 3,11 0,4 1,14 6,2 9,8 8,0 5,-5 3,-19 4,-15 3,-19 0,-13 3,-23 0,-17 2,-21-7,-21 4,-23 0,-27-3,-23 0,-26 1</inkml:trace>
  <inkml:trace contextRef="#ctx0" brushRef="#br0" timeOffset="522691.3763">14991 7923,'21'-6,"13"-1,14-2,18-3,20 3,16-1,21-1,17-1,14-2,8-3,14 4,9 0,10-3,11 5,11 0,-1-1,3 0,13 10,-1 0,8 0,11 9,2-3,-3 6,0 1,-11 1,-15 0,-7 0,-16 4,-13 2,-18 4,-20 1,-19 3,-14-4,-27 1,-89-23,71 22,-25-5</inkml:trace>
  <inkml:trace contextRef="#ctx0" brushRef="#br0" timeOffset="523222.5085">15251 8663,'0'0,"-19"8,19-8,-24 6,24-6,-22 6,11 6,17-5,22-1,20 1,22-3,11-2,22-6,11 0,15-6,17 2,13-2,12-4,13 5,18-1,5-4,3 7,9 4,10 3,3-2,8 7,4 0,-1 6,-1 3,2 10,-5 4,-7 1,-14-3,-20-1,-22 1,-23-5,-24-5,-21 1,-108-17,83 13</inkml:trace>
  <inkml:trace contextRef="#ctx0" brushRef="#br0" timeOffset="524019.281">15949 7106,'-9'-6,"-1"-1,-9 5,-13 5,1 9,-7 10,-2 4,2 6,10 2,4 6,8-5,3-3,13-32,-10 27,1-4,9-23,0 17,5-11,13-12,1-11,9-4,4-4,-2-3,0 2,-2-1,-2 1,-26 26,21-22,-21 22,21-17,-9 10,-1 14,-8 11,-6 10,-5 6,0 12,-5-1,-1 3,3 4,5-2,1 1,5-10,0-6,12-5,3-4,8-13</inkml:trace>
  <inkml:trace contextRef="#ctx0" brushRef="#br0" timeOffset="524300.4647">16182 7454,'-1'5,"-7"8,4 8,-3 1,3 7,4-29,-2 29,4-1,-2-28,10 24,12-7,11-11,-1-12,-3-8,-9-10,-2-3,-6-4,-5-1,-7 1,-6-3,-4 3,-5 7,-4 7,-8 11,-7 16,0 14</inkml:trace>
  <inkml:trace contextRef="#ctx0" brushRef="#br0" timeOffset="524740.6022">15989 8125,'-17'15,"-2"4,-2 9,1 5,8-2,12-31,-10 28,10-28,-2 24,5-12,9-13,5-7,3-9,-2-5,-3-3,-3 1,-1 0,-11 24,11-23,-11 23,6-23,-6 23,4-17,-2 12,0 14,-2 11,-2 12,0 8,-1 5,2 3,1 0,2 4,5-3,4-7,3 2,4-6,4-8,4-17</inkml:trace>
  <inkml:trace contextRef="#ctx0" brushRef="#br0" timeOffset="524896.8587">16358 8337,'0'1,"-3"7,1 9,-1 8,-2 13,-1 12,-1 7,-2 3</inkml:trace>
  <inkml:trace contextRef="#ctx0" brushRef="#br0" timeOffset="525354.6637">16014 8900,'-19'8,"-3"7,-9 4,1 10,4 6,6 1,3-2,17-34,-10 29,10-29,-4 27,7-6,10-8,0-12,6-8,-3-8,-16 15,16-21,-4-3,1-8,-4 3,-9 29,7-27,-7 27,2-23,-2 23,1-17,-1 11,-1 12,2 12,1 13,-2 6,0 9,1 3,-1 1,-4 4,2-1,1 0,0-3,1-50</inkml:trace>
  <inkml:trace contextRef="#ctx0" brushRef="#br0" timeOffset="525701.6782">16333 9140,'11'0,"5"0,7 5,2 6,-5 11,-5 1,-10 9,-10 2,-14 2,-5-2,-6-7,-5-3,35-24,-35 20,35-20,-27 17,27-17,-17 14,15-2,28-5,15-1,15-9,10 0,10 1,-7 1,-3 3,-9-1,-57-1,48 0,-48 0,32 0,-32 0,24 2,-21 1,-20 0</inkml:trace>
  <inkml:trace contextRef="#ctx0" brushRef="#br0" timeOffset="526483.4857">17675 6188,'0'0,"4"-17,-4 17,4-17,-10 1,-16 9,-10 12,-15 12,-1 10,5 5,-4 7,12 1,7 1,4 2,15-4,11-7,-2-32,13 27,9-8,14-9,3-10,-1-9,-1-12,-4-3,-5-7,-9-2,-3-6,-8-2,-5 0,-6 1,3 40,-7-38,7 38,-7-30,7 30,-5-20,2 9,1 20,6 11,6 10,6 11,0 3,8 4,7 3,8-1,14-2,12-8</inkml:trace>
  <inkml:trace contextRef="#ctx0" brushRef="#br0" timeOffset="526936.4998">19000 5923,'1'12,"-7"10,-8 11,1 13,-5 8,4 6,4 0,4-3,6-57,-6 57,6-57,2 41,-2-41,1 25,1-18,7-18,1-13,3-3,7-9,6 3,2 4,8 8,-2 5,0 12,0 7,-5 4,0 10,-6 10,-4 2,-5 4,-5 0,-7 1,-4-5,-7-4,-8-4,-7-4,-11-7,-9-6,-5 1,-7-5,-1-7,5-2,13-2,16-7</inkml:trace>
  <inkml:trace contextRef="#ctx0" brushRef="#br0" timeOffset="527295.7947">20242 6120,'0'0,"-1"-1,-6 1,-14 5,-9 5,-10 9,-6 5,-13 5,-1 2,7 3,5-3,48-31,-37 33,18-2,24 0,16 0,18-4,11-4,9-8,0-2,0-4,-4-4,-8-7,-6-1,-41 3,36-5,-36 5,26-6</inkml:trace>
  <inkml:trace contextRef="#ctx0" brushRef="#br0" timeOffset="527811.2898">15457 6020,'0'0,"-3"-2,3 4,6 8,12 5,9 4,10 6,13 5,9 3,15 1,6 7,11-1,6 0,0 0,1-1,-9-3,-2 0,-12-6,-8 0,-11-3,-12-1,-5-1,-39-25,30 22,-9 0</inkml:trace>
  <inkml:trace contextRef="#ctx0" brushRef="#br0" timeOffset="528548.4281">15345 6385,'0'0,"0"0,0 0,-5 6,-3 7,0 13,0 8,3 11,1 7,8 0,1-2,7-2,2-9,-14-39,26 31,4-7,6-8,7-10,-6-9,-2-11,-2-5,-2-5,1-3,-7-6,-3-2,-7-1,-5-4,-2-3,-8 1,-4 1,-5 5,-2 6,-10 4,21 26,-26-22,-1 7,0 6,-1 5,4 7,24-3,-21 11,6 2,-2 11,5 2,6 3,0 1,3-2,2-2,6 2,3-2,2-5,5-1,4-1,8-1,2-3,8-2,2 1,-1-2,1 1,-5 0,-34-13,32 15,-32-15,26 14,-26-14,19 14,-6 5,-12-1,-7 3,-10 0,-10-1,-10 3</inkml:trace>
  <inkml:trace contextRef="#ctx0" brushRef="#br0" timeOffset="529298.2268">16126 6086,'0'0,"1"-5,2-1,13-2,6 2,11 1,6 1,13 2,0 2,-5-1,-2-4,-45 5,40-2,-40 2,29-2,-29 2,21-2,-15 2,-14 1,-17 3,-9 4,-2 0,-10 1,4 4,-4 0,1-3,2-3,43-7,-40 7,40-7,-31 6,31-6,-21 3,12 4,17 2,8 2,9 1,7 3,1-3,1 5,-3-3,-2 4,-29-18,23 20,-8 3,-12 1,-3-24,-3 22,-6-6,9-16,-16 17,16-17,-11 10,5-6,11-4,15-2,18-3,12-5,14 3</inkml:trace>
  <inkml:trace contextRef="#ctx0" brushRef="#br0" timeOffset="529735.6744">15296 6479,'2'-5,"13"-8,17-2,18 1,14 2,12 9</inkml:trace>
  <inkml:trace contextRef="#ctx0" brushRef="#br0" timeOffset="532226.674">14619 6035,'-8'-1,"-13"1,-18 8,-7 7,-12 7,-6 7,3 7,2 2,13 4,8 4,9-3,15-4,12 1,11-1,13-7,12 0,12 0,12-1,10 1,2 1,-1 1,-3 2,-9 3,-3-4,-7 5,-9 1,-11-3,-4 0,-15 1,-10-2,-8-3,-6 1,-11-3,-4-4,-9-3,-6-9,-10-1,1-5,-6-6,1-7,6-5,9-6,3-5,10-6,7-1,4-4,6-2,7-1,7-1,10-3,13 5,6-2,14 4,4 2,1 5,0 4,-4 5,-43 14,37-14,-37 14,30-10</inkml:trace>
  <inkml:trace contextRef="#ctx0" brushRef="#br0" timeOffset="544913.7217">17625 6948,'-6'-5,"-4"-4,-12 4,-7 5,-9 8,-7 6,2 8,-3 5,6 4,3 2,8 0,5-1,12-3,12-29,-10 26,9-3,13-2,6-3,2-8,7-9,2-2,0-8,-1-6,-3-2,-3-2,-2-7,2 0,-6-4,3-1,-19 31,14-30,-14 30,15-26,-15 26,12-22,-12 22,8-13,-4 10,-6 12,-4 10,-3 9,-6 8,0-2,-2 8,-1 0,5-5,-2 1,15-38,-9 33,9-33,-4 30,4-30,-1 27,4-2,6-1,9-5,4-6,4-5,11-4,6-8,3-4</inkml:trace>
  <inkml:trace contextRef="#ctx0" brushRef="#br0" timeOffset="545054.3143">17917 7107,'1'7,"-2"8,-2 14,2 12,0 7,-3 15,7-2</inkml:trace>
  <inkml:trace contextRef="#ctx0" brushRef="#br0" timeOffset="548153.7474">18988 6914,'6'-12,"-6"12,3-16,-5 0,-12 1,-12 7,-3 10,-12 6,-3 3,-6 8,6 4,1 4,6 4,37-31,-33 31,12-1,8 4,13-34,-1 26,10-5,14-4,2-8,2-6,4-8,-4-4,-4-3,2-5,-1-2,-2-6,-3 1,-19 24,18-26,-18 26,14-23,-14 23,10-18,-10 18,5-12,-2 12,-8 15,-7 8,1 8,-1 8,-4 1,-3 6,5-1,-3 3,3 1,4-2,1-5,-2-6,5-5,6-31,-5 29,-3-2,8-27,-5 27,4-1,5 1,-4-27,8 22,8-3,14-13,7-7</inkml:trace>
  <inkml:trace contextRef="#ctx0" brushRef="#br0" timeOffset="548447.0565">19020 7472,'-1'2,"-3"6,-2 6,-1 7,-2 2,-2 5,11-28,-5 30,4-4,7-3,-6-23,16 19,0-9,-16-10,22 0,-3-10,-19 10,19-19,-3-2,-7-5,-6 1,-3 25,-1-25,-2 6,3 19,-13-17,0 8,-8 6,-4 12,25-9,-28 14</inkml:trace>
  <inkml:trace contextRef="#ctx0" brushRef="#br0" timeOffset="550587.2778">20153 6945,'-3'-6,"-11"-1,-9 4,-10 5,-4 1,-7 12,-1-2,-2 5,8 4,-3 2,10 0,3 0,29-24,-20 21,20-21,-12 19,7-4,5-15,4 10,10-9,14-5,6-5,2-5,3 0,-1 3,-3-6,-3 5,-4 0,-28 12,26-7,-26 7,16-5,-5 5,-7 8,-5 8,-6 5,-7 5,-1 4,-7 6,3 3,-5 3,3 3,2 2,2 4,3-5,8-4,6-5,3-2,12-9,4-2,10-9,5-8</inkml:trace>
  <inkml:trace contextRef="#ctx0" brushRef="#br0" timeOffset="550906.3837">20320 7431,'-7'2,"-10"5,-3 7,2 5,-3 3,5 2,16-24,-13 23,10-1,9-1,-6-21,13 19,4-8,-17-11,25 3,-1-9,-6-10,0-6,-5-2,-13 24,8-22,-3-1,-5 23,-1-24,-6 6,-7 5,-7 8,-4 5,-1 4,-2 5,28-9</inkml:trace>
  <inkml:trace contextRef="#ctx0" brushRef="#br0" timeOffset="553453.9704">18790 8026,'9'-13,"7"-4,-3-2,-13 19,14-20,-6 0,-8 20,8-22,-11 7,-12 3,-11 8,-7 6,-6 10,-1 4,3 5,1-2,4 4,32-23,-27 25,8 1,19-26,-13 25,8-2,5-23,9 16,8-8,-17-8,23 0,7-8,0-8,-4-3,-26 19,31-21,-7-3,-24 24,19-25,-19 25,12-20,-12 20,10-11,-7 7,-4 13,-3 7,-6 9,-6 9,4 4,2-1,-8 3,3-3,2 0,3-2,5 1,5-3,1 2,1-4,4-5,6 0,4-3,5-3,12-5,5-6,4-8</inkml:trace>
  <inkml:trace contextRef="#ctx0" brushRef="#br0" timeOffset="553610.1838">19064 8400,'-1'1,"-3"12,-3 4,-2 8,1 7,-2-2,6 3,4-1,7-2,10-9</inkml:trace>
  <inkml:trace contextRef="#ctx0" brushRef="#br0" timeOffset="554079.7744">20096 8050,'-5'0,"-9"2,-9 10,-7 2,-10 5,-4 6,5 3,39-28,-37 34,9-3,28-31,-16 33,9-8,15-12,10-6,7-10,1-5,3-3,-4-3,-4-7,1 0,0-4,1-1,-23 26,20-24,-20 24,19-20,-19 20,12-15,-5 9,-7 14,1 7,-4 12,-2 8,-5 7,-8 1,4 8,-5 3,-1 1,3 0,6-4,1-3,6-9,8-6,2-5,12-8</inkml:trace>
  <inkml:trace contextRef="#ctx0" brushRef="#br0" timeOffset="554235.9715">20410 8588,'-1'9,"-2"19,2 12,-2 10,-2 10,6 1</inkml:trace>
  <inkml:trace contextRef="#ctx0" brushRef="#br0" timeOffset="555980.4874">17717 7950,'0'0,"-4"-7,-7 1,-15 4,-3 4,-9 9,4 6,0 7,-5 5,7 2,0-5,32-26,-28 24,10-2,18-22,-6 19,6-2,11-6,9-6,1-7,-2-8,2-4,-3 0,1-4,-5 0,6-1,-5-2,-15 21,15-26,-15 26,14-20,-14 20,10-16,-4 8,-1 10,-3 11,-4 7,-2 12,-6 3,-2 1,-1 7,3 1,1 4,2 0,3-1,6-3,6-7</inkml:trace>
  <inkml:trace contextRef="#ctx0" brushRef="#br0" timeOffset="556277.2888">17946 8257,'7'-1,"7"-2,5 3,3 5,-22-5,19 12,0 5,-10 10,-4 5,-14-3,-11-3,-3-1,-5-2,28-23,-30 15,30-15,-22 14,6-4,15-1,11-1,16 0,11-4,13-2,5-1,-3-2</inkml:trace>
  <inkml:trace contextRef="#ctx0" brushRef="#br0" timeOffset="558267.2868">18958 8874,'-25'-1,"-9"6,-11 3,-2 6,4 4,3 4,9 2,8 0,23-24,-14 24,14-24,-9 21,13-1,6-8,8-9,5-7,3-7,3-3,-3-3,1-2,-3-1,0 1,-24 19,25-22,-25 22,20-19,-20 19,15-14,-15 14,11-10,-9 8,-4 12,-10 10,-6 7,-3 7,-8 2,1 5,-2-1,5 1,1 1,4 1,6-5,8-1,8-5,14-1,12-7,5-10</inkml:trace>
  <inkml:trace contextRef="#ctx0" brushRef="#br0" timeOffset="558555.3742">19058 9158,'4'-5,"-4"5,10-4,2 0,-12 4,14 2,2 8,-1 11,-6 4,-8 3,-8 1,-8-3,-9-2,-7-7,31-17,-26 16,26-16,-23 10,12-2,12-2,17-4,19 0,14 3,12-5,11-3,8-2</inkml:trace>
  <inkml:trace contextRef="#ctx0" brushRef="#br0" timeOffset="558977.1594">20122 8981,'-4'-3,"4"3,-9-3,-10 4,-6 10,-12 4,0 9,-1 5,4 5,4-1,9 0,5-4,16-29,-7 26,7-4,10-8,7-6,2-11,5-1,-24 4,24-9,3-4,2-3,-1-4,0 2,-28 18,25-20,-25 20,25-15,-25 15,18-9,-5 6,-4 11,-9 6,-4 9,-4 6,-5 6,-4 6,-1 6,-6-1,5 4,-1 3,8 0,6-3,14-9</inkml:trace>
  <inkml:trace contextRef="#ctx0" brushRef="#br0" timeOffset="559242.7119">20550 9428,'5'0,"-5"0,11 5,-3 6,-1 8,-5 3,-10 4,-12 1,-4-1,-7-8,-6-5,1-4,36-9,-34 5,14-3,15 1,19 0,22 9,13 1,6-2</inkml:trace>
  <inkml:trace contextRef="#ctx0" brushRef="#br0" timeOffset="560611.8719">17780 8816,'-7'-2,"-5"1,-16 5,-9 7,-12 8,-1 4,1 8,-3 4,10-3,8-3,34-29,-27 28,9-4,18-24,0 18,7-13,12-12,6-5,2-6,1-5,-4-1,4 2,-5-3,0 1,-4 4,-19 20,19-19,-19 19,16-18,-16 18,10-12,-5 12,-6 11,-10 9,-4 7,1 6,-7 6,1 4,-1 2,1 2,5 3,2-7,8-3,0-4,6-3,-1-33,6 28,12-9,8-14</inkml:trace>
  <inkml:trace contextRef="#ctx0" brushRef="#br0" timeOffset="560745.0699">17832 9160,'0'1,"2"10,-1 8,-2 13,1 6,-2 11,1 4,-6 6</inkml:trace>
  <inkml:trace contextRef="#ctx0" brushRef="#br0" timeOffset="581812.1038">11945 10911,'-4'-3,"-8"-2,-5 1,-10 3,-6 6,-2 9,-8 9,2 4,1 10,2 5,6 5,5-4,0 1,11-5,16-39,-9 33,7-6,2-27,6 21,7-9,8-14,1-7,6-7,1-8,2-4,4-4,0-2,4-3,-4 4,-5 3,-30 30,26-26,-26 26,16-22,-16 22,10-12,-5 13,-3 18,-6 9,-6 9,-5 12,-6 6,0 4,-5 8,3-2,1-2,3-3,1-10,11-7,3-4,4-39,-2 36,7-5,-5-31,10 28,8-7,7-8,10-6,1-7,10-10,5-5</inkml:trace>
  <inkml:trace contextRef="#ctx0" brushRef="#br0" timeOffset="581968.3819">12253 11746,'-5'20,"1"10,-7 14,-2 11,-4 9</inkml:trace>
  <inkml:trace contextRef="#ctx0" brushRef="#br0" timeOffset="594304.5988">8213 12450,'-3'-4,"-7"0,-7-1,-11 5,-8 6,-9 6,0 6,0 8,10 5,1 0,10 2,8-2,16-31,-9 26,9-1,0-25,12 22,-12-22,15 16,5-11,5-9,3-6,-5-7,2-7,-2-1,-2-3,0 1,-2 0,-19 27,20-22,-20 22,14-16,-14 16,9-7,-2 13,-4 14,-4 10,-5 11,-4 7,-6 3,-4 3,-5 1,4-1,-2-3,5-4,5-4,4-7,6-6,3-30,3 26,7-2,6-2,13-9,6-5,7-13</inkml:trace>
  <inkml:trace contextRef="#ctx0" brushRef="#br0" timeOffset="594491.9924">8459 13255,'-8'22,"0"4,4 8,-3 2,1 0,6-36,-6 37,4-8</inkml:trace>
  <inkml:trace contextRef="#ctx0" brushRef="#br0" timeOffset="594695.0814">8955 13263,'-10'23,"-2"5,-3 6,-1 5,7-3,9-36,-6 39,2-10</inkml:trace>
  <inkml:trace contextRef="#ctx0" brushRef="#br0" timeOffset="595163.7252">9351 12521,'2'15,"1"13,0 12,2 11,-5 8,1 5,-8-2,1-6,-5-6,11-50,-8 40,8-40,-9 29,9-29,-5 18,3-17,2-16,5-6,8-5,4-5,8 3,4 7,5 5,5 9,2 10,1 9,0 11,-7 7,-8 5,-6 0,-7 1,-5-3,-10-5,-5-4,-8-1,-13-5,-6-4,-10-8,-7-6,-7-7,2-7,0-3,8-9,13-5,17-6</inkml:trace>
  <inkml:trace contextRef="#ctx0" brushRef="#br0" timeOffset="595413.655">10217 12580,'27'29,"2"15,1 15,3 15,-9 10,-11 5,-10 3,-13-6,-15-3,-16-6,-13-8,-19-10,-18-9,-11-14</inkml:trace>
  <inkml:trace contextRef="#ctx0" brushRef="#br0" timeOffset="595726.0887">7809 12323,'-44'28,"-14"17,-14 20,-3 11,4 13,9 7,13 1,18-4,13-1,16-10,14-7,22-3,14-10,16-7,22-5,15-12,20-9,20-13</inkml:trace>
  <inkml:trace contextRef="#ctx0" brushRef="#br0" timeOffset="595944.8834">10711 12940,'35'4,"11"5,8 7,-2 6,-52-22</inkml:trace>
  <inkml:trace contextRef="#ctx0" brushRef="#br0" timeOffset="596085.5258">10692 13173,'20'0,"16"2,8 4,19 5,6 2</inkml:trace>
  <inkml:trace contextRef="#ctx0" brushRef="#br0" timeOffset="596788.4462">7105 12346,'-28'-2,"-14"9,-6 4,-12 8,7 5,4 6,0 3,10 4,10 3,8 0,16 0,11 2,14 2,9 0,7-1,10 0,-1 3,1 0,-6 1,-6-4,-8 3,-13-4,-7-3,-8-2,-8 2,-10-6,-6-6,-7-5,-5-5,-6-7,0-9,0-8,9-7,4-4,9-8,7-6,6-6,13 1,12-4,7 4,5 3,0 8,-28 26,25-19,-25 19,23-16,-3 8,-20 8</inkml:trace>
  <inkml:trace contextRef="#ctx0" brushRef="#br0" timeOffset="599783.1306">11751 12575,'-3'-2,"-12"0,-14 0,-10 4,-8 5,-5 9,2 6,1 5,7 1,7 6,5 0,12 0,18-34,-8 31,6-3,2-28,6 25,10-5,9-10,3-6,5-6,0-7,-5-6,1-2,2-7,-2-3,-2 0,-4-2,-2 2,-21 27,16-25,-16 25,13-21,-13 21,8-17,-8 17,4-9,-4 7,-7 15,-7 10,2 6,-4 9,-4 2,0 6,3 1,1 1,5-6,1 1,7-6,2-6,1-31,2 30,-1 0,-1-30,4 28,2-1,-6-27,13 24,5-4,15-5,7-2,5-8,-2-3,3-2,-5 0,-1-3,-6 4,-1-1,-6 2,-27-2,25 0,-25 0,16 0,-16 0,13-2,-13 2,7 0,-5 11,-5 14,-6 16,-4 12,-3 7,-4 6,6 0</inkml:trace>
  <inkml:trace contextRef="#ctx0" brushRef="#br0" timeOffset="600753.9448">10500 7571,'2'11,"6"15,-3 8,5 7,3 6,1-1,2-1,0 2,0 2,0-2,-3 5,0-4,-9-1,-1-4,-1 2,-6-4,4-41,-9 38</inkml:trace>
  <inkml:trace contextRef="#ctx0" brushRef="#br0" timeOffset="600941.4149">10340 8225,'2'1,"7"4,8 2,10 4,4 4,9 3,2-2,2 0,-3 0,-5-10</inkml:trace>
  <inkml:trace contextRef="#ctx0" brushRef="#br0" timeOffset="601081.9968">10777 8032,'-6'12,"-8"15,0 17,-11 11,-5 14,-4 9</inkml:trace>
  <inkml:trace contextRef="#ctx0" brushRef="#br0" timeOffset="613444.2269">8244 7667,'0'0,"-13"-7,-6-1,-12 9,-5 7,-2 6,7 7,1 5,4 6,6-1,7 3,7-3,6-31,0 29,8-5,10-10,1-6,3-10,1-6,2-7,0-2,-25 17,26-23,-2-1,0-4,-6 0,-18 28,18-24,-18 24,13-21,-13 21,9-11,-2 11,-4 17,-6 6,-4 12,0 6,-2 2,-6 3,5 4,0-2,5-5,3 1,4-4,4-4,3-5,6-5,8-8</inkml:trace>
  <inkml:trace contextRef="#ctx0" brushRef="#br0" timeOffset="613741.0782">8472 8119,'-5'9,"-5"3,-2 8,4 4,0 2,5 2,7 0,-4-28,8 26,5-3,10-6,3-11,-2-8,-1-9,-6-5,-1-5,-8-2,-8-2,-3 0,-3-2,6 27,-14-24,1 1,13 23,-16-19,-3 10,-9 12,1 10,27-13</inkml:trace>
  <inkml:trace contextRef="#ctx0" brushRef="#br0" timeOffset="618817.1894">9717 7472,'-16'-5,"-5"2,-8 4,-7 9,4 10,-5 5,4 7,3 4,6 0,3-2,21-34,-8 31,6-5,2-26,6 20,7-9,2-11,4-6,3-7,-4-4,-2-4,-3 2,2-5,-3-1,-2 0,-10 25,16-23,-16 23,12-21,-12 21,8-14,-1 13,-2 12,-7 12,-3 8,-2 7,-2 8,1 0,-6 3,4-1,1 2,4-1,0-6,9-1,3-5,8-7</inkml:trace>
  <inkml:trace contextRef="#ctx0" brushRef="#br0" timeOffset="619148.0984">9858 7937,'-6'14,"-2"2,-5 10,3 5,0 1,10-32,-6 34,6 0,11-3,-11-31,15 27,5-9,10-9,0-9,-2-8,-10-6,1-5,-8-5,-1-3,-3-2,-4-2,-3 31,2-30,-4 2,-8 3,-6 8,-4 6,-5 10,-1 3,-2 7,0 3,1 6,27-18</inkml:trace>
  <inkml:trace contextRef="#ctx0" brushRef="#br0" timeOffset="632385.0268">4447 12217,'0'0,"-4"-2,1 2,0 7,-1 10,2 10,2 15,6 9,-2 11,4 10,0 8,5 10,-4 14,4 6,-1 8,2 12,-4 7,2 8,-2 7,6 8,-2 8,-2 3,-2 8,3 3,-2 4,1 3,-1 1,-2-4,4-6,-3-1,1-7,1-3,-1-5,0-3,-4-7,1-12,-7-11,0-12,-3-14,-4-13,-8-11,2-10,-8-13,-5-20,-5-33,-11-38,0-32</inkml:trace>
  <inkml:trace contextRef="#ctx0" brushRef="#br0" timeOffset="632902.2582">3568 12373,'2'21,"3"12,7 15,2 14,15 54,-2 9,5 12,-2 14,1 8,-5 3,-4 9,2 11,-4 6,-2 8,1 2,-3 5,-4 1,-3-4,-1-5,1-3,-4-5,-1-5,-2-5,1-3,0-2,-1 9,1 3,0-15,-2-11,-2-18,1-29,0-111,-4 85,4-85,-3 62,0-38,2-50,-1-37</inkml:trace>
  <inkml:trace contextRef="#ctx0" brushRef="#br0" timeOffset="633433.3337">5152 12212,'0'0,"0"0,0 1,1 9,0 20,5 14,0 19,0 15,-2 16,5 11,-2 17,-1 13,-1 5,0 15,1 0,1 5,3-1,-3 6,3 0,6 8,-1 4,8 5,1-2,-1 14,9 16,9 19,-1 5,1 9,-2 4,-10 2,-8-9,-9-7,-10-16,-5-28,-2-25,-5-29,3-29,0-21,7-85,-11 58,-4-24,-11-26,-2-29,8-40,11-33,12-27</inkml:trace>
  <inkml:trace contextRef="#ctx0" brushRef="#br0" timeOffset="633933.2263">5500 12378,'0'29,"3"16,2 17,7 15,5 12,1 15,1 12,2 9,-3 12,-8 10,6 11,-3 6,-3 14,2 8,2 9,-2 10,5 6,0 5,3 12,6 2,-6 8,1 0,-2 14,-6 10,-4 11,-9 6,-13-3,-14-6,-15-15</inkml:trace>
  <inkml:trace contextRef="#ctx0" brushRef="#br0" timeOffset="634417.5268">4866 13212,'5'62,"8"30,1 29,11 24,7 12,-1 6,7 14,0 9,1 10,-5 10,-3 17,0 21,-4 24,-11 32,-16 36,-31 35</inkml:trace>
  <inkml:trace contextRef="#ctx0" brushRef="#br1" timeOffset="652226.3153">11728 11851,'0'4,"0"-4,-5 8,-1 4,6-12,-12 15,-6 5,-5 5,-4-2,-4-1,0-1,-5 0,-4 0,0 1,-7 0,-2-4,-1-1,-3-1,-2-1,-1-2,0 0,-5-2,-2-1,-1 1,-3-1,-2-1,-1 5,-3-5,2 3,-4-2,3-3,-1-5,-2-1,1-2,-1-3,0-1,-1 0,7-4,1 3,-3-2,-1 2,3-1,-1-3,2 2,-3 0,8-2,-4 3,5-1,2 0,2 2,4 1,3 2,-3 3,3 0,4 1,-2 2,3 3,2-1,3 4,-1 0,3 2,2 1,0 0,5 3,1-1,2-2,5 3,24-15,-24 13,2 0,22-13,-21 15,21-15,-20 13,20-13,-14 11,14-11,-15 11,7-7</inkml:trace>
  <inkml:trace contextRef="#ctx0" brushRef="#br1" timeOffset="652554.3647">8401 12118,'0'0,"0"0,2 5,-5 7,-3 7,-7 3,-3 6,-4 0,0-4,4-2,16-22,-17 21,17-21,-9 20,1-1,8-19,0 18,8-2,11-3,6-5,6-4,1 3,4-5,-1 2,-3 4,-32-8,33 8,-2 1,-31-9,28 12,-28-12</inkml:trace>
  <inkml:trace contextRef="#ctx0" brushRef="#br1" timeOffset="653433.0281">11757 13739,'0'7,"-3"6,-5 5,-22 10,-4 3,-6-1,-9 1,-4-2,-3 0,-5-2,0-5,-7-1,-1-3,0-3,-5-2,-1-1,0-2,-3-3,-6-2,-1-3,-3 2,-4-1,0 1,3-3,-2-1,3-4,2 1,3 2,-1-2,3-5,-1 4,3-4,1-1,1-4,2 5,-4 0,6-3,2 5,-1 0,0-2,7 2,1 1,2 1,3 1,1 3,0-2,4 1,3 2,3 0,8 1,3 5,2-2,35-5,-25 10,25-10,-25 10,25-10,-18 13,0 0,18-13,-10 16,10-16,-6 16,5 0,1-16,4 5</inkml:trace>
  <inkml:trace contextRef="#ctx0" brushRef="#br1" timeOffset="653762.7235">8470 13872,'0'0,"0"0,-1 1,-4 5,-8 5,-5 4,-4 4,-6 3,-1 0,-1 0,2 0,5-1,23-21,-23 18,23-18,-16 20,1-3,15-17,-2 16,6-5,12-3,7-4,5-1,2-2,0 0,0 1,-30-2,26 3,1 0,-27-3,26 5,-26-5,22 2,-22-2,18 5</inkml:trace>
  <inkml:trace contextRef="#ctx0" brushRef="#br1" timeOffset="654515.9651">8267 14458,'-3'-4,"-4"-6,-4 0,-9 1,-7 9,-6 9,-6 6,-1 9,2 5,6 5,4-1,14 0,14-33,-11 31,10-5,7-3,3-5,-9-18,17 11,1-7,9-7,-3-10,2-2,-2-2,0-5,-2-4,-1 2,2 0,-23 24,19-23,-19 23,17-16,-17 16,10-9,-5 9,-11 14,-6 10,-7 4,0 11,-4 5,-1 0,1 1,1-1,2-2,9 2,4-6,2-5,2-4,1-4,3-2,-1-23,7 22,8-6,11-2,7-4,6-10,4-10,1-6</inkml:trace>
  <inkml:trace contextRef="#ctx0" brushRef="#br1" timeOffset="654703.4782">8549 15029,'0'0,"0"8,0 10,-7 9,5 3,0 5,0 1,-1 0,2 0,1-36,-1 33</inkml:trace>
  <inkml:trace contextRef="#ctx0" brushRef="#br1" timeOffset="654890.9301">9093 15133,'-2'10,"-5"13,-4 8,-5 8,-1 4,-3 3,20-46,-14 40</inkml:trace>
  <inkml:trace contextRef="#ctx0" brushRef="#br1" timeOffset="656477.5621">9679 14677,'-8'-5,"-15"1,-12 3,-9 9,-5 6,0 6,3 7,11 5,9 2,12 0,9 0,12-2,11 2,12-5,10 0,11-4,4-8,2-10</inkml:trace>
  <inkml:trace contextRef="#ctx0" brushRef="#br1" timeOffset="656718.3842">10016 14496,'23'14,"12"13,4 18,12 12,-4 10,-11 7,-13 1,-11-1,-14-2,-14-6,-15-5,-13-6,-11-8,-15-10,-13-7,-14-15</inkml:trace>
  <inkml:trace contextRef="#ctx0" brushRef="#br1" timeOffset="657016.752">7669 14366,'-30'39,"-15"18,-5 20,-2 5,9 8,13-4,20-2,16-7,14-6,22-5,15-8,21-13,16-5,23-11,23-13,23-11,17-10</inkml:trace>
  <inkml:trace contextRef="#ctx0" brushRef="#br1" timeOffset="657235.4618">10916 14878,'24'-2,"10"3,7 8,1 3,0 8,-42-20</inkml:trace>
  <inkml:trace contextRef="#ctx0" brushRef="#br1" timeOffset="657376.1156">10824 15091,'28'7,"20"7,10 6,8 2,1-6</inkml:trace>
  <inkml:trace contextRef="#ctx0" brushRef="#br1" timeOffset="658188.4295">6916 14265,'-4'-4,"-8"3,-8 5,-3 4,-5 10,-2 5,4 6,4 8,7 0,11 4,11 0,13 4,14 1,7-2,4 6,9 0,-2 3,-2-2,-8 0,-9-1,-7-4,-14-1,-10-5,-7-4,-13-6,-12-4,-3-10,-7-5,-2-5,-1-9,3-6,8-5,3-5,9-6,6-8,9 0,9-4,12-4,9 3,6 1,7 5,-3 4,-3 8,-32 20,25-18,-25 18,22-12,-22 12,14-6,-8 0</inkml:trace>
  <inkml:trace contextRef="#ctx0" brushRef="#br1" timeOffset="660792.2897">12025 14738,'0'0,"5"-12,-2-8,-3 20,0-24,-8 3,-9 1,-14 5,-11 8,-7 8,-8 7,1 3,-1 5,10 4,6 3,9 1,8-2,8 3,11-3,3 0,2-22,2 20,5-2,-7-18,18 14,5-4,11-10,3-8,0-1,-3-5,2-3,-4-2,-1 0,-31 19,30-21,-30 21,25-17,-25 17,18-15,-18 15,12-6,-7 11,-6 13,-3 8,-7 7,-2 4,-1 2,1-1,-3 2,0-3,-1-1,6-3,-4-3,4-2,5-3,2-3,4-22,-2 22,4-2,-2-20,5 20,3-2,7-3,4-5,4-4,3 4,5-4,0-5,1-2</inkml:trace>
  <inkml:trace contextRef="#ctx0" brushRef="#br1" timeOffset="660964.1256">12321 15354,'-1'6,"-1"6,-1 9,-2 8,-1 13,1 7,-1 7,-3 11,2-1</inkml:trace>
  <inkml:trace contextRef="#ctx0" brushRef="#br1" timeOffset="661890.5982">11828 15690,'-15'24,"-11"3,-5 8,-5-3,-5 1,-5-4,-5-2,-6-3,-6-3,-9-5,-8-1,-7-4,0-4,-9-5,-1-7,-4-3,-4-2,-4-2,-5 0,-4-2,-1-2,-1 1,0 0,4 1,-1 1,0 2,7 3,0 3,7 2,5 2,5 1,5 3,8 3,6 2,8 4,9 1,3 2,8 0,4-1,5 0,3 3,5-2,2 1,27-16,-22 15,22-15,-20 14,6-10,14-10</inkml:trace>
  <inkml:trace contextRef="#ctx0" brushRef="#br1" timeOffset="662188.1485">8545 15768,'0'0,"2"-1,-4 1,2 7,-7 5,-5 4,-5 6,-3 4,-4-3,24-23,-22 25,5-1,17-24,-14 24,8-5,9 0,9-5,7-1,10-4,5-2,4 1,3 0,-3-3,-4 3,-2 0,-32-8,28 9,-28-9,26 9,-12 4,-13-4</inkml:trace>
  <inkml:trace contextRef="#ctx0" brushRef="#br1" timeOffset="662766.4318">8184 16227,'0'0,"0"-8,-9-3,-10-2,-11 6,-6 3,-5 8,1 13,0 3,2 4,9 4,6-3,8 0,15-25,-7 24,8-5,5-3,6-6,5-4,4-7,3-4,0-6,2-3,1-3,-2-3,4-2,-2-3,-1 0,-26 25,22-21,-22 21,19-16,-19 16,11-8,-4 12,-7 15,-6 8,-3 6,-4 2,-6 6,3-1,-4 2,2-1,1-2,3-1,8-1,-7-5,7-1,6-3,1-3,2-3,8-1,4-3,8-4,14-7,-3-12</inkml:trace>
  <inkml:trace contextRef="#ctx0" brushRef="#br1" timeOffset="662907.0028">8487 16794,'0'0,"1"9,-2 15,0 7,1 6,-6 4,3 0,3-41,-3 41</inkml:trace>
  <inkml:trace contextRef="#ctx0" brushRef="#br1" timeOffset="663375.6736">7787 15947,'-15'7,"-8"9,-15 13,-7 9,-9 13,2 6,4 8,9 4,11-2,13 3,12-4,11-5,11-3,16-3,8-1,12-3,7-8,0-13</inkml:trace>
  <inkml:trace contextRef="#ctx0" brushRef="#br1" timeOffset="664081.8963">6988 15870,'-9'0,"-15"4,-7 4,-2 5,2 5,0 6,10 2,7 4,7 3,8 6,11 2,1 3,15 3,2 1,-1 0,7 1,1-1,-6-2,-3-2,-7-4,-8-5,-8-2,-6-4,-8-4,-5-9,-10-4,-5-7,-3-8,-2-7,0-1,2-9,3-2,2-4,4-3,4 0,19 29,-14-28,6 0,8 28,-2-27,9 1,-7 26,17-24,6 5,9 5,2 7,0 3,-4 3,2-1</inkml:trace>
  <inkml:trace contextRef="#ctx0" brushRef="#br1" timeOffset="664394.3813">8889 16650,'5'3,"4"5,-4 9,-5 9,-5 8,-8 8,-12 11,-3 1,-5-7</inkml:trace>
  <inkml:trace contextRef="#ctx0" brushRef="#br1" timeOffset="665520.8601">11835 7692,'9'23,"1"14,6 15,-2 3,0 13,2 1,-1 5,-6-5,-2 2,-4-5,-8-4,-6-9</inkml:trace>
  <inkml:trace contextRef="#ctx0" brushRef="#br1" timeOffset="665692.7084">11673 8358,'7'9,"17"3,10 5,7 7,10 2,-3-3</inkml:trace>
  <inkml:trace contextRef="#ctx0" brushRef="#br1" timeOffset="665849.3635">12093 8329,'-10'23,"-8"15,-10 17,-6 13,-6 7</inkml:trace>
  <inkml:trace contextRef="#ctx0" brushRef="#br1" timeOffset="666755.3965">9757 16352,'-2'-6,"-4"-6,-13 1,-10 4,-13 7,-7 13,-1 6,2 8,7 7,8 2,14-1,6-4,13-2,7-5,9-2,5-4,2-7,4-8,1-9,-3-7,-1-5,-2-3,-6-4,-2-4,-2-2,-12 31,8-35,-8 35,9-31,-9 31,5-25,-5 25,4-14,-3 16,0 21,4 14,-2 8,3 6,2 4,5 4,6 1,1-6,5-10</inkml:trace>
  <inkml:trace contextRef="#ctx0" brushRef="#br1" timeOffset="667052.2019">10014 16129,'27'21,"11"12,4 11,0 9,-9 7,-7 4,-11 2,-6 6,-8-2,-11-4,-7-6,-6-10,-5-9,-3-4,-4-8,-1-5,-3-7,7-15,8-8</inkml:trace>
  <inkml:trace contextRef="#ctx0" brushRef="#br1" timeOffset="667208.4212">10506 16737,'27'-3,"11"2,6 6,2 5,1 5,-47-15,37 17</inkml:trace>
  <inkml:trace contextRef="#ctx0" brushRef="#br1" timeOffset="667364.6194">10463 16919,'18'4,"16"3,13 6,10 2,2 1,3-2</inkml:trace>
  <inkml:trace contextRef="#ctx0" brushRef="#br1" timeOffset="669591.8317">11727 16476,'1'-6,"-2"-6,-6 1,-6 1,-7 2,-9 6,-11 8,0 9,-9 5,2 2,3 6,8 1,8-2,10 2,18-29,-13 27,13-5,10-3,-10-19,15 12,9-5,7-7,-3-5,1-7,-4-3,-8-3,8-2,-4-2,-4 0,-1-4,-16 26,15-24,-15 24,11-19,-11 19,7-13,-2 6,-2 11,-5 11,-1 7,0 6,-6 2,1 4,-1 3,-1 1,-3 6,0 3,2-3,0-2,2-2,1-4,8-36,-7 36,7-8,13-11,4-8,8-10,0-5,-25 6,27-8,-2 3,7-7,-5 2,2-3,-2-1,6-5,1 3,6 0,-6 6,0 3,-34 7,34 1,-6 8,-6 5,-8 5,-10 1,-9 3,-8 1,-10-2,-5-1,-5-2,33-19,-30 14,30-14,-29 15,29-15,-23 11,10-1,14 3,12-2,15 3,8 1,11-3,6 4,0-8,-3-8</inkml:trace>
  <inkml:trace contextRef="#ctx0" brushRef="#br1" timeOffset="670390.6028">11394 17228,'0'0,"2"3,-4 7,-11 5,-4 2,-8 6,-6 0,-5 0,-9 0,-2-2,-5-3,0-3,-3-1,5-5,-6-2,4-3,-1-1,-1 3,-2-2,-1-1,-2 1,-3-3,1-2,1-5,-3 2,0-7,1 4,0 2,-4-2,3 0,0 1,-1-1,-2-1,1 1,-5 4,-4-5,1 0,1-2,-2 2,5 1,2 2,2 5,8-1,2 2,5 1,5 3,3-1,4 2,7-3,31-3,-29 8,29-8,-25 9,8-3,5-7,12 1</inkml:trace>
  <inkml:trace contextRef="#ctx0" brushRef="#br1" timeOffset="670656.2102">8834 17229,'0'0,"0"0,0-2,-2 2,2 0,-5 6,-8 2,-5 8,-5 3,23-19,-22 21,1-2,21-19,-16 20,16-20,-6 19,10 0,12-2,11-2,6-2,4-2,2-1,-3-3,-2 2,-34-9,32 9,-32-9,24 8</inkml:trace>
  <inkml:trace contextRef="#ctx0" brushRef="#br1" timeOffset="671265.3892">7442 17188,'-16'7,"-9"1,-3 6,-2 3,6 5,6 1,8 2,8 1,6 2,9 4,5 1,6 0,3 2,3 0,-3 0,-5-5,-22-30,17 32,-7-3,-8-1,-2-28,-6 20,-10-7,-4-10,20-3,-23-3,1-8,22 11,-21-15,10-6,11 21,-6-24,6 1,8 2,3-2,5 4,5 3,1 2,4-3,5 8</inkml:trace>
  <inkml:trace contextRef="#ctx0" brushRef="#br1" timeOffset="671499.7474">7902 17239,'0'0,"3"-8,-2-3,-1 11,0-15,-2-2,2 17,-10-15,-6 7,-6 10,-5 8,-4 7,1 10,-2 6,5 7,8 2,3 2,8 2,8-7,6-9,10-9,8-10,8-12</inkml:trace>
  <inkml:trace contextRef="#ctx0" brushRef="#br1" timeOffset="671905.8638">8193 17249,'-4'-4,"-10"2,-4 2,-11 6,-1 8,-2 3,1 6,5-1,6 1,20-23,-12 25,7-4,5-21,5 18,9-7,15-10,-29-1,29-4,2-4,-2-7,-29 15,28-16,-5 1,-23 15,27-20,-27 20,19-16,-19 16,16-11,-4 7,-12 12,0 9,-6 5,-5 8,-3 2,1 2,-5 6,3-1,1 1,6 2,8-42,-4 35,8-11,-4-24</inkml:trace>
  <inkml:trace contextRef="#ctx0" brushRef="#br1" timeOffset="672156.0481">8416 17455,'10'-3,"-10"3,16-7,5 4,-21 3,21 1,1 7,-8 6,-13 0,-6 1,-9 2,14-17,-20 9,1 0,19-9,-18 11,7-2,12 1,13 4,14 3,8-5,7-2,3-3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5-04-21T10:52:51.83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11696 17789,'14'-9,"10"-3,12 0,15 3,6 4,8 9,5 6,-6-1,-6 7,-6 0,-52-16</inkml:trace>
  <inkml:trace contextRef="#ctx0" brushRef="#br0" timeOffset="181.1269">11794 17871,'5'2,"15"-1,13 4,10 2,17 1,6 3,9-7,2-5,4-12</inkml:trace>
  <inkml:trace contextRef="#ctx0" brushRef="#br0" timeOffset="774.7424">12873 17576,'-5'-8,"-6"-6,-7-4,-12 1,-7 4,-5 7,1 7,5 7,0 0,36-8,-25 14,6 2,19-16,-12 16,10-2,10-2,4-6,10-4,2-2,4-3,-1-5,-1 2,-3-2,-23 8,24-8,-24 8,19-5,-3 2,-3 12,-7 9,-8 7,-4 4,-7 5,-2 3,-6 3,2 3,5-5,-1-4,15-34,-8 29,8-29,-4 27,4-27,4 19,8-5,6-10,2-5,5-8,-1-3,0 1,-24 11,23-6,-23 6,20-4,-20 4,15 1,-15-1,9 9,-7 5,-2-14,-4 18,4-18,-4 15,1 5,11 6,17 3,14 5,15 4,5 4,4-6,1-8,-8-14</inkml:trace>
  <inkml:trace contextRef="#ctx0" brushRef="#br0" timeOffset="61519.2605">27128 2869,'0'0,"3"-2,-3 2,7-5,-7 5,12-7,5-3,-17 10,23-11,0 4,-23 7,23-8,2 0,4 3,1-3,2 1,0 0,-1 1,2 1,3-4,4 2,3-2,6 0,7 0,1-2,6 1,-2 0,1 1,-1 1,-5 3,0-1,-6 2,-2 1,1-1,-2-1,0 3,0-1,2 4,5-2,-2 3,3 1,-2 1,-3-1,-5 1,-4 0,-3 0,-8 0,-2-2,-28-2,27 1,-27-1,25 1</inkml:trace>
  <inkml:trace contextRef="#ctx0" brushRef="#br0" timeOffset="61909.807">27297 2926,'0'0,"1"-4,-1 4,2-5,8-6,13-8,12-5,11-5,17-5,15 4,14-2,15 6,12 6,6 12,2 3,-9 10,-13 4,-14 4,-10-3</inkml:trace>
  <inkml:trace contextRef="#ctx0" brushRef="#br0" timeOffset="97188.1967">23136 11329,'22'15,"6"3,6 9,6 7,2-4,-3 6,3-2,-1 2,-1-6,3 4,3-3,2-4,-1 3,4-2,3-3,5-2,3 2,-1-6,4-2,-4-2,-1 0,2-3</inkml:trace>
  <inkml:trace contextRef="#ctx0" brushRef="#br0" timeOffset="168391.1321">30680 12711,'-15'11,"-4"11,-3 9,-2 4,4 7,-1 4,-1 6,3 2,3 6,0-5,5 7,2-3,3-3,6 1,5-2,7-3,8-1,5-4,5-9,5-5,11-4,5-7,4-3,9-7,6-2,2-9,4-4,3-5,-3-5,4-5,-2-5,-1-5,-6-4,-9-3,-4 3,-9-6,-7 0,-8-3,-6-1,-5-5,-2 2,-4-5,-2 2,-6-4,3 3,0 0,-4 1,-1 3,-4-1,-3 4,-1 3,-4 1,0 6,-1 1,6 31,-9-27,9 27,-9-25,9 25,-9-20,9 20,-10-14,4 10,6 4,-10 9,-3 6,-4 17,-1 4,0-1,-2 0,4-1,0-7,16-27,-13 27,13-27,-12 24,12-24,-10 22,10-22,-8 14,4-8,-1-10,3-10,0-7,2-5,5-5,4-3,4-3,3 0,4 1,-1 1,4 7,-23 28,19-26,-19 26,24-19,-24 19,19-13,-19 13,19-4,1 9,1 13,2 10,-1 2,6 5,2 7,3 2</inkml:trace>
  <inkml:trace contextRef="#ctx0" brushRef="#br0" timeOffset="169047.2667">31283 13929,'-1'-5,"-2"-6,3 11,-7-16,-2 3,-6 5,-11 2,-7 11,-9 9,-6 6,-11 4,-4 7,1 4,5 0,5-4,14 1,10-5,11-3,17-24,-11 24,10-1,1-23,8 19,5-4,13-9,6-4,5-7,3-9,7-3,-1-6,0-8,3-4,-1 0,-3 2,-4 4,-41 29,36-22,-36 22,25-16,-25 16,13-9,-4 7,-9 2,10 10,-2 9,4 9,6 1,4 6,1 3,8 0,5 0</inkml:trace>
  <inkml:trace contextRef="#ctx0" brushRef="#br0" timeOffset="211836.5189">32150 12708,'-34'9,"-18"6,-19 3,-15 9,-9 4,-16 5,-12 9,-12 5,-9 5,-3 6,4 6,2 2,13 5,8 0,15-2,12-8,17-6,16-11,21-9,17-6,17-5,11-10,15-7,14-11,23-12,15-11,17-8,14-11,15-6,16-3,12-1,12 4,3 8,-7 6,-8 8,-17 6,-22 6,-17 5,-91 10,66-5,-66 5,44-5,-44 5,27-1,-21 9,-27 13,-25 6,-16 7,-12 6,-12 5,-9 1,-2 5,-3-1,3 4,4 0,1 4,6 2,9-3,9-2,14-10,54-45,-38 40,18-6,21-8,16-11,13-9,13-11,12-12,15-12,15-5,11-3,11 2,2 5,2 7,-5 5,-5 7,-11 5,-12 6,-14 3,-15 3,-49-6,38 8,-38-8,25 8,-13 7,-9 4,-12 4,-10 0,-5 2,-7 2,-7 1,-7 5,-9 3,-8 3,-7 6,-10 5,-9 5</inkml:trace>
  <inkml:trace contextRef="#ctx0" brushRef="#br0" timeOffset="297991.0183">12961 16961,'0'0,"-14"-7,-4 2,-6 7,-4 7,-7 10,-2 10,-4 15,2 5,-5 8,2 8,-2 8,1 3,4 5,6 7,4-1,8 3,7-1,5-5,8-2,8-6,5-4,7-5,4-6,7-1,4-7,3-5,4-4,5-6,1-8,4-5,6-9,3-6,3-5,2-8,1-6,-2-10,3-9,3-8,-1-11,0-2,1-12,-1-5,-2-2,-1-4,-2-3,-5-5,-4-4,-6-3,-2 1,-4-2,-8 2,-8 3,-7 1,-7 7,-9 5,-9 2,-9 4,-5 3,-7 3,-1 3,-4 5,-5 4,-1 1,-5 4,-4 5,-4 6,-2 6,-4 8,-7 6,-2 6,-7 9,-3 8,-4 10,-2 7,-3 5,7 7,2 5,6 4,4 5,8 1,9 2,4-2,11-1,10-1,6-6</inkml:trace>
  <inkml:trace contextRef="#ctx0" brushRef="#br0" timeOffset="298851.1971">13585 16283,'-17'0,"-12"6,-8 3,-4 6,-7 10,-8 10,-2 7,-7 5,-5 4,-3 8,-1 3,1 2,1 7,-2 4,1 4,4 6,4 2,3 0,4 4,4-2,4 3,4-1,5 2,4 2,3-1,8-4,4 3,5-2,5-4,8-6,7-5,7-7,10-4,5-7,6-7,5-5,7-7,5-7,3-6,7-9,1-7,8-8,3-4,3 0,4-5,4-1,4-11,4-8,-1-8,0-6,-3-13,4-7,-1-2,-2-4,-2-5,-1 3,-3-3,-6-2,-1 1,-4-2,-4 0,-3-2,-6-1,-5-1,-7 0,-5-1,-7-1,-8-2,-3 0,-8 2,-5-4,-4 5,-3 0,-8 2,-6 1,-2 2,-2 3,-8 4,-4 2,-7 9,-3 4,-11 8,-3 7,-1 8,-11 10,-3 10,-6 10,-8 12,0 14,-3 15,0 10,1 11,6 16</inkml:trace>
  <inkml:trace contextRef="#ctx0" brushRef="#br0" timeOffset="299375.8304">14179 17893,'-7'1,"7"-1,-11 3,-1 3,5 4,3 7,7 5,8 3,-1 3,5 4,5-2,3 3,0 1,1 5,0-7,4 3,-2-7,0-7,2-2,-1-4,1-9,1-3,5-6,-2-9,4-8,3-10,6-12,8-12,13-13,12-16,17-14,15-7,23-8,23 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2T09:43:43.77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20615 2087,'0'0,"1"5,4 7,-1 4,1 10,0 4,1 0,6 7,-3-2,2 7,-1 4,2 0,-2-2,3 5,-1-6,-12-43,13 32</inkml:trace>
  <inkml:trace contextRef="#ctx0" brushRef="#br0" timeOffset="407.4344">20577 2131,'0'0,"0"0,0 0,0 0,4 5,8 7,-3 5,5 7,10 1,2 6,3-3,6 0,1 1,-5-7,-31-22,29 13,-29-13,24 9,-3-15,-6-13,0-7,-5-12,-4-6,-2 2,3-2,2 1,-9 43,9-35,-9 35,9-25,1 8,-1 21,1 11,1 9,3 7,4 9,-1 6,8 7,3-1,2 3,17-1</inkml:trace>
  <inkml:trace contextRef="#ctx0" brushRef="#br0" timeOffset="642.7424">21803 2007,'0'0,"-6"9,-12 14,-5 15,2 24,-2 13,5 6,8 1,16 0,17-8,14-12,16-7,15-12,11-13,14-18</inkml:trace>
  <inkml:trace contextRef="#ctx0" brushRef="#br0" timeOffset="1160.83">22587 1991,'0'0,"-13"-1,-15 5,-7 12,-12 4,2 7,6 15,7 5,8 5,14 7,15 3,11-5,11-5,10-11,6-12,2-14,5-14,-5-10,-6-10,-3-11,-4-6,-7-9,-6-7,-5-6,-5 2,-3-1,-7 12,1 45,-15-36,-9 13,-18 9,-1 13,-5 7,10 7,7 6,10 4,3 6,15 4,9 3,13 3,13 1,7-1,-2 4,2-1,-4-2,-12-3,-6-7,-7 0,-11-2,-8 5,-9 1,-3 2,-6 0,-4-1</inkml:trace>
  <inkml:trace contextRef="#ctx0" brushRef="#br0" timeOffset="1348.7838">23285 2825,'0'0,"-4"20,-4 12,-2 22,6 9</inkml:trace>
  <inkml:trace contextRef="#ctx0" brushRef="#br0" timeOffset="1914.0145">23757 2148,'0'0,"13"-7,17-3,15 1,22-4,7 3,-2 3,-11 6,-61 1,50-2,-50 2,28 3,-17 4,-24 3,-13-1,-18 1,-9 4,-2 1,0-1,5 2,6 2,11 0,6-4,27-14,-14 14,14-14,-8 12,14-1,14-4,11 0,6-2,6 0,-43-5,38 6,-9 0,-10 9,-16 3,-12 7,-9 8,-14 5,-9 3,-3-1,-3-4,9-2,38-34,-29 31,11-2,17-4,12-1,10-10,13-6,14-8,15-3,13-8</inkml:trace>
  <inkml:trace contextRef="#ctx0" brushRef="#br0" timeOffset="2086.7619">24749 2859,'0'0,"-2"10,-7 10,4 21,-2 12</inkml:trace>
  <inkml:trace contextRef="#ctx0" brushRef="#br0" timeOffset="2543.3526">25103 2168,'0'0,"0"0,-6 5,-2 13,5 8,9 5,8 4,16 6,10 1,14 9,11 5,4 8,-2 4,-10-3,-13-7,-14-11,-12-9,-15-5,-14-12,-5-3,-15-5,-7-6,-9-5,-6 1,-8-8,2-4,7-4,8-3,13-5,13-4,7-4,16-3,13 2,10 3,13 2,13 7,8 8</inkml:trace>
  <inkml:trace contextRef="#ctx0" brushRef="#br0" timeOffset="2733.5754">25897 2807,'0'0,"0"0,-1 10,-1 16,-2 26,0 12,-1 5</inkml:trace>
  <inkml:trace contextRef="#ctx0" brushRef="#br0" timeOffset="3235.0679">26712 2152,'0'0,"-17"7,-17 2,-10 11,-4 9,2 6,18 7,10-1,12 1,8-10,-2-32,9 26,8-12,9-11,2-12,4-6,2-6,-2-3,-2-6,-1 0,2-3,-31 33,25-30,-25 30,23-21,-9 10,-3 11,-7 13,-1 8,2 12,-4 7,-7 9,-1 10,-3 1,-10 6,1 0,3-3,-1-1,9-6,3-5,10-8,5-4,16-13</inkml:trace>
  <inkml:trace contextRef="#ctx0" brushRef="#br0" timeOffset="3534.1881">27141 2907,'0'0,"-3"13,2 11,-1 12,7 4,1 3,8-11,2-10,4-11,2-8,-1-11,4-8,-3-9,-3-8,-6 0,-13 33,11-30,-10 3,-5 5,-9 9,-3 6,-5 11,-3 8,24-12</inkml:trace>
  <inkml:trace contextRef="#ctx0" brushRef="#br0" timeOffset="4668.6059">25174 2109,'0'0,"7"-6,6-2,5-3,12-2,7 2,3 3,1 2,8 1</inkml:trace>
  <inkml:trace contextRef="#ctx0" brushRef="#br0" timeOffset="5283.3875">28168 3031,'0'0,"0"9,-6 7,-5 20,-5 11,-10 15,-5 8,-10-2</inkml:trace>
  <inkml:trace contextRef="#ctx0" brushRef="#br0" timeOffset="6195.0391">28809 2213,'0'0,"0"0,0 10,-8 18,1 7,-3 10,-1 6,2 4,2-1,2 1,-1 2,3-4,-2-4,5-49,-5 43,5-43,-3 30,3-30,-2 17,2-12,0-21,0-15,5-15,2-15,-2-9,5-7,-1-4,0 2,2 4,2 11,0 12,-1 12,-12 40,14-31,3 10,-17 21,23-12,-2 10,2 8,-2 9,0 4,-7 8,-1 10,-1 3,-2 9,2 4,6 10,6 5,5 9,6 3,0-6,-2-7,-33-67</inkml:trace>
  <inkml:trace contextRef="#ctx0" brushRef="#br0" timeOffset="6367.4401">28813 2476,'0'0,"0"0,8-6,16-6,14-3,18 0,11-1</inkml:trace>
  <inkml:trace contextRef="#ctx0" brushRef="#br0" timeOffset="6969.6377">29660 1942,'0'0,"0"0,6 2,6 2,-12-4,16 7,1 3,-17-10,16 11,-4 5,-11 10,-11 1,-12 6,-8 1,2-2,-5 0,33-32,-28 30,5-3,23-27,-11 27,7-4,14-5,7-7,10-3,3-8,1-1,-31 1,29-3,-29 3,20-2,-20 2,11 0,-7 6,-15 12,-7 0,4 4,14-22,-16 23,7 1,12 3,12-2,10 6,7 4,6 0,-3 4,-5 4,-10-2,-12 2,-14-2,-12 1,-21-3,-15 1,-13 8</inkml:trace>
  <inkml:trace contextRef="#ctx0" brushRef="#br0" timeOffset="8680.1733">29468 2176,'0'0,"0"0,8 0,-8 0,0 0,19 1,1 5,-20-6,24 6,0 4,-1 3,-2-2,-2 4,2 2,-5 5,6 4,-1 5,-2 5,-2 8,-7 2,-1 4,-8 6,-4 1,-6-3,-4 2,-11-1,-5-4,-2 4,-5-1,1-8,2-8,0 1,-1-6,1-6,2 0,-1-4,3-4,29-19,-26 17,26-17,-23 15,23-15,-19 9,19-9,-11 7,8-4,9-4,5-4,6-8</inkml:trace>
  <inkml:trace contextRef="#ctx0" brushRef="#br0" timeOffset="9834.0498">20351 3984,'0'0,"-8"12,-9 9,-7 18,-12 18,-4 9,4 10,2 8,6 5,16 1,3-6,17-7,5-14,8-18,7-14,-28-31,28 11,3-12,3-16,-8-9,-1-7,-3-5,-10-8,-1-3,-2-6,-3-3,-2-9,-1 1,-1 2,-2 11,-5 11,5 42,-10-27,-5 9,-2 15,-4 9,0 9,-1 6,5 6,3 5,3 1,11-33,-1 34,5-4,13-1,4-3,10-1,0-5,6 1,0 2,-3 3,-4 3,0 10,-8 6,-8 8,-8 4,-11 9,-7 3,-7 2,-9 2,0 1,0-2,28-72,-25 70</inkml:trace>
  <inkml:trace contextRef="#ctx0" brushRef="#br0" timeOffset="10024.2081">21051 4579,'0'0,"0"0,7-2,15 1,15 1,7 6,0 9</inkml:trace>
  <inkml:trace contextRef="#ctx0" brushRef="#br0" timeOffset="10163.7158">21036 4916,'0'0,"11"-14,21-12,22-14,18-1,13-7</inkml:trace>
  <inkml:trace contextRef="#ctx0" brushRef="#br0" timeOffset="15665.2926">22577 4021,'0'0,"0"0,-6-1,6 1,-11-1,-11 6,-11 8,-9 12,-1 9,2 9,3 2,8-3,11-2,19-40,-15 32,10-6,13-9,5-9,5-12,8-7,2-9,4-4,-1-2,2 1,-1-2,-3 0,0 5,-1 4,-28 18,24-10,-2 12,-4 13,-3 10,-11 12,-3 9,-7 7,3 10,-5 5,-5 6,-5 3,-2-1,1-3,4-7,6-10,3-10,5-10,1-36,6 31,5-3,16-5,10-18</inkml:trace>
  <inkml:trace contextRef="#ctx0" brushRef="#br0" timeOffset="15995.8465">22936 4952,'0'0,"-2"10,-2 13,-1 10,2 7,6-1,7-5,5-11,6-7,6-12,1-8,-1-8,0-11,-3-4,-6-6,-10-3,-9 0,-11 8,-4 1,-4 8,-5 6,25 13,-28-4,-1 10,-3 16,32-22,-29 23,10-1</inkml:trace>
  <inkml:trace contextRef="#ctx0" brushRef="#br0" timeOffset="16529.0752">24152 4153,'0'0,"0"0,-4-3,-8 6,-11 10,-9 5,-3 11,2 4,4 3,11-2,18-34,-6 29,10-4,14-6,1-15,6-8,2-9,-3-7,4-6,-7-2,0-5,-1 0,-3 4,-17 29,14-27,-14 27,12-18,-6 9,-1 15,-5 9,-3 14,-3 14,-8 7,-3 6,-2 6,-3 1,-9 3,1 1,-7 0,3-9,6-2,11-12,8-5,9-39,1 31,9-6,16-6,7-7,12-11,14-10,13-8</inkml:trace>
  <inkml:trace contextRef="#ctx0" brushRef="#br0" timeOffset="16655.5798">24613 4964,'0'0,"0"13,-2 15,1 17,4 12,2 15</inkml:trace>
  <inkml:trace contextRef="#ctx0" brushRef="#br0" timeOffset="17518.0186">25737 4203,'0'0,"0"0,-9 3,-16 9,-23 10,-14 7,1 11,10 3,7-2,44-41,-28 38,28-38,-10 30,10-30,1 23,7-18,11-13,2-9,5-8,2-5,-5-4,3-2,-1-1,-25 37,26-35,-26 35,21-28,-21 28,14-18,-5 13,-6 13,1 16,-3 8,-8 11,-3 7,-5 6,-4 3,-2 2,-2 2,0-1,0-4,-3-5,4-7,4-6,7-6,9-7,10-2,13-1,14-3,19-12,16-7,7-12,8-2,-9-2,-14 3,-62 11,48-6,-48 6,33-8,-20-2,-13 10,-2-15,2 15,-8-15,-2 1,5-3,9-2,11 2,10 6,9 5,1 8,4 4,-4 8,-9 7,-9 7,-12 5,-18 7,-14 2,-5-6,-7-4,1-1,3-9,35-22,-32 17,7-3,15-3,13-2,10-2,18-1,11-5,11-1,4-3</inkml:trace>
  <inkml:trace contextRef="#ctx0" brushRef="#br0" timeOffset="17736.5544">25278 5504,'0'0,"-11"16,-5 16,-5 14,0 4</inkml:trace>
  <inkml:trace contextRef="#ctx0" brushRef="#br0" timeOffset="18003.7638">23942 5504,'0'0,"-8"19,-5 17,-7 7</inkml:trace>
  <inkml:trace contextRef="#ctx0" brushRef="#br0" timeOffset="18710.8004">22176 3998,'0'0,"-6"7,-7 11,-10 9,-9 10,5 0,27-37,-21 37,10-10,10-4,12-3,5-5,7 2,-5 1,1 1,-7 7,-6 3,-8 5,-8 1,-8 5,-8-4,26-36,-28 30,28-30,-23 23,7-7,16-16,-4 18,10 0,10 3,0 8,-4 9,-6 9,-12 8,-6 9,-1 8,-11 0,1-5,-2-6,5-6,6-9,9-4,11-6,11-9,13-10,5-8,13-12,4-9,4-11,6-10,4-9,-2-8</inkml:trace>
  <inkml:trace contextRef="#ctx0" brushRef="#br0" timeOffset="19417.9535">26787 4081,'0'0,"0"0,-3-6,3 6,-3-4,2-1,10 3,7 11,12 5,0 8,-2 6,-7 2,-9 2,-11 1,-10 1,-11-1,-11-1,-2-4,0-3,6-2,9 1,11 0,8 0,10 0,6 3,10 0,7-2,-1 6,-5 3,-4-1,-14 1,-8 4,-7-8,-6 0,-2-4,4-2,3 3,2-2,11 2,8-4,7 6,7-5,5 0,-1 2,-7 0,-7-1,-11 4,-13-1,-21 2,-17 4,-18 4,-22 2,-19 4,-13 2</inkml:trace>
  <inkml:trace contextRef="#ctx0" brushRef="#br0" timeOffset="27518.5031">20020 5939,'0'0,"0"0,6-3,11-6,17-2,6 0,10 5,9-1,5 6,2 1,2 0,-1 0,-9 0,-10 1,-48-1,37 1,-37-1,22 3,-17-4,-16 1,-22 3,-7-2,-7 2,-7 0,-5 4,-1-1,-1 4,4 0,-1-2,58-8,-50 8,50-8,-41 8,41-8,-30 9,13 6,22-1,9 3,8-4,7-1,6 2,3 0,3-3,-2 5,-4 2,-8 3,-8 4,-8 7,-5 2,-11 2,-6 1,-17-1,-2 0,-8 2,-2-6,0-3,4-4,36-25,-31 22,31-22,-22 15,22-15,-11 10,13-3,22-5,14-9,12-2,20-3,9-1,11 0</inkml:trace>
  <inkml:trace contextRef="#ctx0" brushRef="#br0" timeOffset="27706.973">21253 6316,'0'0,"9"1,14 0,14 2,22 3,11 2,-1 7,-4 5</inkml:trace>
  <inkml:trace contextRef="#ctx0" brushRef="#br0" timeOffset="27895.411">21255 6527,'0'0,"14"-3,15-3,19 1,16 2,9 6,2 1,4 6</inkml:trace>
  <inkml:trace contextRef="#ctx0" brushRef="#br0" timeOffset="31846.299">22795 5917,'0'0,"0"0,-7 1,-11 9,-13 8,-6 1,-9 7,4 0,4-2,38-24,-28 23,12-4,15-3,12-4,10-1,3-3,-24-8,28 8,-5 3,-23-11,19 21,-8 4,-10 13,-9 0,-6 5,-6-7,1 4,19-40,-17 34,8-1,9 3,0-36,7 30,4 0,2 3,-8 7,2 0,-9 9,-12 4,-10 0,-3 3,-6-4,0-2,2-7,31-43,-29 35,9-7,20-28,-6 21,14-6,15-8,10-10,5-4,2-3,3-1,-9 0,-34 11,32-9,-4 2,-28 7,23-4,-23 4,16-2,-7 2,-15-1,-14 4,-11-1</inkml:trace>
  <inkml:trace contextRef="#ctx0" brushRef="#br0" timeOffset="32942.7962">23398 6142,'0'0,"-10"1,-9-1,-7 9,-13 9,-5 7,1 8,4 6,6 3,10-2,11 1,6-6,8-2,16-6,4-10,4-12,10-5,-5-7,0-8,1-4,-9-3,-2-4,-2 1,-6-2,-3 2,-10 25,8-24,-8 24,5-21,-5 4,0 17,1-5,1 10,0 13,4 12,2 7,1 3,1 3,7 7,0 3,11 8,5 0</inkml:trace>
  <inkml:trace contextRef="#ctx0" brushRef="#br0" timeOffset="33134.8817">23860 6811,'0'0,"0"0,3 6,0 12,2 8,4 10,3 5,1 0,-13-41,20 39</inkml:trace>
  <inkml:trace contextRef="#ctx0" brushRef="#br0" timeOffset="33636.1902">24370 6208,'0'0,"2"7,-1 9,3 11,7 22,-1 10,2 8,2 7,2-2,-7-5,3-10,-12-57,10 46,-10-46,5 30,-2-15,-1-16,-3-18,5-10,0-6,2-7,5 0,5 0,3 10,5 9,3 11,8 12,-3 8,6 12,-1 2,-5 2,-32-24,28 31,-10-1,-12 2,-9-5,-9-4,-11-6,-10-5,-12-8,-4 1,-9-4,0-1,58 0,-51 0,14-5,13-7</inkml:trace>
  <inkml:trace contextRef="#ctx0" brushRef="#br0" timeOffset="33806.6928">25038 7003,'0'0,"-3"10,-5 11,3 11,9 11,5-5</inkml:trace>
  <inkml:trace contextRef="#ctx0" brushRef="#br0" timeOffset="34058.397">25453 6550,'0'0,"-8"7,-4 9,-7 13,-1 10,4 9,10-1,9-2,12-6,10-6,9-9,9-6,9-12,5-17</inkml:trace>
  <inkml:trace contextRef="#ctx0" brushRef="#br0" timeOffset="34545.1248">25966 6031,'0'0,"0"0,4-1,-4 1,13 5,2 7,6 15,-6 9,-9 4,-14 3,-4-1,-9 0,-3-5,0-5,3-6,21-26,-19 23,15-9,15-6,7-3,-18-5,27 2,-4 2,-23-4,21 7,-9 4,-11 3,-4 4,-1 0,3 1,5 2,6 0,10-1,5 6,0 4,8 1,-5 1,-6 2,-22-34,19 33,-10-2,-14 2,-14-3,-16 3,-17-2,-13 1,-20 4</inkml:trace>
  <inkml:trace contextRef="#ctx0" brushRef="#br0" timeOffset="54308.8871">20797 7351,'0'0,"0"0,-6-1,-13 7,-9 1,-12 9,-5 5,-3 6,-2 7,-1 4,5 1,4-2,10-3,16 2,8-4,6-1,14 4,9-1,10-5,5 3,10-3,2 2,0-2,-2 2,-5 4,-7-1,-5-1,-9-1,-10 0,-14-5,-6-2,-11 0,-10-4,-10-7,-5 2,-3-5,0-6,4-9,8-4,1-10,12-3,5-4,5-4,9 0,7-4,12 2,10-3,10 1,17 2,8 1,14 2</inkml:trace>
  <inkml:trace contextRef="#ctx0" brushRef="#br0" timeOffset="54497.5751">21401 7828,'0'0,"7"2,10 0,9 5,11 2,0 4,3 8,-40-21</inkml:trace>
  <inkml:trace contextRef="#ctx0" brushRef="#br0" timeOffset="54654.8189">21346 8145,'0'0,"0"0,5-5,15-3,10 0,13 1,6-2,12 2,-1 2</inkml:trace>
  <inkml:trace contextRef="#ctx0" brushRef="#br0" timeOffset="61456.3236">22618 8004,'0'0,"6"9,-2 9,5 15,10 16,-1 9,-1 18,-2 9,6 12,-12 9,2 16,-7 9,-5 8,3 9,0 9,6 5,-1 2,4 0,-6 9,-1 6,0 0,1 2,-3 7,0-2,-9 7,7 2,-1 3,-1 6,-2-4,-4 1,-1 1,-1-3,1-3,2-7,4-7,3-5,7-9,-4-8,4-14,-2-16,-3-26</inkml:trace>
  <inkml:trace contextRef="#ctx0" brushRef="#br0" timeOffset="62753.518">22933 7869,'0'0,"16"5,18-1,19 10,29 3,17 6,11 2,8 3,13-4,9-8,8-1,14-2,11-7,11-8,13 1,13-5,16-8,13 2,12-4,10-2,7 0,3-3,-6 6,2-2,-3-1,-12 0,-9-2,-9-4,-16 2,-14-1,-9-4,-19 2,-12-2,-19 0,-16 1,-20 0,-18 4,-17 0,-21 5,-53 17,39-17,-39 17,27-9,-9 13,-4 17,2 9,-8 15,-4 7,1 12,-2 7,-4 12,-1 12,5 11,-3 10,-3 7,3 13,3 8,0 12,0 3,-3 8,6 0,-1 5,-1 3,-3-2,-1 2,4-2,-7-4,-1 3,-1 0,4 3,-6 0,-1-2,4 2,4 0,1 1,2-1,-3-4,0-6,-4-7,3-8,0-10,1-7,-2-10,-1-3,1-1,1-5,2 1,3-1,1-6,-2-4,-7-11,3-11,-9-9,-8-12,-4-13,-10-7,-10-4,-8-4,-14-2,-12-4,-10 0,-16-7,-9-5,-14-10,-14-9,-17-9,-18-7,-14-5,-16 1,-16-1,-10 2,-15 0,-11 7,-14-1,-11 2,-20 5,-17 6,-12 5,-16 13,-9 15,4 13,10 12,22 10,28-1,22-5,25-11,24-13,27-27</inkml:trace>
  <inkml:trace contextRef="#ctx0" brushRef="#br0" timeOffset="63341.31">24408 8315,'0'0,"5"31,6 32,4 46,1 25,-2 17,1 11,6 12,-7 4,1 11,8 16,6 3,-20 1,6 9,-7 0,2-1,-8 3,9 1,-5 5,6-3,-5-3,9 1,-9-5,0-3,9-11,0-5,2-5,1-10,-1-17,-8-17,-7-25,-12-25,-20-33,-13-38</inkml:trace>
  <inkml:trace contextRef="#ctx0" brushRef="#br0" timeOffset="63906.6675">22608 9897,'0'0,"17"-2,24 1,24 0,36-5,28-1,24-1,18-1,22-4,16 2,15-2,17-2,8-2,5-1,6 2,4-7,6 7,14 5,4 4,12 10,5 4,5 13,-1 7,0 7,-13 5,-9 9,-12 4,-11 3,-18 0,-11-1,-19-2,-22-7,-24-5,-25-10,-29-5,-25-9,-91-16,70 11,-25-8</inkml:trace>
  <inkml:trace contextRef="#ctx0" brushRef="#br0" timeOffset="64581.5175">22899 8232,'0'0,"7"4,-7-4,16 11,11 11,13 8,9 7,9 9,5 8,5 6,8 9,3 8,3 6,-5 6,5-2,-1 6,3-4,-1-3,0-7,-6-6,0-5,-5-10,-9-1,-7-11,-7-4,-14-12,-35-30,29 27,-29-27,23 18,-23-18,18 14,-18-14,12 9,-12-9,10 6,-10-6,5 1,-4-6,-9-20</inkml:trace>
  <inkml:trace contextRef="#ctx0" brushRef="#br0" timeOffset="66530.5043">23732 10021,'0'0,"-7"-7,7 7,-10-9,-10 1,-12 13,-4 10,-2 12,0 10,4 5,10 2,6-4,11-1,11-9,14-7,9-11,7-9,2-10,0-6,-4-5,-4-1,-1-7,-6 0,-1-1,-4-1,-16 28,14-26,-14 26,13-21,-13 21,11-16,-8 11,-4 17,-8 12,-6 14,-1 10,1 10,-7 6,3 0,5 3,3-4,5 1,5-2,2-4,5-5,3-4,4-9,2-7,4-9,9-10,7-14</inkml:trace>
  <inkml:trace contextRef="#ctx0" brushRef="#br0" timeOffset="66811.5287">24030 10683,'0'0,"-5"10,-2 10,1 13,3 0,6 3,6-3,6-5,10-7,-25-21,27 11,1-11,3-15,-7-8,-8-10,-6-3,-9-3,-3 3,-6 6,-4 6,-7 6,0 11,-11 9,-9 11</inkml:trace>
  <inkml:trace contextRef="#ctx0" brushRef="#br0" timeOffset="67251.7879">23121 11208,'0'0,"31"-4,30-8,38-4,30 1,26-6,20-2,19 3,13-1,12 2,11 3,9 0,3 5,8 4,4 1,8 6,6 0,6 6,5 6,-1 5,-4-4,-11 6,-12-1,-18 2,-15 3,-19 0,-20-3,-22 1,-25 0,-29-7,-103-14,73 12</inkml:trace>
  <inkml:trace contextRef="#ctx0" brushRef="#br0" timeOffset="67911.6046">23830 11396,'0'0,"0"0,-2-4,-11 4,-4 12,-5 9,-8 9,-2 14,-1 4,3 1,6-2,24-47,-10 40,10-40,-4 29,8-12,8-10,9-17,1-2,0-11,5-1,-7-2,3-1,-7-2,1-2,-17 31,15-26,-15 26,13-24,-13 24,6-17,-4 15,-15 16,1 10,1 12,-3 6,1 4,2 3,3-1,1 4,1-5,3 0,2-3,0 0,1-3,5 1,7-5,5-10,3-17</inkml:trace>
  <inkml:trace contextRef="#ctx0" brushRef="#br0" timeOffset="68052.8358">24135 12038,'0'0,"-2"17,5 13,3 10,-6-40,9 62,8 6</inkml:trace>
  <inkml:trace contextRef="#ctx0" brushRef="#br0" timeOffset="68539.5619">22433 12482,'0'0,"16"2,30-3,26-4,30-6,31-4,26-5,20-6,21-2,13-2,12 4,13-2,0 8,2 1,7 4,1 4,15 2,5 5,11 4,3 8,10 5,4 7,1 3,-8 7,-4 4,-11 1,-13 4,-20 3,-27-4,-23 1,-31-5,-28-5,-35-8,-97-21,69 16,-40-16</inkml:trace>
  <inkml:trace contextRef="#ctx0" brushRef="#br0" timeOffset="69607.8201">23716 12709,'0'0,"0"0,-5-1,5 1,-19 7,-16 11,-10 13,-11 9,3 4,5 4,8 2,10-1,11-6,8-8,11-35,1 27,11-9,9-14,8-10,2-8,2-8,3-8,2-1,-2-3,-2-1,-4 0,-3 2,-27 33,19-32,-19 32,16-23,-16 23,9-15,-4 14,-9 18,-7 13,-2 12,-2 11,2 10,-3 4,-1 4,0 2,-2-4,2 1,4-6,1-7,7-4,4-8,4-10,9-11,13-16,5-15,8-14,2-7,8-9,-2 1,-4 3,-42 33,34-28,-4 5,-30 23,24-27,0 3,4-6,1 6,6 2,3 10,-3 5,1 5,0 7,-7 7,-6 5,-7 8,-14 7,-12 5,-11 4,-9-1,-3-1,-1-5,0-4,34-30,-29 25,29-25,-24 22,24-22,-13 19,14-5,17-4,10-6,13-5,8-6,0 2,4 0,5 0,-6 0,-52 5,51-1,-51 1,40-3,-40 3,27 3,-16 6,-25 4</inkml:trace>
  <inkml:trace contextRef="#ctx0" brushRef="#br0" timeOffset="71872.4252">25640 8654,'0'0,"0"0,-8-2,-14 1,-8 4,-12 9,-2 8,-4 4,7 8,4 9,6 2,11 0,12 1,9-1,6-9,8-3,10-9,6-8,1-10,3-8,1-9,-5-9,-1 0,-4-7,-5-9,0 0,-6 0,-7-4,-4 1,-5 4,1 37,-3-35,3 35,-2-25,1 10,-1 18,5 11,2 11,5 10,4 9,-5 7,10 9,2 3,11 2</inkml:trace>
  <inkml:trace contextRef="#ctx0" brushRef="#br0" timeOffset="72375.4381">26463 8038,'0'0,"2"8,-1 7,9 17,-2 11,-1 15,-1 15,-3 7,1 15,-9 8,4 13,-6 8,-3 16,1 9,-3 11,-8 7,3 7,7 6,-2 10,-2 5,13 5,1 2,0 3,3 5,2 0,-9-1,5 0,1-6,-1-4,0-4,3-9,-10-11,-2-11,-7-10,3-11,-4-17,2-6,-3-18,4-14,-1-17,14-71,-12 51,2-16,-2-34</inkml:trace>
  <inkml:trace contextRef="#ctx0" brushRef="#br0" timeOffset="73055.4359">27217 8234,'0'0,"-1"14,1 14,6 25,-4 14,7 11,1 2,2 4,-6-3,7-5,-5-10,-1-7,-3-8,-4-51,4 40,-4-40,1 28,0-10,-2-15,-1-16,1-9,1-10,6-5,9-2,10-3,4 9,10 2,2 10,3 11,1 7,1 14,-2 4,-5 8,-6 8,-5 6,-10 3,-9 1,-11 1,-7-3,-14-3,-7-7,-7-5,-9-4,-5-5,-2-10,3-8,8-11,10-17</inkml:trace>
  <inkml:trace contextRef="#ctx0" brushRef="#br0" timeOffset="73537.5601">28023 8130,'0'0,"-1"20,0 14,-1 30,-3 19,0 16,-4 9,0 15,3 5,-1 10,-4 12,10 12,-4 9,5 11,2 5,3 3,-2 1,6-2,-3 0,-6-1,2-2,-1-5,-2 1,-7-2,-1 1,2-1,-5-3,-4-3,-5-4,-1-6,-1-4,-3-5,5-3,-4-5,3-12,-2-8,2-13,6-10,0-15,1-12,15-77,-13 57,1-32</inkml:trace>
  <inkml:trace contextRef="#ctx0" brushRef="#br0" timeOffset="74119.4996">28726 8876,'0'0,"-11"7,-7 8,-10 11,-6 14,-3 10,1 5,9 0,8-5,8-3,13-3,5-3,9-7,11-5,6-6,7-5,5-8,5-2,0-5,-2-4,-1 1,-1-4,-6-3,-4 3,-36 4,35-8,-35 8,31-6,-31 6,24-6,-24 6,17-3,-8 1,-12 5</inkml:trace>
  <inkml:trace contextRef="#ctx0" brushRef="#br0" timeOffset="80272.6078">25496 9864,'0'0,"0"0,0 0,-4-4,-6-5,-17 4,-10 6,-3 6,-13 8,4 6,-1 7,11 2,5 1,10 1,5 0,10-1,9-31,-4 27,11-4,-7-23,18 12,1-6,6-9,3-8,-1-7,-1 0,1-8,-5 4,3-1,-25 23,22-24,-22 24,22-19,-22 19,16-18,-16 18,14-12,-3 11,-5 15,-2 8,-6 9,0 8,-5 4,-1 3,-4 2,4 1,-6-3,4-2,-2-2,0-6,0-3,5-4,2-1,5-28,-1 26,6-3,4-1,-9-22,16 18,3-5,15-7,9-7</inkml:trace>
  <inkml:trace contextRef="#ctx0" brushRef="#br0" timeOffset="80444.9506">25969 10349,'0'0,"0"0,0 9,0 20,0 9,-2 10,1 13</inkml:trace>
  <inkml:trace contextRef="#ctx0" brushRef="#br0" timeOffset="89403.8252">27104 9884,'0'0,"0"0,-6 2,6-2,-17 6,-18 9,-3 6,-8 6,3 0,6 4,37-31,-28 30,28-30,-18 25,18-25,-6 22,11-12,11-10,7-10,-3-6,4-3,-2-3,-2 1,0-1,-20 22,24-18,-24 18,19-16,-19 16,17-8,-4 11,-5 18,-8 10,-7 8,-5 7,-3 6,-3 4,-3 4,3 1,-1-7,-2-8,6-8,15-38,-5 32,3-4,5-4,11-5,8-3,2-5,12-13</inkml:trace>
  <inkml:trace contextRef="#ctx0" brushRef="#br0" timeOffset="89780.0572">27280 10383,'0'0,"-3"7,-5 10,-2 11,3 2,-3 3,6 2,8-7,5-5,5-6,10-3,2-7,1-8,1-7,-5-4,2-6,-2 0,-6-4,-5 0,-1-3,-7-1,-4 26,2-24,-5 4,-6 0,-5 4,-5 7,-4 6,1 5,-4 4,-2 1,2 5,26-12,-25 12,25-12,-23 12,7-1</inkml:trace>
  <inkml:trace contextRef="#ctx0" brushRef="#br0" timeOffset="92329.1904">28752 10161,'0'0,"0"0,-6-3,-12 3,-6 3,-9 3,1 8,-3 8,5 4,4 5,6 5,7-4,10-3,3-29,2 25,6-5,7-9,3-7,0-8,0-8,0-2,2-2,-2-5,2-1,-2 1,0-2,-18 23,17-22,-17 22,16-15,-16 15,9-9,-3 11,-7 16,-5 10,-3 12,-9 10,-3 3,-6 3,0 3,-2 0,7-4,2-3,4-11,8-7,8-34,-3 29,5-6,-2-23,10 21,6-6,12-12,5-11,9-13</inkml:trace>
  <inkml:trace contextRef="#ctx0" brushRef="#br0" timeOffset="92686.1829">29023 10685,'0'0,"0"9,-2 7,-3 10,-1 6,-3 4,-2-1,3-4,5-5,3-26,1 23,6-7,11-5,-18-11,18 2,2-9,2-9,-4-2,-2-5,-5-3,-1-2,-8-1,-1 2,-1 0,-6 4,6 23,-10-17,-2 4,-13 7,1 8,-6 6,-1 6,-5 4,4 6,-3-2</inkml:trace>
  <inkml:trace contextRef="#ctx0" brushRef="#br0" timeOffset="101182.2733">23202 8815,'0'0,"0"0,-7 4,-10 12,17-16,-27 25,-5 8,2 7,4 5,1 6,7 5,9 4,1-6,7 3,3-8,5-5,4-7,5-6,2-6,1-4,-1-3,-18-18,26 11,1-6,7-8,-3-6,3-7,-6-7,-2-4,-6-2,1-5,-4-8,-3 2,-7-1,-7-4,-3 3,-4 6,-3 0,-2 1,-3 7,-3 2,0-1,18 27,-20-20,-1 4,-6 2,1 5,3 10,23-1,-22 8,2 5,3 10,3 5,3 3,7-1,11 3,4-2,5 1,7-1,1 1,6 1,-2-1,3-3,3 3,2-6,-9 1,9 3,-5-3,-8-4,-2 1,0-3,-8 2,-13-23,14 24,-5 2,-8 4,-1-30,-10 27,-3 3,-9-3,-2-4,24-23,-26 22,26-22,-22 14,22-14,-21 11,21-11,-15 7,15-7,-12 2,9-2,8-15</inkml:trace>
  <inkml:trace contextRef="#ctx0" brushRef="#br0" timeOffset="102093.1124">23719 8471,'0'0,"0"0,0 0,0 0,12 0,11-1,15 0,6 2,8-4,1 0,3 0,-7 3,-49 0,48-2,-48 2,42-1,-42 1,32-4,-32 4,19 0,-10-1,-20 2,-18 6,-12 4,-12 0,-6 0,4-1,-1 1,5-1,8-1,43-9,-41 6,9 1,32-7,-26 6,26-6,-16 7,10 0,15-2,12 0,4 1,8-3,6 3,1-2,0 4,-40-8,37 11,-3 3,-34-14,25 18,-6 1,-8 7,-8-1,-5 0,-8 2,-9-3,-3-2,4 1,-1-3,19-20,-18 17,18-17,-15 18,4-1,11-17,-3 16,7-5,10-4,5-1,10-5,6-1,7-6,1 1,4 2,1-3,-2-3,-6 5,-2 0,-38 4,32-3,-32 3,25 0,-25 0,20-1,-9 1,-10 5,-4 6</inkml:trace>
  <inkml:trace contextRef="#ctx0" brushRef="#br0" timeOffset="130835.1481">28219 3732,'0'0,"0"0,0 0,-1-3,1 3,-1 0,0 5,-2 11,-3 8,-1 14,1 3,-2 11,-4 7,0 12,-4 6,1 9,-2 11,3 0,7 9,7 5,4 5,5 3,3 4,1 8,4-5,-3 3,3-1,-10-7,0 2,2-6,-5 1,0-5,4-2,-4-9,3-8,-3-9,3 0,-2-2,3-5,2 0,-2-7,3-3,0-8,-3-4,0 0,4-4,-3 3,-2-5,1 2,-1 0,2-4,-5 1,1 0,0-3,-2-8,1-5,-4-21</inkml:trace>
  <inkml:trace contextRef="#ctx0" brushRef="#br0" timeOffset="132249.4741">28920 3843,'0'0,"0"0,-6-5,6 5,-12-4,-8 4,-7 7,-6 8,-2 9,2 7,2 6,2 2,2 1,8-3,8-5,11-32,-8 28,8-28,2 22,-2-22,6 15,4-9,5-10,-1-9,1-6,-1-7,3-4,0-3,2 4,2-5,-21 34,19-30,-19 30,20-23,-20 23,13-13,-3 12,-1 16,-7 11,-2 9,-3 4,-5 3,2 3,0 2,-2 4,-1 3,-2-1,4-8,7-45,-9 38,9-38,-7 29,7-29,-2 22,2-22,5 13,5-8,12-9,8-10,14-8,12-7,6-3,-5 3,-57 29,48-23,-11 10,-19 13,-16 8,-11 0,9-8,-15 13,-4-1,-1 6,2 2,12 3,1 4,5-2,6 0,3-1,4-2,4-4,5 0,3-7,5-11,-2-4,-4-6,-6-8,-5-5,-11-1,-6-3,-5-1,-7 1,-4 4,0 3,-1 4,0 8,21 8,-19-6,19 6,-20 5</inkml:trace>
  <inkml:trace contextRef="#ctx0" brushRef="#br0" timeOffset="132422.4781">29657 4092,'0'0,"10"-8,13-3,13 4,18 3,7 6,1 15</inkml:trace>
  <inkml:trace contextRef="#ctx0" brushRef="#br0" timeOffset="132579.6703">29862 4399,'0'0,"13"-7,15-4,23-7,23-3</inkml:trace>
  <inkml:trace contextRef="#ctx0" brushRef="#br0" timeOffset="133082.1452">30663 3719,'0'0,"0"0,-11 1,-19 8,-14 7,-6 13,-2 10,5 4,11 8,5-5,9 1,13-9,9-38,-5 32,5-32,5 22,2-14,8-15,5-12,2-7,2-8,4 5,2-4,2-3,0 8,-32 28,30-22,-9 8,-7 13,-6 10,-2 7,-6 9,-5 12,-3 10,-7 10,-1 8,-6 5,6-1,-2-3,5-9,-1-9,7-9,4-6,4-8,8-4,6-3,7-8,10-9,18-15,6-15</inkml:trace>
  <inkml:trace contextRef="#ctx0" brushRef="#br0" timeOffset="133396.1888">30884 4374,'0'0,"-3"5,-2 9,-4 12,-3 9,6 0,3 1,4-3,4-5,6-4,6-5,4-8,3-6,4-10,-2-6,-4-5,-2-2,-6-9,-6-3,-8 30,-1-32,-6-1,7 33,-15-30,-5 7,-7 8,-3 9,-4 10,-2 6,-4 9,-8-3</inkml:trace>
  <inkml:trace contextRef="#ctx0" brushRef="#br0" timeOffset="142279.1272">28744 5312,'0'0,"-4"12,-3 13,-2 13,0 14,3 5,1 5,-3 6,-1 3,1 0,-1-1,3-14,6-56,-6 44,6-44,-7 26,7-26,-1 14,-1-11,-2-24,-1-16,2-14,1-18,3-11,4-9,6-6,3 3,-4 8,9 7,-1 15,2 13,-2 13,-2 11,-16 25,21-16,-3 8,2 12,5 8,-5 11,5 8,-4 6,1 8,-7 6,0-1,-4 1,3-2,-1 0,-1-6,-3-1,1-4,2 1,1-1,2-3,-3 1,-12-36,13 26</inkml:trace>
  <inkml:trace contextRef="#ctx0" brushRef="#br0" timeOffset="142451.9509">28728 5612,'0'0,"7"-8,12-5,17-7,17-5,18-3,15 2</inkml:trace>
  <inkml:trace contextRef="#ctx0" brushRef="#br0" timeOffset="142625.2839">29553 5543,'0'0,"11"-4,11 0,11 1,7 2,12 2,-1 1</inkml:trace>
  <inkml:trace contextRef="#ctx0" brushRef="#br0" timeOffset="142782.5749">29548 5749,'0'0,"8"-4,7-2,13-7,21-4,11-3,8-5</inkml:trace>
  <inkml:trace contextRef="#ctx0" brushRef="#br0" timeOffset="143190.4778">30118 5272,'0'0,"0"0,0 4,3 11,0 7,6 8,3 7,-1 3,-3-3,-2-1,-6-36,2 34,-2-34,-1 27,1-27,-2 18,-2-9,6-15,-10-14,-6-8,-7-6,0-12,-3-2,9-5,2-7,7-3,7-1,7 3,8 8,5 10,7 9,0 8,3 14,-1 5,2 10,-3 7,-5 9,-8 8,-7 9,-9 2</inkml:trace>
  <inkml:trace contextRef="#ctx0" brushRef="#br0" timeOffset="143458.8063">30150 5428,'0'0,"9"-8,11-5,11 0,15-4,11 1,6 5,-3 3,-8 5,-10 7,-10 12,-9 4,-2-1,-9 3,-1 1,-3 1,1 4,-1 4,2-1,3 4,-4 3</inkml:trace>
  <inkml:trace contextRef="#ctx0" brushRef="#br0" timeOffset="143865.4328">30633 5337,'0'0,"0"0,10 5,9 14,9 6,-1 5,-4-2,-23-28,18 26,-18-26,13 21,-8-14,-4-11,-3-9,-1-7,-1-5,5-3,2-3,5-5,-8 36,17-32,0 4,5 8,-2 11,3 9,-4 9,1 11,-5 4,6 7,-6 6,3 0,5 2,3-14,3-6</inkml:trace>
  <inkml:trace contextRef="#ctx0" brushRef="#br0" timeOffset="144352.5983">31314 5197,'0'0,"0"0,-8 0,-5 2,-11 14,0 6,-5 9,29-31,-27 36,27-36,-19 32,19-32,-10 25,5-8,10-16,2-10,-7 9,11-16,-11 16,8-19,-8 19,8-18,-8 18,4-11,3 7,-7 4,10 1,-10-1,10 1,1-5,5-8,-2-10,2-3,-4-7,-2 0,-4 0,-5-3,-4-1,-1-2,4 38,-7-34,7 34,-7-28,7 28,-5-21,0 20,7 11,1 13,0 8,3 10,0 5,5 4,10 0,11-7</inkml:trace>
  <inkml:trace contextRef="#ctx0" brushRef="#br0" timeOffset="144666.6792">32046 5024,'0'0,"0"0,-3-3,-7 0,-10 8,-9 4,-15 7,-8 6,3 1,7 1,42-24,-27 22,14 2,22-2,12 2,9-4,-1-2,6 0,-1-3,-34-15,32 13,-32-13,23 14,-12 2,-12-2,-15 5,-13-1,-8-1,-16-6</inkml:trace>
  <inkml:trace contextRef="#ctx0" brushRef="#br0" timeOffset="144886.9382">32160 4930,'0'0,"5"9,0 12,-3 18,2 11,-2 6,3 7,-6 3,5-2,-4-64,4 52</inkml:trace>
  <inkml:trace contextRef="#ctx0" brushRef="#br0" timeOffset="145561.1108">32037 5182,'0'0,"8"0,8-7,17-4,20-4,14-3,7-3,0 1,-10 0,-64 20,48-21,-48 21,36-21,-36 21,17-17,-17 8,-20 18,-9 9,-8 14,-1 6,4 1,9-3,7-2,18-34,-9 29,10-4,10-10,4-10,-15-5,20-3,2-10,-3-7,0-5,-19 25,12-25,-12 25,13-22,-13 22,8-14,-8 14,6-7,3 12,-9-5,16 9,3 1,2 0,7-5,1-12,-3-4,4-6,-5-8,-5-2,0-4,-10-3,-2-4,0-3,-5-4,-2 3,-1 42,-3-38,3 38,-2-27,2 27,-3-17,2 12,7 20,2 10,-4 10,2 8,-1 4,5 3,-3 1,-1 5,1 7,3 2,3-9</inkml:trace>
  <inkml:trace contextRef="#ctx0" brushRef="#br0" timeOffset="145938.9253">32763 5034,'0'0,"16"-3,15-2,13 0,20 0,7-2,0 0,-6-6,-65 13,51-13,-11-2,-13-7,-13-1,-7-1,-7 24,-7-17,-7 6,-16 14,-4 10,-4 9,5 6,2 6,8 2,12-2,8-4,14-1,12-2,7-6,5-2,7-5,3-4,-3-3,0-5,-2-8</inkml:trace>
  <inkml:trace contextRef="#ctx0" brushRef="#br0" timeOffset="146394.2588">29597 6318,'0'0,"19"-8,15-9,15-1,20-1,-69 19</inkml:trace>
  <inkml:trace contextRef="#ctx0" brushRef="#br0" timeOffset="146566.6655">29583 6559,'0'0,"0"0,0 0,2 0,11-5,29-14,12-7,22-8,18-7</inkml:trace>
  <inkml:trace contextRef="#ctx0" brushRef="#br0" timeOffset="147068.7851">30565 5984,'0'0,"-10"4,-9 7,-16 10,-2 9,-3 6,4 8,9-4,9-1,6-3,8-3,11-8,-7-25,10 20,7-7,4-14,1-12,6-3,-1-13,3 2,-1-5,-2-1,3 2,-4-2,-26 33,22-28,-22 28,22-23,-7 8,-6 10,-2 12,-6 7,-1 11,-4 10,-4 7,0 7,-1 3,-4 2,-4-3,2-4,1-3,5-7,6-8,6 2,1-3,11-3,4-3,11-4,12-10,13-11</inkml:trace>
  <inkml:trace contextRef="#ctx0" brushRef="#br0" timeOffset="147484.5743">31185 6508,'0'0,"0"0,2-9,12-9,14 0,9 2,6 9,-3 13,-5 11,-8 1,-11 9,-9 5,-17 3,-9 4,-9 4,-4 0,-3-4,-2-6,37-33,-33 30,33-30,-21 19,9-5,24-8,15-8,14-9,9-4,10-4,3 0,2 4,-4 4,-6 1,-55 10,44-8,-44 8,30-4,-15 0,-14-1,-15 1</inkml:trace>
  <inkml:trace contextRef="#ctx0" brushRef="#br0" timeOffset="148844.8013">31485 3773,'0'0,"0"0,0 0,0 0,1 5,2 8,1 5,0 8,1 3,0 3,0 6,3 2,0 3,2 1,3 0,-2-3,-11-41</inkml:trace>
  <inkml:trace contextRef="#ctx0" brushRef="#br0" timeOffset="149048.8326">31285 3843,'0'0,"0"-8,5-4,11-8,15-3,10 0,11 7,7 4,2 10,-1 9,-10 10</inkml:trace>
  <inkml:trace contextRef="#ctx0" brushRef="#br0" timeOffset="149222.0549">31479 4246,'0'0,"12"-6,10-7,16-9,21-11,17-8</inkml:trace>
  <inkml:trace contextRef="#ctx0" brushRef="#br0" timeOffset="149551.9539">31961 3988,'0'0,"3"8,0 7,4 5,3 3,1 2,-11-25,14 21,-14-21,10 22,-3-7,-7-15,4 2,-4-9,-4-11,-5-4,2-4,6-1,4-1,-3 28,8-24,3 5,-11 19,17-13,-2 10,6 11,-2 7,0 8,-2 4,0 5,-3 4,-14-36</inkml:trace>
  <inkml:trace contextRef="#ctx0" brushRef="#br0" timeOffset="149756.1004">32375 4010,'0'0,"3"7,-2 10,1 10,7 2,-9-29,11 32</inkml:trace>
  <inkml:trace contextRef="#ctx0" brushRef="#br0" timeOffset="149932.6613">32304 3687,'0'0,"7"-2,8-3</inkml:trace>
  <inkml:trace contextRef="#ctx0" brushRef="#br0" timeOffset="150105.0233">32530 3621,'0'0,"-1"10,3 10,3 7,6 8,3 5,4 1,-1 8,4 3,-2 1,1-6</inkml:trace>
  <inkml:trace contextRef="#ctx0" brushRef="#br0" timeOffset="150372.271">32462 3841,'0'0,"6"-6,8-4,9-6,15-2,3 1,-3 6,-38 11,33-8,-6 8,-5 8,-9 6,0 5,-3 7,-3 3,4 4,1 0,-2 2,-10-35</inkml:trace>
  <inkml:trace contextRef="#ctx0" brushRef="#br0" timeOffset="151142.0337">32774 3646,'0'0,"11"5,13-1,11-3,13-3,2 0,-50 2,46-2,-46 2,37-7,-37 7,27-6,-27 6,12-7,-13 3,-18 8,-9 7,-3 4,3 11,0 4,13-2,15-28,-12 30,11-1,5-1,9-9,2-6,9-11,-4-10,4-6,-4-4,-20 18,18-21,-5-4,-6-9,-7 34,4-36,-4 36,4-30,-4 30,1-24,-1 24,2-13,1 16,2 9,3 5,-8-17,14 15,0 0,-14-15,18 5,-1-6,1-13,-2-8,-3-1,-6-4,-4-2,-7-3,-2-3,-2 2,-2-2,-3 3,13 32,-9-27,9 27,-10-22,0 10,4 14,4 9,-1 11,2 13,-4 14,0 9,-6 10,-2 16,-1 5,0 4</inkml:trace>
  <inkml:trace contextRef="#ctx0" brushRef="#br0" timeOffset="151519.0807">32569 4345,'0'0,"0"0,0 0,0 0,-5 7,-9 7,14-14,-24 16,24-16,-25 17,25-17,-23 15,10 1,18-3,13 2,11 1,7-1,-1 2,1 0,-36-17,31 15,-11 4,-20-19,10 22,-6 1,-19 4,-8-4,-6-8</inkml:trace>
  <inkml:trace contextRef="#ctx0" brushRef="#br0" timeOffset="151739.7458">32773 4357,'0'0,"0"10,5 9,3 13,2 5,2 8,0 0,2-2,-14-43,14 39</inkml:trace>
  <inkml:trace contextRef="#ctx0" brushRef="#br0" timeOffset="152399.768">32736 4461,'0'0,"12"-4,11-6,7-3,10-2,-40 15,47-15,-47 15,41-14,-41 14,32-10,-32 10,21-7,-12 7,-15 11,-6 9,12-20,-13 24,2 2,11-26,-7 27,8-3,7-7,-8-17,15 12,1-10,-16-2,16-6,-3-8,-13 14,9-22,-9 22,5-24,-5 24,2-22,-2 22,0-13,5 9,-5 4,9 4,6 3,-15-7,24 10,0-7,2-3,-5-7,-6-6,-15 13,13-16,-3-4,-3-6,-6-2,-5 0,1-2,-1 2,-6 0,10 28,-8-25,8 25,-5-22,5 22,-4-13,4 13,1 14,6 10,1 10,-4 5,6 4,3 3,-5 1,6 1,-14-48</inkml:trace>
  <inkml:trace contextRef="#ctx0" brushRef="#br0" timeOffset="152840.4239">33148 4292,'0'0,"13"-4,4-3,9-2,-26 9,37-11,5 3,-7-2,-35 10,31-11,-10-4,-21 15,13-21,-13 21,2-24,-9 4,-10 5,-1 12,-4 10,6 6,-1 5,8 2,2 0,7 0,5 0,-5-20,10 15,2 3,-12-18,16 15,1-4,6-6,5-5,-1-4,-1 1,6-4,-32 7,32-6,-6 2,-26 4,22-2,-22 2,17-2,-14 5</inkml:trace>
  <inkml:trace contextRef="#ctx0" brushRef="#br0" timeOffset="187402.1613">13920 1497,'0'0,"0"0,0 0,0 1,0-1,0 0,0 0,2 4,3 0,-5-4,12 3,0 1,8-2,-1-3,-19 1,26 1,5 0,7-2,0 0,6-3,-3 0,2 1,-2 3,1-2,3 0,-4 0,2 2,1 0,-1 2,2-5,-2 1,4 0,1 1,-1-3,1 1,0 3,2 0,-2-2,5-2,2 3,4-1,-3-1,1 2,1 2,-3-3,1 3,2 0,3-1,-5-1,4 1,2-2,-1 0,-1 2,1 1,1 2,0 2,-2-3,-2 1,-1-2,1 0,-3-2,1 2,0 0,9 2,-7 1,2-3,-2 2,2-2,0-1,0 0,-1 0,-1 0,2 0,-2 0,5 0,-5 2,2 3,-5-1,-3 1,0-3,1 0,-3-1,3-1,4 3,-6 0,4-1,3-5,-2 1,0 1,0-1,3 1,0 4,0 0,3-2,2 3,0-1,-4 1,1-4,0-2,-2 2,2 3,1-3,-1 1,1-1,2 1,-4-1,1 0,4 0,0 0,-3-1,-2 1,-4 0,-3-4,0 4,-2 2,0-2,1 3,-1-2,-3-1,4-1,2 1,0-1,1-3,-3 4,3-2,-4 0,5 1,-6 1,4-1,4 2,-2-2,-1 0,-5 1,2 0,1 0,0 0,2 0,0 1,6 1,-2 4,0-3,-7 0,-1-1,-9 1,2-3,-1 3,0 1,-4 2,-39-6,36 4,-2-2,-34-2,31 1,-31-1,28 1,-28-1</inkml:trace>
  <inkml:trace contextRef="#ctx0" brushRef="#br0" timeOffset="192532.1011">14623 4150,'0'0,"-8"-2,-6-4,-1-2,15 8,-23-10,-4 2,27 8,-31-7,-1 3,-5 7,3 3,0 2,0 2,3 3,4 3,-8 3,4 0,2 7,-3 2,4 1,1 3,-1 3,4-4,5-1,5 0,1 1,5 0,4 1,2-2,0 4,1-3,0 4,-1-1,5 0,-2 5,5 0,6-3,-1-1,0 0,5-3,-2-1,0-1,2-4,4 2,1-7,0 0,4 1,-3-1,4-3,-1-3,1 1,0-4,4-3,-3 0,0-4,2-3,0 1,0-6,2 0,0 0,3-2,-5-3,4-2,-1 0,2-3,-2 8,-1-5,-3-2,2 2,0-3,-4-1,2 0,-4-1,-1-4,-1-3,4 0,-8-2,2 1,3 3,-5-4,-1 2,-2-3,1-2,-16 27,12-29,1 0,0-10,-4 6,-1 1,-8 32,3-30,-4 1,1 29,-7-30,-3 2,-3-2,-2 3,4 2,-2 4,4 1,9 20,-12-23,-3 5,1-2,14 20,-16-20,0-1,16 21,-17-20,0 3,0 0,1 4,16 13,-18-13,18 13,-16-11,16 11,-17-11,-1 2,18 9,-19-8,-1 2,20 6,-20-7,4 1,-4 3,20 3,-17-4,0 2,17 2,-18 2,-3 0,21-2,-21 2,21-2,-19 3,19-3,-21 3,21-3,-20 0,20 0,-18-1,-1-3,19 4,-22-3,5 2,17 1,-22 1,2 7,-5 2</inkml:trace>
  <inkml:trace contextRef="#ctx0" brushRef="#br0" timeOffset="209642.5579">11449 6950,'0'0,"-11"7,-19 4,-15 11,-4 6,-4 5,4 8,14 2,8 8,9 3,14 3,6-5,9-2,4-9,7-9,7-9,3-10,-5-10,0-10,-3-7,-4-12,3-7,-7-8,2-7,-7-1,-2-4,-5-3,-3 5,-1 51,-2-50,2 50,-1-41,1 41,-1-31,1 16,7 15,-1 19,9 11,1 9,5 8,4 7,3 2,9-1,6-5,8-10</inkml:trace>
  <inkml:trace contextRef="#ctx0" brushRef="#br0" timeOffset="210129.5583">11927 6690,'0'0,"0"0,2 3,2 10,12 11,-1 6,0 10,-2 11,0 2,-3 5,-1 4,-1-3,0-11,-8-48,3 39,-3-39,2 32,-2-32,1 16,-1-14,2-20,6-9,5-7,3 4,8 7,0 6,6 12,-1 7,4 9,-6 5,-4 7,-7 0,-3 0,-10 3,-4 2,-11-3,-7-1,-15-1,-6-4,-9-4,-1-10,3-5,9-8,10-7,15-8,16-10,17-10</inkml:trace>
  <inkml:trace contextRef="#ctx0" brushRef="#br0" timeOffset="210560.4028">12762 6889,'0'0,"-6"7,-9 7,-5 12,-7 9,2 4,9 2,8-2,6-1,8-2,7-5,5-8,0-6,7-12,3-9,0-8,-4-9,2-8,-4-6,-2-7,-7-1,-3-1,-7 1,-4 7,1 36,-4-33,4 33,-5-23,1 11,3 12,4 10,3 12,0 6,4 6,7 6,3 7,1 2,11 2,2-1,7 5</inkml:trace>
  <inkml:trace contextRef="#ctx0" brushRef="#br0" timeOffset="215351.8279">13529 7107,'0'0,"0"0,3 0,9-3,3-4,6 1,4 0,4 0,5-5,4 6,5-2,3 2,0-3,-2 1,-2 1,-5-4,-37 10,31-8,-31 8,24-9,-24 9,19-12,-11-2,-8-3,-11 3,-5 0,-5-2,0 7,21 9,-23-10,23 10,-15-12,15 12,-12-13,12 13,-2-14,10-3,11 7,-19 10,25-8,1 5,3 4,-29-1,29 8,-6 3,-4 6,-3 3,-4 0,-10 3,-5 2,-3-2,-8 6,-3-1,-5-3,1-1,21-24,-18 21,18-21,-12 20,10-5</inkml:trace>
  <inkml:trace contextRef="#ctx0" brushRef="#br0" timeOffset="215901.4667">14821 6625,'0'0,"0"0,0 0,-4-4,4 4,-8-7,-5 4,13 3,-17 4,-2 9,0 11,2 7,7-2,4 1,6-30,2 30,4-3,6-5,7-9,2-11,3-7,2-8,4-8,-5-2,0-2,-6-3,2 0,-5 5,-2-2,-14 25,14-19,-14 19,10-14,-10 14,6-8,-4 10,-6 15,-2 6,0 9,-7 1,-1 7,3 2,-2 0,3 6,-1-4,5-1,2-4,8-6,5-4,6 6,3-3,9-2,3 4,5-4,1-9,-36-21</inkml:trace>
  <inkml:trace contextRef="#ctx0" brushRef="#br0" timeOffset="216294.5029">15254 7178,'0'0,"0"0,1-6,-1 6,2-13,0 5,8 5,3 2,4 10,7 3,-2 8,-3 2,-4 7,-5 0,-10 5,-7 2,-5-2,-4 0,-7-5,23-29,-22 23,22-23,-20 14,20-14,-15 9,12-8,13-4,9-5,8 1,4-3,0 5,5-3,-3 5,5-2,-3 4,-4-1,-31 2,28-1,-28 1,26 2,-26-2,16 1,-13 2,-15-6</inkml:trace>
  <inkml:trace contextRef="#ctx0" brushRef="#br0" timeOffset="249739.0452">12042 7820,'0'0,"2"14,3 16,2 14,8 15,-3 7,1 8,2 0,-3-3,-6 1,-5-6,-3-9,2-57,-1 48,1-48,-6 37,6-37,-7 22,1-9,-4-19,2-15,2-12,4-11,10-11,10-6,12-3,13 6,13 5,-1 8,8 15,1 10,-5 13,-6 12,-6 6,-7 9,-8 9,-5 5,-9 4,-13 3,-6-3,-10-2,-9-4,-9 0,-14-8,-12-4,-13-3,-2-4,-3-3,3-4,11-5,11-6,48 5,-38-6,18-4,27-8,23-6,25-4,16-1</inkml:trace>
  <inkml:trace contextRef="#ctx0" brushRef="#br0" timeOffset="250084.6262">13265 8069,'0'0,"0"0,0 0,1-5,-5-2,-13 8,-16 10,-18 6,-15 12,-10 9,9 5,8 4,14-1,20 1,25-2,13-7,14-6,8-4,10-7,4-7,6-3,3-4,-2-5,2-4,-3-1,-3-2,-52 5,40-5,-40 5,28-5,-28 5,19-1,-10-1,-16 4,-21-1,-14 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372.98804" units="1/cm"/>
          <inkml:channelProperty channel="Y" name="resolution" value="650.78448" units="1/cm"/>
        </inkml:channelProperties>
      </inkml:inkSource>
      <inkml:timestamp xml:id="ts0" timeString="2024-05-02T09:48:20.66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1373 3438,'0'0,"0"0,0 0,0-4,-5-7,-4 5,-4 2,-9 5,-5 8,-1 6,-6 5,-5 6,-1-1,2 7,0-4,9 2,5-1,6 0,8 4,10-2,6 1,4 2,10-5,3-2,11 5,0-1,7-2,-2 2,-3 1,-1 0,-1 2,-13 4,-1 2,-7-5,-3 0,-4-2,-2-1,-4-4,-6-3,-5 0,-5-3,-3 0,-3-7,-5 3,-2-8,-5-2,1-5,-1-2,2-8,2-5,9-4,1-3,0-2,20 21,-13-25,4-2,7-4,5 3,11-1,6 1,13 1,3 0,5 4,-41 23,37-21,-2 4,-35 17,29-16,-29 16,22-10,-22 10,14-8,-14 8,10-3,-10 3</inkml:trace>
  <inkml:trace contextRef="#ctx0" brushRef="#br1" timeOffset="3798.1057">2300 3210,'0'0,"0"0,-9 2,-9 8,-1 2,-5 5,-3 6,-1 3,-1 5,-5 4,-4 8,1 7,-3 0,1 8,3 5,7 3,3 4,7 3,9 2,0 1,7 2,-3-2,12 2,-2 2,9-1,0-6,9-6,1-9,9-8,1-8,9-4,-3-7,4-3,-43-28,41 24,-3-7,-38-17,33 14,-33-14,27 9,-27-9,22 6,-22-6,16 5,-16-5,11 6,-11-6,8 6,-8-6,3 4</inkml:trace>
  <inkml:trace contextRef="#ctx0" brushRef="#br1" timeOffset="9817.8004">2727 3628,'0'0,"0"0,2-6,-2 6,-2-11,2 11,-4-15,-3 3,-11 6,-6 9,-2 7,-6 12,-4 5,4 2,6 8,0-2,10 2,4-2,12-35,-1 35,7-8,-6-27,13 24,-13-24,10 15,2-12,6-12,-5-8,5-7,2-7,-1-6,2-4,7-1,1-1,-5 5,-24 38,22-29,-22 29,17-18,-6 10,-2 13,-4 15,-7 10,1 15,-5 12,-4 9,-2 10,-3 4,-3-1,0-4,3-8,1-17,6-8,4-8,4-34,1 28,5-5,6 1,-12-24,19 14,2-4,17-11,7-9,11-11</inkml:trace>
  <inkml:trace contextRef="#ctx0" brushRef="#br1" timeOffset="10194.9262">3131 4280,'0'0,"-3"5,-4 6,-1 13,3 8,-1 3,4 1,4-4,-2-32,7 29,6-4,-13-25,20 21,-20-21,19 12,-1-9,-4-13,-2-3,-5-7,-4-9,-3-1,0 30,-3-30,-4-1,7 31,-12-26,-4 5,-5 12,0 7,-3 8,-2 13,0 2,4 8,4 0,18-29</inkml:trace>
  <inkml:trace contextRef="#ctx0" brushRef="#br1" timeOffset="10383.1163">3656 4509,'0'0,"0"12,0 13,-3 17,-3 12,-1 11,-2 6,2 1</inkml:trace>
  <inkml:trace contextRef="#ctx0" brushRef="#br1" timeOffset="11547.9095">4284 3631,'0'0,"0"0,0 8,0-8,0 20,4 11,2 11,2 11,2 8,1 4,-3 4,-2-4,0 1,-3-9,-3-57,3 49,-3-49,1 39,-1-39,0 26,0-26,0 17,2-14,-1-18,5-12,4-14,2-7,12-5,8 9,6 9,2 10,3 13,5 12,-7 8,-2 8,-9 8,-1 6,-8 1,-7 4,-8 0,-6-2,-8-2,-4-7,-10-1,-4-3,-15-5,0-5,-6-4,-2-1,4-9,10 0,35 4,-35-11,11-7,15-7,18-5</inkml:trace>
  <inkml:trace contextRef="#ctx0" brushRef="#br1" timeOffset="11892.9635">5211 3887,'0'0,"-8"2,-7 7,-7 9,-4 11,1 6,8 6,4 0,11-1,10-5,3-4,5-6,6-2,5-9,4-9,5-3,1-7,-2-4,-35 9,31-7,-31 7,24-8,-5-4,-19 12,15-11,2-2</inkml:trace>
  <inkml:trace contextRef="#ctx0" brushRef="#br1" timeOffset="12342.7742">6002 3848,'0'0,"0"0,-3-2,-14 2,-11 7,-8 8,-12 10,-5 9,7 8,8 3,13-3,17 0,13-8,11-5,9-8,5-7,5-8,0-3,4-13,-6-8,-1-2,-8-7,-7-8,-8-1,-1-5,-8-3,0 44,-3-42,3 42,-5-34,5 34,-3-25,0 14,3 15,2 14,1 11,1 8,6 9,5 4,4 2,10 0,7-6,16-8</inkml:trace>
  <inkml:trace contextRef="#ctx0" brushRef="#br1" timeOffset="12772.5927">6747 3834,'0'0,"-11"-4,-3 4,-6 6,-6 9,-6 10,-2 10,7 10,3 1,2 0,7-5,8-5,5-8,12-6,8-2,9-8,3-8,0-8,-2-8,3-8,-4-5,-9-5,0-8,-4-4,-5-3,-2 2,-7 43,3-42,-3 42,-1-35,1 35,-2-19,3 11,8 22,3 10,1 11,3 7,-3 5,10 2,3 4,5-4,6-14,3-14</inkml:trace>
  <inkml:trace contextRef="#ctx0" brushRef="#br1" timeOffset="13291.1913">7413 3699,'0'0,"2"15,5 19,1 17,3 11,-2 6,-2-1,-4-4,-3-63,6 55,-6-55,-5 43,5-43,-4 27,0-16,-5-22,0-15,6-11,5-9,8-2,3-1,12 5,8 9,2 13,4 11,4 13,0 14,5 10,-1 7,-6 9,-10 4,-10 2,-11-2,-7-4,-12-6,-5-7,-7-8,-11-8,-13-4,-10-7,-10-2,1-8,11-5,17-9,29-6,25-3,24-1,17 1</inkml:trace>
  <inkml:trace contextRef="#ctx0" brushRef="#br1" timeOffset="13530.1001">8341 3841,'0'0,"0"0,-3-3,-6 2,-13 2,-6 5,-7 8,-4 8,0 5,5 5,9 3,14-3,7 3,13-2,13-2,12-6,11 1,13-8,15-6,13-2,9-6</inkml:trace>
  <inkml:trace contextRef="#ctx0" brushRef="#br1" timeOffset="13969.6173">9018 3811,'0'0,"-7"2,-11 8,-10 15,-6 9,1 10,8 9,12-1,3-4,13-8,-3-40,12 34,6-13,4-10,10-14,-1-7,3-4,1-10,-3-8,-2 0,-4-7,-3-5,-7 0,-2 3,-14 41,8-35,-8 35,4-29,-4 29,1-18,0 16,-3 14,3 11,0 12,4 8,2 8,4-1,9-2,10 3,14-7,19-3,17-17</inkml:trace>
  <inkml:trace contextRef="#ctx0" brushRef="#br1" timeOffset="14424.9127">10018 3862,'0'0,"0"0,-3-1,-14-5,-11 6,-3 6,-11 5,3 10,-1 10,3 7,9 5,8 5,10-1,12-2,8-3,12-6,3-11,7-5,3-7,4-14,-1-7,3-12,-8-5,-2-4,-4-11,-8-4,-2-3,-6 0,-5 0,-6 47,2-38,-2 38,-2-27,2 27,-2-16,1 11,3 16,1 10,4 8,-4 8,6 3,-3 3,10 2,4-4,12-4,14-10,16-10,6-11,7-12</inkml:trace>
  <inkml:trace contextRef="#ctx0" brushRef="#br1" timeOffset="14817.4032">10915 3896,'0'0,"0"-8,-3-6,3 14,0 0,-5-17,-8 2,-18 8,-2 9,-6 12,-2 12,1 6,5 9,2 7,8 6,8 1,12-5,10-7,8-4,9-7,12-17,2-9,0-8,4-13,-7-8,-5-7,-3-11,-6-3,-5-2,-6-6,-2-1,-3 7,-3 46,3-42,-3 42,0-35,1 15,-3 15,3 13,3 12,1 15,3 16,5 14,7 10,4 10</inkml:trace>
  <inkml:trace contextRef="#ctx0" brushRef="#br1" timeOffset="16227.7955">11513 3420,'0'0,"0"0,0 0,0-3,0 3,4-3,1 3,-3 14,5 9,3 13,-1 13,1 10,0 12,2 11,-3 8,-1 3,-5-6,-3-6,-8-12,8-69,-5 55,5-55,-4 40,4-40,-3 24,3-24,-2 15,1-18,1-17,5-7,2-12,10-8,8-6,7 8,7 1,3 14,5 12,0 9,0 11,-2 9,-9 4,-7 7,-7 9,-2 5,-10 4,-8 0,-12-1,-8-3,-11-4,-2-7,-10-1,-3-5,-7-4,1-6,50-9,-43 3,13-12,30-18,22-3</inkml:trace>
  <inkml:trace contextRef="#ctx0" brushRef="#br1" timeOffset="16683.663">12534 3861,'0'0,"0"0,-1 0,-19-2,-6 6,-8 7,-5 11,-8 9,4 4,8 6,6 0,8-1,17-4,8-3,9-6,4-5,5-8,1-9,1-8,-1-8,2-8,2-3,-5-7,2-5,-4-8,4-2,-6-2,-18 46,15-39,-15 39,10-26,-10 26,9-18,-5 15,7 18,-2 10,2 7,0 7,4 5,-4 3,7 0,3-1,6-3,7-10,13-9,10-17,-3-14</inkml:trace>
  <inkml:trace contextRef="#ctx0" brushRef="#br1" timeOffset="16953.2624">13210 3938,'0'0,"-14"3,0 2,-13 5,0 8,-4 7,3 7,-3 5,10 6,5 2,8-1,11-5,17-6,6-3,15-8,10-4,7-4,4-6,0-2,-1-9,-9 0,-3-2,-12-4,-6-4</inkml:trace>
  <inkml:trace contextRef="#ctx0" brushRef="#br1" timeOffset="17406.3056">13902 3489,'0'0,"7"7,11 4,8 5,13 10,11 11,-1 4,-4 12,0 8,-7 5,-7 4,-13 5,-1 2,-18 1,-8-3,-11 2,-6 0,-9-3,-6-2,-10-2,-7-6,-3-3,-6-6,-2-5,8-5,10-8,11-5,40-32,-29 28,13-10</inkml:trace>
  <inkml:trace contextRef="#ctx0" brushRef="#br1" timeOffset="25318.603">4599 4661,'0'0,"0"0,0 0,0 0,0 3,0 7,-1 5,1 9,0 12,0 12,0 7,-6 9,0 2,-5 2,-4-4,5 4,0-7,-2-1,3-4,1-5,0-6,0-2,5-7,3-36,-6 32,6-32,-3 23,-2-13,0-27</inkml:trace>
  <inkml:trace contextRef="#ctx0" brushRef="#br1" timeOffset="25774.0434">4521 4700,'0'0,"-5"11,-6 9,-8 8,-1 5,0 0,20-33,-18 30,1-1,17-29,-10 25,10-25,-6 17,1-13,10-17,5-8,2-8,4-6,4-2,-1-1,4 5,-23 33,20-29,-4 8,-16 21,19-10,-6 13,-1 15,-1 7,1 9,3 6,-2 5,3-3,5 1,-1 2,3-6,-23-39</inkml:trace>
  <inkml:trace contextRef="#ctx0" brushRef="#br1" timeOffset="27346.0269">3219 4816,'0'0,"0"0,0 0,0 0,0 4,0 8,0 5,1 8,1 6,-1 3,1 4,1 5,1 0,0-1,1 1,-2-5,4 3,1-2,3 0,1-2,2 1,-3-1,10-1,-4-1,5 0,-2-3,1-5,-5-1,5-3,2 6,-3-4,2-1,1-1,-1-5,-4 3,5-4,2-1,-2-3,-1 0,-22-13,24 13,4-3,2 2,2-3,-32-9,30 8,2-2,-1-5,-1 2,-30-3,29-1,-2-2,4-3,-3 0,-28 6,30-5,2-1,-6-1,1 1,1 2,-5-3,0 0,-4-3,4 0,1-1,-5-3,3 0,0 3,-22 11,19-12,4-1,1-1,1-2,-25 16,26-16,-3 0,-23 16,27-20,-27 20,25-18</inkml:trace>
  <inkml:trace contextRef="#ctx0" brushRef="#br1" timeOffset="28279.2617">1472 6221,'0'0,"0"0,-2-6,-2-5,-10 4,-9 3,-11 14,-8 11,-13 9,-2 12,-3 9,5 2,6-3,13-1,10-4,13-1,13-1,8-2,10 0,12 0,11-5,4 3,7-3,-2-4,1-1,-4-1,-7 1,-11-2,-6-1,-13 1,-10-1,-10-2,-15-3,-7 0,-8-4,-6-4,-1-11,7-4,1-7,7-6,4-6,8-1,7-1,13 21,-6-22,12-1,20-5,7 3,11-6</inkml:trace>
  <inkml:trace contextRef="#ctx0" brushRef="#br1" timeOffset="28734.4287">2180 6278,'0'0,"-11"8,-3 4,-18 12,-6 11,-1 12,-3 6,7 5,1 6,0 4,7 3,7 7,8 1,6-1,12 0,7 0,12-5,12-4,11-8,3-5,5-8,5-3,-2-12,-4-7,-3-5,-11-5,-41-16,37 10,-37-10,25 3,-25-3,20 4,-20-4,9 0,-6-2,-6 5</inkml:trace>
  <inkml:trace contextRef="#ctx0" brushRef="#br1" timeOffset="36995.8135">3093 6584,'0'0,"-3"-9,-8-1,-8-1,-8 0,-5 6,-4 5,1 8,-1 2,7 5,3 7,7 0,4 1,7 5,5-2,0-2,9 1,4-1,-10-24,19 19,0-4,-19-15,30 10,-7-9,-23-1,26-6,0-9,-3-8,-8-2,-2-1,1-1,-5-1,0 1,2 1,-11 26,9-24,-9 24,6-18,2 7,-8 11,3 2,-5 13,-4 16,-3 9,-7 9,0 9,-4 2,4 5,4-3,-2-1,6-2,4-8,3-5,2-5,3-9,4-1,2-2,6-4,4-1,6-3,10-14</inkml:trace>
  <inkml:trace contextRef="#ctx0" brushRef="#br1" timeOffset="37341.4785">3384 7180,'0'0,"1"9,-4 9,3-18,-4 29,0 10,4 3,4-5,6 1,6-4,2-6,2-4,-20-24,22 16,5-9,2-18,0-9,-8-5,-10-5,-5-4,-6 0,-11 1,1 2,-4 2,-4 7,-3 1,-7 8,-2 4,-6 9,-5 5,-1 9,-1-4</inkml:trace>
  <inkml:trace contextRef="#ctx0" brushRef="#br1" timeOffset="40755.7985">4210 7539,'0'0,"-3"4,-12 12,-6 15,-15 19,-11 14,-8 18,-10 17</inkml:trace>
  <inkml:trace contextRef="#ctx0" brushRef="#br1" timeOffset="42438.5628">4965 6535,'0'0,"0"0,-6 0,-15 6,-8 5,-6 8,-6 9,-2 7,1 4,6 9,7 3,4 5,11 2,11-5,4-4,9-10,8-6,4-7,1-8,3-4,-2-7,1-5,4-5,0-3,1-3,-2 0,-28 9,26-8,-26 8,20-9,-20 9,13-11,-13 11,7-7,-7 7,4-4,-5 4,-11 5,12-5,-14 11</inkml:trace>
  <inkml:trace contextRef="#ctx0" brushRef="#br1" timeOffset="42941.1864">5771 6560,'0'0,"-8"-2,-7 0,-12 6,-16 10,-2 4,-2 11,4 6,9 2,8 9,7 5,12-2,5-4,7-6,10-9,-15-30,18 20,4-7,11-10,-1-8,4-13,3-3,-9-9,-8 0,0-4,-5-6,-8 0,1-2,-2-3,1 1,-9 44,3-36,-3 36,6-28,-6 28,3-17,0 15,4 18,3 15,0 8,3 9,-5 6,3-3,4 1,5-7,9-9</inkml:trace>
  <inkml:trace contextRef="#ctx0" brushRef="#br1" timeOffset="43386.7288">6436 6470,'0'0,"0"0,-6 1,-7 9,-16 11,-3 6,-5 11,-1 7,5 6,7 0,7-2,15-9,4-8,10-7,-10-25,14 17,5-9,7-12,-1-9,-4-7,-1-10,-4-4,-1-4,-7-8,0 0,2-2,-7 5,-3 43,6-35,-6 35,3-25,-2 11,6 14,4 15,0 10,4 9,0 9,0 7,2-2,3 2,1-3,7-9,3-13</inkml:trace>
  <inkml:trace contextRef="#ctx0" brushRef="#br1" timeOffset="43920.3176">6998 6212,'0'0,"1"6,8 14,-1 14,0 15,0 13,0 7,0 4,-1 1,-1-3,-6-7,-3-12,3-52,-7 43,7-43,-5 30,5-30,-5 18,3-13,-4-20,6-12,7-9,8-7,6-1,11 4,5 8,2 9,4 9,-1 9,1 10,-1 10,-4 8,-4 3,-10 5,-10 2,-4 1,-10-2,-12-5,-2 1,-8-4,-11-8,-2-3,35-13,-42 7,2-6,3-2,10-6,4-8,16-6</inkml:trace>
  <inkml:trace contextRef="#ctx0" brushRef="#br1" timeOffset="44438.2822">8116 6543,'0'0,"-2"-7,-8-4,-2 1,-7 1,-14 6,-9 7,-7 12,-3 8,4 3,5 8,11 5,6 3,10 3,8-3,6-4,6-6,-4-33,11 26,2-8,5-5,9-7,4-9,1-6,2-2,2-3,-1 2,-8 1,3-1,-2 3,-28 9,25-11,-2 5,-23 6,22-7,-22 7,19-5,-19 5,15-3,-15 3,8-1,-8 1,6 2,-6-2,2 7,2 0</inkml:trace>
  <inkml:trace contextRef="#ctx0" brushRef="#br1" timeOffset="44989.0948">8835 6477,'0'0,"0"0,0 0,-3-5,-8 1,-12 4,-16 5,-8 8,-2 8,4 5,3 6,7 3,7 3,9 1,19-39,-14 37,11-2,3-35,5 28,9-6,4-8,9-12,3-3,1-7,-2-9,1-4,-2-4,-2-4,-3-2,-1-5,-4 3,-5-2,-13 35,11-31,-11 31,6-26,-6 26,4-18,-4 13,1 17,-3 9,2 12,0 8,0 3,2 2,3-1,-1 0,9-4,8-8,5-5,11-10,6-12</inkml:trace>
  <inkml:trace contextRef="#ctx0" brushRef="#br1" timeOffset="45553.2128">9707 6423,'0'0,"0"0,-1-8,1 8,-5-9,-5-1,-15 11,-5 9,-10 11,-4 10,0 4,2 6,6 5,12-4,9 3,8-6,8-7,6-7,6-7,-13-18,18 9,8-9,8-9,2-8,-4-5,1-4,-5-5,-2 1,-3-3,-4-1,-5-1,-14 35,9-30,-9 30,4-24,0 12,3 17,-1 13,-2 11,0 8,1 6,2 3,9 2,-2 2,8-3,6-2,16-4</inkml:trace>
  <inkml:trace contextRef="#ctx0" brushRef="#br1" timeOffset="45961.5775">10550 6397,'0'0,"0"0,-10 3,-8 14,-11 8,-4 11,-6 9,2 14,6-3,12 1,6-3,12-9,1-45,8 31,7-10,9-15,-1-15,4-12,1-7,-1-5,-3-5,-1-4,-3-6,-3 3,-17 45,10-41,-10 41,6-34,2 11,2 21,-5 17,7 9,-1 14,-1 5,3 1,3 6,5-3,2-6,8-13</inkml:trace>
  <inkml:trace contextRef="#ctx0" brushRef="#br1" timeOffset="46451.4186">11094 6034,'0'0,"5"8,4 17,5 15,2 21,4 12,-10 14,1 0,-1 6,-3-9,-11-11,4-73,0 56,0-56,-5 40,2-19,0-17,2-15,1-10,4-13,1-3,12-6,2 0,9 6,-1 8,12 9,-7 16,5 14,0 8,-1 12,-3 7,-5 6,-6-2,-8 3,-6-7,-9-6,-8-1,-3-5,-7-6,-5-6,-8-1,-11-5,-12-3,-7-1,1-5,11-8,14-6</inkml:trace>
  <inkml:trace contextRef="#ctx0" brushRef="#br1" timeOffset="46922.7178">12170 6345,'0'0,"0"0,-4-5,-9 3,-28 7,-9 8,-8 12,0 12,-1 9,18 3,14 1,5-4,15-5,11-11,11-10,4-6,-19-14,24 4,4-7,6-10,2-10,-4-2,-2-7,-6-2,-6-4,0-2,-18 40,15-39,-15 39,11-35,-11 35,9-27,-4 11,-2 16,-3 13,2 9,-7 9,6 7,1 6,5 8,3 3,6-4,6-10</inkml:trace>
  <inkml:trace contextRef="#ctx0" brushRef="#br1" timeOffset="47174.3986">12743 6407,'0'0,"-3"6,-15 5,-7 13,-6 12,-4 7,2 6,6 1,10-1,10-9,9-4,16-7,12-7,17-11,12-9,17-6,8-12</inkml:trace>
  <inkml:trace contextRef="#ctx0" brushRef="#br1" timeOffset="47540.6228">13279 5749,'0'0,"9"1,11 12,13 12,11 11,8 12,4 16,-5 9,-3 8,-7 8,-16 3,-8-6,-9-3,-14-5,-9-1,-6-5,-12 2,-13 0,-9 4,-13-3,-14 0,-8-3,-1-10,12-19,79-43,-64 29,24-22,23-27</inkml:trace>
  <inkml:trace contextRef="#ctx0" brushRef="#br1" timeOffset="49063.8046">3251 7743,'0'0,"0"0,-6 0,-6 9,-6 5,-1 12,-7 4,0 11,3 4,4 8,-3 0,9 2,2-4,5 1,4-3,8-5,3 2,7-4,2 0,4-1,6 2,-2-3,4-3,3-1,4-6,3-3,0-4,1-7,7-1,-6-6,2-4,0-3,1-4,0-5,-3-6,17-12,-6-7,1-1,-3-6,1 0,-7 2,4-4,1-1,-2-3,4 2,-6-3,6-2,-1 1,-3 2,2-4,-5 5,-7-1,-5 7,-4-1,-7 5,-3 1,-2 2,-4 1,-1 1,-4 2,-8 27,1-24,-1 4,-3 0,-8 6,-4 6,15 8,-18-2,-5 5,1 7,22-10,-25 13,25-13,-21 12,21-12,-16 14,7-6,6-9,15-5,1-6,5 0,-18 12,20-15,-20 15,21-15,-21 15,19-11,-19 11,14-5,-5 9,-2 12,-2 8,-1 5,2 9,-2 0,-1 1,1 0,3 9,4-2,-11-46</inkml:trace>
  <inkml:trace contextRef="#ctx0" brushRef="#br1" timeOffset="49946.2406">1608 9033,'0'0,"0"0,-6-7,-1 0,-16 5,-6 6,-7 12,-7 12,0 10,3 9,-2 6,14 1,5-4,12 4,8-4,10-5,6-6,11-4,7-2,8-4,6-5,0-1,0 0,1 3,0-1,-7 7,-10 1,-7 2,-8 5,-12-6,-15 2,-6-3,-13-6,-10-2,-4-9,4-7,-3-10,7-2,11-12,1-5,10-2,5-3,9-5,12-3,9-2,13 1,4 1,13 3,1 2,3-2</inkml:trace>
  <inkml:trace contextRef="#ctx0" brushRef="#br1" timeOffset="50401.7743">2449 9017,'0'0,"0"0,-8 11,-21 30,-19 11,-11 17,-11 13,-2 6,13-5,11 8,15-3,17-2,16-5,22-10,9-8,15-8,7-12,5-9,1-11,2-8,1-7,-4-5,-2-3,-5 1,-6-3,-11 5,-34-3,31 4,-31-4,23 6,-23-6,17 10,-6 6,-11 6,-6 1,-12 7,-12-1</inkml:trace>
  <inkml:trace contextRef="#ctx0" brushRef="#br1" timeOffset="51540.8792">3466 9264,'0'0,"0"0,-2-6,-1-6,-10 4,-13 3,-9 10,-9 8,0 10,2 6,4 1,5 3,8 2,11 3,5-3,10-4,4-3,9-8,4-8,2-7,6-4,3-9,-3-5,3-7,-2-4,-2-1,-2-1,-4-1,0-4,-6 1,-3 3,-10 27,7-26,-7 26,7-24,-7 24,5-12,-4 10,5 16,-3 12,-3 14,0 5,0 4,-3 6,-4 2,2 3,4-4,1-2,1-8,4-5,0-7,1-5,0-4,-6-25,9 21,-9-21,14 17,4-2,9-4,2-8,9-6,8-11,3-10</inkml:trace>
  <inkml:trace contextRef="#ctx0" brushRef="#br1" timeOffset="51933.6902">3999 9708,'0'0,"0"0,-3 2,-2 9,-6 6,1 10,-5 4,4 7,-1 2,8 1,0-5,9-4,2-4,-7-28,14 21,6-7,6-9,2-8,3-7,-11-7,5-5,-2-3,-8-5,-4 3,1-6,-8-1,-5 4,-2 0,-6 3,-2 4,11 23,-12-18,-8 3,-1 8,-3 8,1 8,5 5,1 7,1 5,12 5,5-4</inkml:trace>
  <inkml:trace contextRef="#ctx0" brushRef="#br1" timeOffset="52122.0908">4749 9855,'0'0,"-1"10,-6 17,-11 21,-4 23,-15 19,-6 17</inkml:trace>
  <inkml:trace contextRef="#ctx0" brushRef="#br1" timeOffset="54675.1087">5369 9196,'0'0,"0"0,-9 3,-20 4,-10 11,-10 14,-9 7,2 12,3 6,6 5,9-3,13 0,9-2,13-3,11-5,5-7,7-12,10-13,4-13,3-12,3-13,1-6,-2-7,-3-4,-4-6,-4 1,-7-4,0-2,-10-1,-1-1,2-1,-6 4,-6 48,8-42,-8 42,3-34,-3 34,0-23,-2 16,-1 20,-3 14,1 8,1 12,4 2,1 2,4 4,5-1,7-6,7-2,11-8,9-14</inkml:trace>
  <inkml:trace contextRef="#ctx0" brushRef="#br1" timeOffset="55146.0087">6096 9145,'0'0,"-8"1,-4 4,-10 8,-10 10,-13 11,2 10,0 10,5 9,8 1,11-2,9-5,13-11,8-13,6-10,7-12,2-11,1-10,2-9,-4-5,1-6,-6-2,0-6,-6 1,4-5,-4-3,-3 2,-11 43,13-42,-13 42,10-38,-10 38,3-34,2 17,2 14,1 11,2 12,6 13,-2 6,2 5,0 10,6 2,-1-5,10-2,9-9,5-23</inkml:trace>
  <inkml:trace contextRef="#ctx0" brushRef="#br1" timeOffset="55679.8889">6724 8839,'0'0,"1"8,2 13,-3-21,9 39,-4 11,3 12,-1 11,0 6,-3-2,2 0,-4-3,1-12,-2-13,-1-49,2 38,-2-38,1 26,-1-26,2 15,-2-14,5-15,4-11,5-6,8-4,7 1,3 9,0 9,4 7,2 11,0 7,-4 7,0 5,-2 2,-7 4,-9-2,-16-25,13 25,-8 0,-15-2,-4-3,-15-3,-9-2,-11-7,0-2,-4-1,53-5,-48 1,10-2,11-7,17-9,17-8</inkml:trace>
  <inkml:trace contextRef="#ctx0" brushRef="#br1" timeOffset="55947.1409">7709 9108,'0'0,"0"0,-5 2,-14 5,-8 13,-7 4,-4 10,4 9,4 1,9-1,12 1,6 0,9-8,14 0,4-10,11-5,19-6,8-9,10-13</inkml:trace>
  <inkml:trace contextRef="#ctx0" brushRef="#br1" timeOffset="56389.565">8490 9037,'0'0,"-7"1,-5 3,-12 10,-7 5,-5 12,-8 8,6 4,8 1,7 0,23-44,-11 39,11-6,0-33,11 24,4-9,3-14,2-11,3-11,-1-3,-2-6,-1-1,-3 1,-1-2,-2 1,-13 31,8-28,-8 28,8-25,-3 7,-5 18,4-4,5 11,-3 12,5 9,-2 8,1 3,2 6,3-1,11-4,8-6,9-17</inkml:trace>
  <inkml:trace contextRef="#ctx0" brushRef="#br1" timeOffset="56830.1955">9148 8972,'0'0,"0"0,0 0,-5 0,-9 9,-10 11,-4 7,-8 10,5 5,1 6,9 0,6-2,10-5,5-41,6 38,13-13,9-11,4-16,1-7,0-10,-3-11,-2-5,0 0,-5-5,-5-3,-3 2,-1-3,-14 44,13-40,-13 40,9-32,-4 14,-1 13,0 12,3 12,2 13,-2 7,7 8,2 4,2 4,11-3,7-4,11-15,5-15</inkml:trace>
  <inkml:trace contextRef="#ctx0" brushRef="#br1" timeOffset="57238.3058">10159 8945,'0'0,"0"0,-7 2,-9 1,-16 14,-4 9,-7 9,0 11,3 7,9 2,6 0,11-4,10-11,13-8,7-10,11-4,3-15,3-7,-1-12,-2-2,1-9,-3 0,-6-6,2-3,-6 0,-18 36,18-36,-18 36,14-28,-2 13,-3 14,1 14,4 14,2 7,4 9,0 3,9 1,8-4,8-10,4-15</inkml:trace>
  <inkml:trace contextRef="#ctx0" brushRef="#br1" timeOffset="57820.2816">10778 8450,'0'0,"0"0,2 9,1 17,-3-26,9 42,-1 14,2 12,-2 12,0 3,-1 2,0-1,-5-4,2-12,-4-10,0-10,0-48,-1 38,1-38,0 30,0-30,-1 19,1-11,3-12,8-13,6-6,9-11,10 1,7 1,4 10,-1 6,7 12,-2 13,-5 9,-4 8,-5 3,-10 5,-6 2,-9-4,-9 0,-11 1,-12-4,-1-5,-12-2,-4-6,-9-7,-9-6,-5-2,0-6,9-7,16-10,24-7,21-9,23-8</inkml:trace>
  <inkml:trace contextRef="#ctx0" brushRef="#br1" timeOffset="58244.379">11863 8999,'0'0,"0"0,-4-4,-6 3,-11 7,-6 6,-7 8,-1 14,2 3,7 4,6 2,10-6,8-7,2-30,8 24,8-8,11-11,0-12,0-7,-2-3,-2-4,-2-4,-5 0,-2-4,-3-1,-11 30,6-28,-6 28,5-26,-5 26,1-20,2 17,6 14,-3 11,0 7,1 9,5 8,-4-1,4 2,7-1,13-13,7-16,11-15</inkml:trace>
  <inkml:trace contextRef="#ctx0" brushRef="#br1" timeOffset="58479.7928">12504 9021,'0'0,"0"0,-5-2,-5 4,-4 3,0 8,-4 9,0 11,-3 8,3 3,3 4,6-1,14-4,7 1,19-6,17-11,17-13,10-15</inkml:trace>
  <inkml:trace contextRef="#ctx0" brushRef="#br1" timeOffset="58765.5618">13131 8624,'0'0,"0"0,11 7,19 15,12 11,14 13,-2 14,-2 8,-12 1,-6 6,-17-1,-6-3,-19-5,-5-2,-16-1,-6 2,-11 0,-18 7,-17 2,-29 2</inkml:trace>
  <inkml:trace contextRef="#ctx0" brushRef="#br1" timeOffset="59998.7853">3938 10388,'0'0,"0"0,-3 2,-10 4,-3 8,0 9,0 5,-3 14,5 3,3 5,2 4,3 5,6 0,6 1,5-1,7-2,6-9,9 0,1-5,8-5,1-5,5-7,1-4,6-8,3-9,-2-7,2-7,0-10,0-6,-3-3,-1-9,-1-5,-4-1,3-8,-4-6,2-4,0-6,2 0,-5 3,-6 6,-4 6,-5 7,-10 7,-10 3,-12 35,7-31,-4 2,-3 29,-7-24,-2 8,-6 6,-5 9,-4 7,3 6,-1 4,22-16,-20 16,20-16,-13 16,10-2,15-7,7-9,7-8,6-1,4-2,-3 0,-33 13,32-10,-3 3,-29 7,27-5,-6 7,-6 11,-10 10,-5 7,-3 7,-8 8,0 6,4 5,2 1,7-2,-2-55</inkml:trace>
  <inkml:trace contextRef="#ctx0" brushRef="#br1" timeOffset="60831.9767">1909 11643,'0'0,"-6"1,-10 3,-6 13,-15 11,-4 12,-2 18,-3 7,6 5,9 5,6-4,15-2,13-6,7-12,7-7,8-7,5-8,3-5,2-2,0-1,1 1,3-1,-4 1,-5 5,-7 0,-4 2,-15 7,-6 2,-20 1,-7 1,-16-5,-5-9,-1-9,2-10,-2-6,9-9,7-3,3-6,8-2,7-4,11-3,7-6,10-3,9-1,9-1,10 0,7-4,9 4</inkml:trace>
  <inkml:trace contextRef="#ctx0" brushRef="#br1" timeOffset="61286.4518">2486 11798,'0'0,"-13"11,-5 9,-15 22,-7 15,-8 12,2 6,2 4,8-1,16-3,11-1,10-9,13-5,12-7,3-11,10-10,5-5,3-10,0-7,1-3,3-2,-5-4,2 0,-2-2,-1 4,-45-3,35 0,-35 0,32 0,-32 0,24 4,-11 0,-7 3,-10 5,-8 3,-7 4,-6-3</inkml:trace>
  <inkml:trace contextRef="#ctx0" brushRef="#br1" timeOffset="63962.6823">3625 11794,'0'0,"-4"-4,-10-4,-14 8,-5 3,-5 6,-6 12,-1 5,5 1,6 4,8-2,9 1,11-3,6-2,0-25,6 19,8-6,6-6,8-9,2-7,-2-7,2-1,-1-3,1 0,-8-2,0 2,-5 0,-17 20,19-21,-6-2,-13 23,12-20,-12 20,8-15,-5 13,-6 12,-8 13,-4 8,1 9,0 8,-3 4,-5 8,4 1,-2 1,8 0,2-8,3-4,7-4,4-8,3-8,-7-30,10 23,3-3,6-4,3-7,9-6,9-12,3-9</inkml:trace>
  <inkml:trace contextRef="#ctx0" brushRef="#br1" timeOffset="64151.2715">4044 12435,'0'0,"-2"9,-2 9,-1 14,1 9,2 6,4 3,-2-50,3 52</inkml:trace>
  <inkml:trace contextRef="#ctx0" brushRef="#br1" timeOffset="64342.3779">4801 12525,'0'0,"-4"16,-10 17,-15 32,-16 28,-18 20</inkml:trace>
  <inkml:trace contextRef="#ctx0" brushRef="#br1" timeOffset="78761.7117">4117 12485,'0'0,"0"0,0 0,-8-1,8 1,-6-2,6 2,-10-5,10 5,-8-5,8 5,-7-4,7 4,-4-2,4 2,-2-1,2 1,-2 5,2 7,0 6,0-18,4 24,-1 5,4 7,-4 3,-3-1,0-1,0-1,-3-4,-1-3,4-29,-6 30,2-2,-5-3,9-25,-9 23,9-23,-8 18,8-18,-8 13,8-13,-4 9,4-9,-3 4,1-4,5-7,0-7</inkml:trace>
  <inkml:trace contextRef="#ctx0" brushRef="#br1" timeOffset="81582.1121">5665 11834,'0'0,"-7"-2,-6 0,-9 4,-18 9,-5 11,-9 11,-4 9,3 7,10 1,9 2,12-1,13 1,10-2,7-8,11-9,6-5,5-13,4-13,0-6,4-13,1-7,1-8,1-1,-7-5,-3-2,-5-6,-3 1,-7-7,-8 4,0 0,-6 48,-2-41,2 41,-3-36,3 36,-3-27,2 15,-1 19,1 11,1 16,4 9,2 10,-1 4,9 7,2-2,10 1,9-12</inkml:trace>
  <inkml:trace contextRef="#ctx0" brushRef="#br1" timeOffset="82108.4659">6285 11430,'0'0,"0"11,3 12,-3 21,3 17,-4 11,5 9,-2 11,-4-3,1-4,-4-8,-1-14,6-63,-3 47,3-47,-2 31,1-15,-4-17,2-16,-1-15,9-7,4-5,7 4,12 3,6 8,4 8,7 11,1 9,2 5,-1 9,-2 7,-7 2,-38-22,36 25,-14 1,-22-26,10 26,-14-2,-17-2,-9-6,-10-3,-9-6,-1-1,2-5,2-4,46 3,-39-6,10-4,19-11</inkml:trace>
  <inkml:trace contextRef="#ctx0" brushRef="#br1" timeOffset="82487.2364">7290 11685,'0'0,"-8"6,-9 4,-8 12,-7 14,2 2,1 6,7 6,8-5,8-6,9-4,7-13,8-4,8-6,-1-5,10-5,-1-7,4-5,0 0,0 0,-6 0,-32 10,29-7,-29 7,23-5,-23 5,17-3,-17 3,10-2,-7 7,-3-5</inkml:trace>
  <inkml:trace contextRef="#ctx0" brushRef="#br1" timeOffset="82958.0987">8252 11586,'0'0,"-10"6,-11 5,-11 14,-6 12,-5 7,8 6,8 1,6-1,13-6,6-7,11-13,4-9,6-8,1-7,5-8,3-5,0-7,1-1,-5-8,-4-5,-1 2,-2-6,-5-1,-2 3,-10 36,6-32,-6 32,9-24,-5 10,-2 14,-2 8,-6 15,5 6,-3 7,2 10,9 0,2 3,7-1,14-2,16-17</inkml:trace>
  <inkml:trace contextRef="#ctx0" brushRef="#br1" timeOffset="83385.5345">9075 11537,'0'0,"-11"7,-6 6,-5 8,-13 9,-1 9,7 3,5-1,13-2,9-5,6-7,7-9,8-7,-1-9,8-8,4-8,2-8,-3-5,-1-4,-4-2,-5-2,-1-1,-6-4,-3 6,-9 34,6-32,-6 32,4-22,-2 10,-1 15,0 11,1 13,4 10,2 6,3 1,10 1,10 1,12-6,11-13,7-15</inkml:trace>
  <inkml:trace contextRef="#ctx0" brushRef="#br1" timeOffset="83791.5459">9944 11432,'0'0,"0"0,-6 0,6 0,-15 6,-18 12,-2 7,-5 12,1 4,4 4,14-1,5-3,15-4,9-9,10-6,11-9,5-9,4-7,3-11,-6-6,2-4,-4-5,-1-5,-4-3,-4-2,-4 0,-20 39,18-40,-18 40,13-28,-2 12,-1 15,-1 14,-1 11,10 11,-9 6,9 3,2 3,2 5,4-9,8-7</inkml:trace>
  <inkml:trace contextRef="#ctx0" brushRef="#br1" timeOffset="84310.4981">10729 11115,'0'0,"3"11,4 14,0 17,2 14,-4 12,0 5,-3 6,-8-2,-6 1,0-6,12-72,-15 57,15-57,-12 39,12-39,-7 23,3-23,8-26,3-14,10-8,8-3,8 10,8 7,0 13,4 11,2 12,2 8,-6 14,-3 4,0 3,-6 1,-15 1,-7-1,-9-2,-15-3,-2-3,-10-5,-11-3,-10-6,-9-2,-10-7,-2-7,7-8,3 0,13-8,17-8,18-4</inkml:trace>
  <inkml:trace contextRef="#ctx0" brushRef="#br1" timeOffset="84765.5607">11680 11371,'0'0,"-7"0,-12 2,-13 10,-1 8,-9 10,2 10,2 7,8-1,8 0,9-7,12-10,10-6,11-10,4-10,8-7,3-15,2-3,-4-3,-3-6,-2-1,-2-3,-5-6,-5 2,-16 39,21-35,-21 35,12-29,-12 29,9-23,-3 18,-2 18,-6 10,-2 14,3 6,-1 4,4 5,3-2,6-4,8-1,15-6,12-21</inkml:trace>
  <inkml:trace contextRef="#ctx0" brushRef="#br1" timeOffset="85001.2813">12346 11442,'0'0,"-9"4,-11 10,-8 9,-8 11,0 4,10 5,3 3,17-1,8-6,17 0,14-7,18-5,13-6,15-13,2-15</inkml:trace>
  <inkml:trace contextRef="#ctx0" brushRef="#br1" timeOffset="85314.8985">12957 11051,'0'0,"8"10,14 4,11 16,16 15,10 12,-2 8,-3 6,-12 4,-13-3,-17-6,-6-7,-16 0,-6-3,-10-1,-14 3,-14 2,-16 1,-19 3,-14 5,-9 2,-6 4,11-14</inkml:trace>
  <inkml:trace contextRef="#ctx0" brushRef="#br1" timeOffset="86691.6461">2006 13932,'0'0,"-6"-5,-5-3,-16 3,-13 7,-10 9,-13 10,-4 11,1 7,4 3,9 0,13 2,15 2,11 0,14 1,10-3,15-1,10-7,5 1,8-7,5 3,2-1,3 0,1 3,-8 2,-5 1,-5 2,-17-1,-11-4,-11-1,-11-2,-17-1,-10 0,-8-8,-11-2,1-8,-1-9,7-7,3-3,6-3,10-5,9-1,20 15,-13-18,7-2,16-6,12-3,8-1,14-4,12-4,2-2</inkml:trace>
  <inkml:trace contextRef="#ctx0" brushRef="#br1" timeOffset="87210.3997">3001 13739,'0'0,"0"0,-5 4,-22 14,-12 11,-12 11,-5 12,-8 12,5 5,4 14,7 6,15 4,7 2,13 2,8-3,11-8,6-5,10-8,8-8,5-5,12-9,0-3,5-8,4-6,0-6,4-6,-5-3,1-6,-5 0,-8 0,-43-13,39 10,-39-10,36 9,-36-9,25 10,-25-10,19 9,-19-9,7 9,-10 4,-14-1</inkml:trace>
  <inkml:trace contextRef="#ctx0" brushRef="#br1" timeOffset="88839.5324">3721 13000,'0'0,"0"0,-2 7,1 12,4 9,1 8,4 6,6 6,-2 1,8 4,3-3,13-5,2-6,14-7,-3-8,7-7,4-6,5-5,0-6,6-5,7-6,1-7,1-6,5-5,-3-6,0-3,-1-6,-6-4,-1-3,-4-4,-9 0,-3 0,-10 6,-8 6,-8 7,-6 5,-26 31,15-28,-15 28,9-19,-7-2,-13 7,-8 10,-4 2,-5 5,-2 3,-1 4,31-10,-28 9,28-9,-22 10,9-5,14-5,14-5,9-6,8 0,6-2,1 2,-3 3,-36 8,33-8,-5 5,-5 7,-4 5,-5 7,-8 9,-6 8,-5 6,-3 3,-1 6,-2 5,1 2</inkml:trace>
  <inkml:trace contextRef="#ctx0" brushRef="#br1" timeOffset="91715.6321">4223 14051,'0'0,"0"0,-5-4,-8-11,-14 2,-2 3,-14 4,4 10,-2 8,-1 8,5 5,3 4,10 3,3 2,6 2,7-2,10-4,-2-30,9 28,3-9,-12-19,21 9,2-10,9-15,-2-8,3-5,-5-1,-2-2,-2 0,-3-1,-1-1,-2 5,-18 29,17-26,-17 26,14-18,-8 10,0 17,-5 11,-5 16,-9 9,-2 12,-6 7,-1 7,0 5,-4-2,6-7,2-6,6-8,12-53,-5 40,7-6,4-6,-6-28,14 20,9-10,13-10,8-11,5-7,-1-6,2-5</inkml:trace>
  <inkml:trace contextRef="#ctx0" brushRef="#br1" timeOffset="92218.192">4470 14640,'0'0,"0"0,0 0,0-4,0 4,2-4,-2-4,0-6,6-1,5-1,4 0,6 3,1 4,5 5,-5 7,3 5,-2 5,-6 8,-3 1,-5 10,-4 3,-14 7,-1 0,-9 4,-4-3,1-1,0-7,-2-4,24-31,-19 23,19-23,-13 16,13-16,-7 9,7-7,10-3,12-8,3-5,12-3,3 0,8-4,1 4,0 1,-7 5,-42 11,35-10,-35 10,28-3,-28 3,21 0,-21 0,12 0,-12 0,8 4,-6 2</inkml:trace>
  <inkml:trace contextRef="#ctx0" brushRef="#br1" timeOffset="92437.8994">5815 14743,'0'0,"-1"14,-7 11,-7 18,-11 11,-5 14,-9 6</inkml:trace>
  <inkml:trace contextRef="#ctx0" brushRef="#br1" timeOffset="93238.4991">6237 13652,'0'0,"0"12,0 14,5 16,1 18,-1 7,0 6,-3 5,-1-2,-1-4,-3-10,3-62,-6 48,6-48,-7 32,7-32,-5 19,2-13,6-15,5-12,1-6,5-11,5-5,7-1,8 2,4 7,7 11,-2 10,2 10,-4 7,-4 6,-1 5,-4 5,-8 2,-3 5,-9 0,-4 0,-7-3,-12 1,-9-3,-8-2,-8-4,-10-2,-1-2,-2-8,3-3,6-2,40 2,-36-2,36 2,-29-7,12-4,21 1,12 0</inkml:trace>
  <inkml:trace contextRef="#ctx0" brushRef="#br1" timeOffset="93772.7573">7445 13939,'0'0,"0"0,0 0,2-2,-2 2,1-7,-1 7,2-10,-4-6,2 16,-6-16,-8 1,-6 6,-7 5,4 9,-7 6,3 6,1 8,-2 5,5 2,0 8,3 1,7-4,8-1,4-4,8-5,9-6,6-3,5-3,7-5,4-7,4-5,3-1,-5-4,2 2,-7-2,-4 0,-31 7,28-7,-28 7,21-4,-21 4,12-5,-12 5,7-4,-7 1,0 3,-9-8,1-1</inkml:trace>
  <inkml:trace contextRef="#ctx0" brushRef="#br1" timeOffset="94274.6347">8394 13733,'0'0,"-9"2,-12 4,-10 5,-9 10,-3 11,-4 10,7 4,2 2,11-5,27-43,-13 37,9-11,13-4,-9-22,18 11,7-8,5-10,-1-6,0-4,-3-8,-5 1,1-8,-2-1,-4-4,4-1,-4 4,-16 34,13-29,-13 29,11-19,-11 19,8-11,-5 15,1 21,1 9,-4 8,3 9,1 0,5 1,4-3,13-10,8-13</inkml:trace>
  <inkml:trace contextRef="#ctx0" brushRef="#br1" timeOffset="94715.0821">9299 13683,'0'0,"0"0,-2-1,-12-1,-12 8,-17 8,-11 11,-10 7,6 13,4 3,9 2,18-6,12-4,12-5,12-14,13-7,5-6,3-7,5-7,3-5,1-5,3-6,-1-3,-3-7,-4-1,-4-5,-1-2,-6 5,-23 35,21-28,-21 28,13-22,-3 12,-4 11,-5 14,-6 9,1 9,-1 11,-2 3,5 3,5-1,14-7,6-10,13-14</inkml:trace>
  <inkml:trace contextRef="#ctx0" brushRef="#br1" timeOffset="95142.6659">10231 13685,'0'0,"0"0,-2-3,-6 5,-17 4,-10 9,-8 10,-8 18,-1 2,7 8,10-1,12-10,17-7,8-6,13-10,9-9,3-5,7-10,3-6,5-7,1-6,0-1,0-7,-5-3,-2-3,-3 4,-33 34,28-34,-28 34,25-25,-3 12,-7 17,-4 11,-2 13,-5 14,-2 7,2 3,0 5,4-5,13-9,6-14,12-17</inkml:trace>
  <inkml:trace contextRef="#ctx0" brushRef="#br1" timeOffset="95660.9671">10922 13232,'0'0,"0"12,3 14,5 19,-4 16,-1 17,3 11,-3 5,-6-3,-3-6,6-85,-11 67,11-67,-10 52,10-52,-7 33,7-33,-5 21,5-16,5-13,7-14,9-9,8-10,4 0,11 7,-3 8,4 11,-4 14,3 9,-1 14,-7 10,-5 6,-7 4,-10 1,-9-3,-8-4,-6-6,-8-4,-7-6,-9-9,-9-6,-3-4,-9-9,0-10,6-2,9-8,22-6,21-1,23-3</inkml:trace>
  <inkml:trace contextRef="#ctx0" brushRef="#br1" timeOffset="96100.1919">12019 13618,'0'0,"0"0,-5 1,-11 1,-14 6,-8 8,-3 8,-1 9,5 4,9 0,28-37,-21 33,13-6,12-7,11-5,3-11,5-7,4-8,1-4,-1-8,-1-2,-2-9,1-5,-8 0,2 0,-19 39,16-32,-16 32,14-22,-6 11,-1 16,-5 13,0 15,-3 4,-6 9,1 6,0 1,1 4,6-4,14-11,9-13,8-18</inkml:trace>
  <inkml:trace contextRef="#ctx0" brushRef="#br1" timeOffset="96335.0808">12618 13669,'0'0,"0"0,-6 0,-9 0,-18 7,-6 11,-5 4,-2 10,5 9,5 2,15 2,8-4,19 0,15-3,19-3,15-9,19-6,8-16,6-13</inkml:trace>
  <inkml:trace contextRef="#ctx0" brushRef="#br1" timeOffset="96617.7556">13008 13112,'0'0,"0"0,6-2,10 4,-16-2,25 16,27 10,2 21,6 17,-5 14,-4 12,-14 4,-14-3,-14-1,-9 0,-12-6,-16 3,-12-2,-21 0,-29 3,-31 3</inkml:trace>
  <inkml:trace contextRef="#ctx0" brushRef="#br1" timeOffset="97887.0041">4359 15020,'0'0,"0"0,-7 7,-14 18,-6 7,-2 11,-3 9,2 8,7 9,4-1,6 6,7-2,9-3,6-4,8-8,7-5,8-4,3 0,8-9,8-5,1-5,2-4,3-6,9-9,-1-5,4-4,2-10,3-8,8-8,2-6,-3-9,6-4,-5-8,3-2,-2-4,4-4,-6 3,-7-2,-3 4,-8 2,-6 1,-9 3,-5 3,-11 4,-2 5,-30 39,23-34,-7 5,-16 29,6-28,-6 4,-10 8,-4 7,-4 7,-1 5,19-3,-20 6,20-6,-15 8,5-1,12-4,8-1,9-5,9-4,6-3,-1 3,-33 7,36-10,-4 5,-32 5,25-2,-5 9,-7 14,-9 11,-8 10,-6 7,-3 6,-3 4</inkml:trace>
  <inkml:trace contextRef="#ctx0" brushRef="#br1" timeOffset="98849.6057">2231 16144,'0'0,"-10"1,-8 1,-6 7,-14 11,-6 11,-1 13,-6 10,4 7,6-2,9 0,11-9,13-5,13-7,9-7,8-3,11-4,0-1,6-1,2 1,2-1,4 3,0 1,-3 0,-8 4,-10-2,-8 1,-13-1,-11 2,-14-2,-3-6,-9-4,-4-7,0-4,1-7,0-4,5-5,4-6,1-3,5-4,7-2,9-2,5 2,8-2,5 4,7 0,7-1,7 1,5-2,4-2</inkml:trace>
  <inkml:trace contextRef="#ctx0" brushRef="#br1" timeOffset="99290.0957">2976 16055,'0'0,"-8"4,-6 7,-13 16,-15 13,-7 14,-3 11,1 8,6-1,15 6,12-2,14-1,11-5,9-9,12-9,5-6,9-10,0-6,4-3,-2-4,5-5,-4-2,2-5,0-4,-5 1,-2 0,-5-1,-35-7,29 6,-29-6,26 9,-7 4,-8 7,-8 5,-6 4,-8 4</inkml:trace>
  <inkml:trace contextRef="#ctx0" brushRef="#br1" timeOffset="102711.6763">4291 16238,'0'0,"0"0,-7-4,-16 2,-9 7,-7 8,-6 6,0 8,6 3,7 3,9 2,10-4,3-4,13 0,7-11,4-7,8-11,5-5,5-9,1-7,2-3,0-5,1 0,-5-3,-3 2,0 0,-28 32,23-30,-23 30,15-27,-4 9,-5 14,-9 13,-3 14,-5 12,-10 14,3 11,-1 7,1 4,3 5,3-2,4-6,4-8,6-8,-2-52,4 44,2-8,7-7,3-5,5-7,8-9,5-8,9-14</inkml:trace>
  <inkml:trace contextRef="#ctx0" brushRef="#br1" timeOffset="103188.742">4815 16866,'0'0,"0"0,0 0,-1-1,1-9,5-7,2-6,7-1,7 3,2 10,7 8,2 9,0 6,-3 11,-6 3,-4 9,-10 4,-7 4,-5 4,-11 1,-5-3,-2-3,-6-5,0-8,27-29,-26 27,26-27,-23 17,23-17,-13 11,6-5,11-4,9-3,10-5,7 0,12-4,3 2,1-1,-2 0,-44 9,40-5,-40 5,33-4,-33 4,31-3,-31 3,21-2</inkml:trace>
  <inkml:trace contextRef="#ctx0" brushRef="#br1" timeOffset="103466.4001">5862 16987,'0'0,"0"0,0 11,-6 18,-5 13,-1 8,-12 5,-3 2,4-7,23-50,-23 38</inkml:trace>
  <inkml:trace contextRef="#ctx0" brushRef="#br1" timeOffset="104157.0027">6693 16202,'0'0,"0"0,-7-1,-12-5,-15 2,-14 6,-9 2,-4 8,2 8,13 6,0 5,11 7,9 7,8 1,6 1,13-5,8-3,7-8,7-5,7-4,8-4,1-4,9-5,4-3,0-6,-3-5,-3 2,-5-2,-41 5,37-4,-37 4,26-4,-26 4,18-4,-18 4,7-3,-7 3</inkml:trace>
  <inkml:trace contextRef="#ctx0" brushRef="#br1" timeOffset="104627.9745">7697 16170,'0'0,"0"0,-10 0,-22 9,-17 5,-12 11,-3 7,2 4,13 7,10 3,16-4,16-5,12-9,10-8,8-10,11-8,7-7,2-9,7-7,-6-1,0-5,-5 0,-5-1,-1-5,-7-4,-8 4,-18 33,11-35,-11 35,11-27,-5 9,-6 15,-5 13,0 14,-5 13,3 10,4 8,6 6,4-1,10-4,12-4,14-19</inkml:trace>
  <inkml:trace contextRef="#ctx0" brushRef="#br1" timeOffset="105052.6755">8583 16183,'0'0,"-11"1,-11 5,-17 4,-9 9,-8 6,-1 8,4 7,9 2,12 0,13-2,13-9,12-6,11-9,8-7,7-8,3-9,4-6,-2-5,2-3,-6-2,1-3,-4-7,-2 3,-4-2,-24 33,19-31,-19 31,13-20,-13 20,8-12,-3 15,-3 21,-4 10,-1 9,0 9,6 3,8-3,14-9,10-17</inkml:trace>
  <inkml:trace contextRef="#ctx0" brushRef="#br1" timeOffset="105493.6552">9406 16252,'0'0,"0"0,-1-5,-8-5,-6 2,-12 2,-13 7,-4 6,-9 11,-3 8,4 5,9 10,9 0,12 3,14-6,11-3,8-10,9-7,7-8,4-9,4-6,7-8,-5-6,3-2,-5-5,-1-4,-5-5,-2 0,-5-2,-22 37,21-32,-21 32,14-25,-14 25,13-17,-10 12,0 18,-3 9,0 17,0 8,3 7,6 2,7-5,7-5,8-16,7-16</inkml:trace>
  <inkml:trace contextRef="#ctx0" brushRef="#br1" timeOffset="106010.5292">9945 15895,'0'0,"3"5,-2 14,3 18,-4 14,3 12,-4 10,1 1,-1-1,1-2,0-71,-6 58,6-58,-3 45,3-45,-3 32,3-32,-1 19,2-15,4-18,7-14,8-8,9-3,5-2,6 7,1 11,4 9,1 14,1 9,-3 14,-2 9,-7 8,-5 2,-7 2,-12-5,-12-2,-9-3,-9-7,-6-3,-6-5,-6-9,-5-7,-9-7,-3-11,2-10,6-7,14-3,17-5</inkml:trace>
  <inkml:trace contextRef="#ctx0" brushRef="#br1" timeOffset="106485.5873">11045 16217,'0'0,"-9"1,-13 0,-16 4,-13 7,-3 7,-1 10,4 10,10 7,12 0,11-5,13-9,12-6,8-10,7-6,7-6,5-10,2-5,2-6,0-7,0-6,-6-4,0-6,-3 0,-3-1,-26 41,17-38,-17 38,16-31,-16 31,8-19,-3 11,-6 21,-3 13,-2 9,-4 8,1 5,2 1,7-3,4-3,11-1,7-14,12-15,8-11</inkml:trace>
  <inkml:trace contextRef="#ctx0" brushRef="#br1" timeOffset="106738.0934">11722 16237,'0'0,"0"0,-9 1,-19-1,-15 5,-6 1,-6 12,-4 5,7 4,10 8,7 3,17-2,13 3,19 0,18-2,18-6,10-5,16-9,5-15,-2-9</inkml:trace>
  <inkml:trace contextRef="#ctx0" brushRef="#br1" timeOffset="107083.5159">11987 15725,'0'0,"0"0,4 1,6 10,11 11,12 8,5 17,8 11,3 9,-3 6,-2 11,-7 2,-8 1,-6-4,-11-5,-9-3,-3-3,-18-1,-4-4,-14-4,-14 0,-12 0,-18-3,-13-3,-8-3,-9-9</inkml:trace>
  <inkml:trace contextRef="#ctx0" brushRef="#br1" timeOffset="108078.5706">14960 5603,'0'0,"6"20,-1 16,-5-36,2 66,-3 18,-3 15,9 14,-5 13,2 5,0 13,-2 8,-4 13,6 9,-3 7,6 13,-12 4,-2 13,0 14,-2 4,2 12,4 7,2 8,0 4,3 10,-14 17,6 2,1 10,-14 8,1-4,4 11,0 7,6 4,3-2,2 2,-5-3,6-1,0-1,-1-4,-5 0,7-9,-8-10,2-4,8-4,-2-9,-4-5,-3-3,-5-1,-11-2</inkml:trace>
  <inkml:trace contextRef="#ctx0" brushRef="#br1" timeOffset="110256.0828">4684 17330,'0'0,"0"0,0 0,-1 2,-2 6,3 6,0 6,3 4,4 6,-1 3,4-2,0 6,6 0,0 1,4 0,2 1,0-4,1 1,3-3,3-6,2-1,5-3,-1-2,2-3,3-5,2-3,3 0,0-6,4-6,4-4,-2-4,-2-8,5-3,-2-8,1-2,2-6,4-5,1-6,-1 4,2-7,-2 1,-3-3,1 4,-5-3,2 3,-6 2,-5 3,-4 1,-6 4,-7 8,-26 31,19-29,-19 29,11-21,-14 5,-10 11,-8 8,-5 7,-3-1,1 4,6-1,22-12,-23 10,23-10,-15 9,15-9,-12 7,10-3,10-7,-8 3,17-6,3-2,8-2,-28 10,30-6,-2 6,-2 9,0 5,-5 10,-8 8,2 5,-5 9,-1 7,-5 4,6 2,0-3</inkml:trace>
  <inkml:trace contextRef="#ctx0" brushRef="#br1" timeOffset="111564.3189">16788 5782,'0'0,"0"0,0-2,0 2,-8 0,-10 5,-12 9,-4 7,-6 5,1 9,6 0,8 1,7 0,12 2,10-5,14 0,3 3,20 2,2-1,6 2,1 3,1 1,-6 3,-3 6,-15 2,-8-1,-15-1,-16-5,-13-1,-12-12,-10-2,-8-10,3-8,-3-11,7-6,4-9,14-6,9-2,8-6,10-1,9-6,15 0,18 0,9 0,13 2,8 2</inkml:trace>
  <inkml:trace contextRef="#ctx0" brushRef="#br1" timeOffset="111831.4595">17600 6021,'0'0,"-18"22,-17 23,-9 20,-3 16,-1 14,15-2,21-6,19-5,19-10,20-5,17-2,14-14</inkml:trace>
  <inkml:trace contextRef="#ctx0" brushRef="#br1" timeOffset="112348.6538">18667 6011,'0'0,"-12"-5,-16 4,-7 9,-14 6,-5 12,11 9,5 6,5 4,12 5,15-2,9-8,11-7,8-12,2-11,9-14,-7-9,5-8,4-5,-6-7,2 2,1-4,-1 1,-7-1,-24 35,25-30,-25 30,22-22,-22 22,17-13,-7 12,-5 17,-6 5,-4 13,-3 8,-7 9,-2 6,-7 8,0-4,-1 0,4-6,5-6,7-6,3-6,6-5,11-1,8-3,12-3,16-3</inkml:trace>
  <inkml:trace contextRef="#ctx0" brushRef="#br1" timeOffset="112819.733">19266 6625,'0'0,"0"0,-1-7,6-7,8-4,12 4,5 1,5 11,1 5,-2 7,-34-10,30 15,-4 9,-9 12,-10 3,-10 4,-10 1,-7-5,-11-1,-4-4,-5-6,2-2,38-26,-34 18,34-18,-24 14,12-3,18-7,17-3,15-5,12-3,5-4,5 3,2 0,0-2,-6 3,-8 3,-48 4,41-3,-41 3,30-1,-30 1,20-1,-20 1,12 1,-11 9,-1-10,-7 10</inkml:trace>
  <inkml:trace contextRef="#ctx0" brushRef="#br1" timeOffset="113024.0407">20512 6899,'0'0,"-1"7,-3 8,-6 17,-5 7,-3 11,-6 9,-6 8,-5-1</inkml:trace>
  <inkml:trace contextRef="#ctx0" brushRef="#br1" timeOffset="113685.1728">21382 6107,'0'0,"0"0,-1-5,-7-6,-6 5,-16 2,-12 7,-14 7,-8 9,-8 11,5 6,3 10,13 1,13 2,12-2,13-5,13-6,8-4,5-10,5-7,5-8,2-9,5-10,7-5,2-6,1-5,-4-2,-5-8,-5 1,-2-5,-5 1,-19 41,15-39,-15 39,10-25,-1 7,-3 16,2 14,-3 11,-4 12,0 13,5 4,-1 7,5 3,9 3,7-8</inkml:trace>
  <inkml:trace contextRef="#ctx0" brushRef="#br1" timeOffset="114108.9554">22076 6133,'0'0,"-13"2,-9 6,-15 11,-13 14,-6 13,2 12,5 3,10 0,12-7,14-11,17-7,15-12,5-12,9-9,4-10,2-11,-4-1,-1-12,1-3,-11-4,-6-2,3-1,-11-6,-1 2,-9 45,6-39,-6 39,4-29,-4 16,9 19,-4 16,8 12,6 14,1 6,1 4,7 2,7-2,5-9</inkml:trace>
  <inkml:trace contextRef="#ctx0" brushRef="#br1" timeOffset="114581.3781">22934 6061,'0'0,"-15"9,-13 7,-8 14,-11 8,-4 13,-3 6,11-1,11-1,14-8,15-11,9-7,13-10,9-6,5-10,-1-11,4-7,2-3,0-5,-1-7,-2-3,-2-8,-1-2,-3-4,-4 0,-25 47,19-42,-19 42,17-28,-17 28,8-18,-2 13,6 26,-3 11,2 10,2 6,-3 8,7-1,0 3,3-1,2-5,10-14,9-16</inkml:trace>
  <inkml:trace contextRef="#ctx0" brushRef="#br1" timeOffset="115084.2645">23893 5844,'0'0,"4"14,1 10,-1 26,1 10,-4 9,2 5,-3 1,-9-6,5-6,4-63,-13 51,13-51,-10 38,10-38,-7 25,7-25,-4 12,4-16,13-21,11-8,9-5,11 3,6 2,4 14,-4 6,0 13,-4 13,-4 6,-5 12,-2 4,-9 3,-11-1,-4 0,-9-6,-11 0,-7-3,-5-1,-12-9,-7-5,-5-4,-9-6,-8-2,0-4,-1-6,12-9</inkml:trace>
  <inkml:trace contextRef="#ctx0" brushRef="#br1" timeOffset="115542.1676">24916 6125,'0'0,"0"0,-7 8,-17 13,-4 13,-3 6,-3 10,4 0,8-7,22-43,-10 37,14-10,20-12,1-12,8-10,-1-9,-3-7,-4-4,-3-3,-3-4,-2-6,-3 2,-6-1,-8 39,5-33,-5 33,2-24,-1 12,7 13,3 12,-3 11,3 11,3 7,-2 9,-3 2,8 4,-2-3,11-8,5-16</inkml:trace>
  <inkml:trace contextRef="#ctx0" brushRef="#br1" timeOffset="115776.0379">25633 6257,'0'0,"-11"10,-10 12,-4 10,2 12,4 2,21 0,13-3,22-7,16-5,22-9,15-7,6-11</inkml:trace>
  <inkml:trace contextRef="#ctx0" brushRef="#br1" timeOffset="116078.1523">26340 5681,'0'0,"18"10,14 13,12 20,22 13,3 16,-8 9,-11 3,-14 7,-18-4,-13-1,-16 2,-19 0,-19 0,-15-1,-21 0,-17-4</inkml:trace>
  <inkml:trace contextRef="#ctx0" brushRef="#br1" timeOffset="116403.9297">24970 6095,'0'0,"0"0,11 5,-11-5,25 23,2 7</inkml:trace>
  <inkml:trace contextRef="#ctx0" brushRef="#br1" timeOffset="117456.6815">19424 7341,'0'0,"-3"9,-3 9,-3 20,2 7,4 13,8 5,3 5,6-1,6-2,9-2,3-8,10-9,7-10,9-9,5-13,7-11,7-13,7-10,5-7,-1-8,-2-4,-3-7,-2-5,-2-7,1-3,-4-9,2-1,-5-6,-5 6,-13 6,-8 12,-11 4,-12 10,-13 6,-9 8,-2 25,-6-21,-12 5,-5 3,23 13,-23-6,23 6,-23-6,10 2,10 0,18 0,15-7,15 1,6-5,8-2,-3 4,-56 13,46-6,-8 8,-9 14,-13 8,-11 11,-16 9,-12 14,-7 7,-1 4,3 0,10-7,18-62</inkml:trace>
  <inkml:trace contextRef="#ctx0" brushRef="#br1" timeOffset="118242.3287">17109 8535,'0'0,"-9"0,-10 7,-10 8,-14 10,-9 8,0 10,5 3,6 6,5 3,15-5,13-5,11 0,13-6,19 0,8-8,9 1,4-5,4 4,-5-2,-4 6,-11-2,-13-1,-14 2,-11 0,-10 1,-7-4,-9-2,-10-5,-8-2,-2-6,-5-9,4-5,2-5,5-8,8-3,6-3,8-8,14-7,15-4,17-2,14-5,17 1,6 1,10-3</inkml:trace>
  <inkml:trace contextRef="#ctx0" brushRef="#br1" timeOffset="118653.608">17937 8531,'0'0,"0"0,-8 3,-15 17,-16 9,-7 10,-6 18,0 11,2 10,2 8,6 3,12-1,8-5,19-9,12-6,16-10,15-11,8-5,7-8,3-9,2-5,-3-8,-2-3,-3-8,-5-2,-5-3,-42 4,38-2,-38 2,33-1,-33 1,25 0,-25 0,14 0,-6 2,-14 7,-14 1</inkml:trace>
  <inkml:trace contextRef="#ctx0" brushRef="#br1" timeOffset="120817.8099">18697 8633,'0'0,"0"0,1-11,-1-4,-1-5,-8 4,-5 7,-6 10,-9 10,-6 7,-1 6,5 5,4-2,8 4,8-2,6-1,8 0,5-5,-8-23,14 15,5-4,6-9,-25-2,24-6,1-5,3-11,0-1,-5-2,-2 0,-1 1,-3-1,-1 1,-16 24,16-22,-16 22,10-16,-3 10,-2 11,-1 14,-2 12,-4 10,-6 4,-4 15,-5 3,-1 6,-3 2,0 1,4-5,1-5,5-10,11-52,-6 43,6-11,7-11,5-5,9-12,4-4,7-4,0-6,0-3,2-1,-3 0,1 1,-3 4,2 1,-3-1,-28 9</inkml:trace>
  <inkml:trace contextRef="#ctx0" brushRef="#br1" timeOffset="121037.5372">19399 9346,'0'0,"-4"14,2 12,-5 10,-6 16,2 11,0 8,-4 4,15-75</inkml:trace>
  <inkml:trace contextRef="#ctx0" brushRef="#br1" timeOffset="121712.5921">20235 9282,'0'0,"0"0,0 0,0 0,1 2,-4 9,-16 19,-11 14,-5 11,-9 16,-4 6,-1 7</inkml:trace>
  <inkml:trace contextRef="#ctx0" brushRef="#br1" timeOffset="122353.1924">21059 8632,'0'0,"0"0,1-7,-6-6,-6 1,-5 10,-15 7,-13 11,-3 14,-9 9,1 10,9 3,2 4,13-1,12-4,10-5,15-11,6-12,14-9,6-8,6-12,3-7,4-10,0-3,-3-9,-4-4,-6-2,-1 0,-2-6,-6 1,-3 1,-20 45,18-43,-18 43,11-35,-11 35,8-23,-4 18,-3 20,1 17,4 15,-5 8,5 9,-2 5,7-4,6 5,8-18,4-13</inkml:trace>
  <inkml:trace contextRef="#ctx0" brushRef="#br1" timeOffset="122796.6034">21966 8575,'0'0,"0"0,-3 1,-13 6,-14 11,-15 12,-5 6,-2 16,-2 5,8 2,12-2,14-12,19-10,13-12,11-8,8-9,3-8,1-10,1-7,-1-7,-4-6,3-5,-7-8,-3-1,-1-6,-4 0,-5 1,-14 51,10-45,-10 45,6-33,-6 33,2-20,0 18,3 25,-2 12,6 10,2 10,0 3,5 1,8-4,6-10,6-13</inkml:trace>
  <inkml:trace contextRef="#ctx0" brushRef="#br1" timeOffset="123330.1167">22755 8125,'0'0,"2"7,3 7,-5-14,9 33,2 19,-5 9,-3 16,-5 5,1 2,-5 0,-5-5,0-14,11-65,-14 50,14-50,-15 30,8-17,7-20,7-13,7-10,9-4,6-4,6-1,12 3,1 9,4 12,-1 12,-2 11,-3 11,-8 9,-5 5,-11 9,-10 2,-7-3,-10 4,-12-11,-2-2,-9-7,-6-4,-3-8,-5-8,-6-8,-6-9,7-3,6-5,19-7,13-5,21-5,6 0</inkml:trace>
  <inkml:trace contextRef="#ctx0" brushRef="#br1" timeOffset="123787.3351">23846 8437,'0'0,"-6"-6,-7 1,-11 4,-16 5,-10 14,-8 12,0 8,0 7,13 3,9-3,19-3,15-8,16-9,12-9,7-9,5-10,0-8,-2-9,0-2,-5-4,-4 0,-6-6,-3-2,-4 1,-4 1,-10 32,9-28,-9 28,5-20,-6 10,-3 12,-4 13,0 14,-3 6,2 5,5 7,5 0,9 0,10-4,16-7,14-14</inkml:trace>
  <inkml:trace contextRef="#ctx0" brushRef="#br1" timeOffset="124039.0585">24462 8396,'0'0,"0"0,-8 0,-24 8,-10 9,-12 12,-7 9,4 3,11 4,9-4,20-3,16-5,16-2,22-6,16-7,15-8,10-6,7-13</inkml:trace>
  <inkml:trace contextRef="#ctx0" brushRef="#br1" timeOffset="124322.1947">24982 7798,'0'0,"16"10,13 15,11 21,12 21,3 14,-6 11,-12 2,-9 5,-20 0,-16 0,-16 5,-14 4,-22 0,-12 11,-34 3</inkml:trace>
  <inkml:trace contextRef="#ctx0" brushRef="#br1" timeOffset="125261.5339">17030 10546,'0'0,"-9"-4,-10 4,-5 7,-10 9,-5 13,-2 5,1 10,2 2,6 5,7-6,15-2,12 3,10-6,12 1,12 1,8-3,4 1,6 4,-5 1,-8-3,-7 2,-10-7,-13 0,-16 2,-9-9,-13-2,-7-3,-10-8,-1-4,0-5,3-8,4-5,7-3,31 8,-24-15,5-5,11-7,9-1,11-3,12-5,11 2,9-1</inkml:trace>
  <inkml:trace contextRef="#ctx0" brushRef="#br1" timeOffset="125622.4414">17743 10440,'0'0,"-9"6,-13 13,-9 24,-12 19,-9 16,-5 12,2 15,9 7,15-3,10-2,17-10,15-12,13-17,7-8,6-11,4-6,-1-4,0-8,0-5,-5-3,0-8,-3-8,0-9,0-14,-3-15</inkml:trace>
  <inkml:trace contextRef="#ctx0" brushRef="#br1" timeOffset="126427.348">18926 9716,'0'0,"0"0,-6-2,6 2,-12-2,-4 6,-3 9,3 12,3 11,0 7,9 8,-2 5,3 5,7 4,1-5,5-4,10-5,8-6,7-6,8-12,4-2,5-8,5-6,7-9,3-9,10-7,2-9,10-9,5-1,5-7,10-5,1-5,0-2,2-1,-10 3,-7-1,-7 4,-12 1,-13 3,-12 5,-15 3,-14 3,-22 32,13-27,-12 1,-13 0,-10 8,-11 7,-5 3,0 1,38 7,-37 0,37 0,-29-2,10 1,21-1,15 0,17-5,7 4,4 3,0 1,-45-1,39 3,-11 5,-4 11,-8 7,-6 7,-13 9,-7 5,-5 6,-13 10,-1 0</inkml:trace>
  <inkml:trace contextRef="#ctx0" brushRef="#br1" timeOffset="129424.7657">18540 10757,'0'0,"-10"-2,-6 1,-3 0,-8 6,-14 5,1 7,-4 4,6 2,9 3,12-2,9 2,8-2,6 4,8-5,3 0,8-8,1-7,7-9,-2-7,6-6,-4-6,1-5,0 1,-6-2,-2 2,-5 4,-21 20,15-21,-15 21,9-19,-4 7,-5 12,-3 11,-8 8,0 13,-9 12,1 7,-3 6,0 6,-1 0,8 6,0-4,11 2,4-10,9-3,12-11,7-4,9-9,13-12,6-9</inkml:trace>
  <inkml:trace contextRef="#ctx0" brushRef="#br1" timeOffset="129800.8855">19154 11330,'0'0,"8"-2,6-4,8-4,14 5,0 1,3 8,0 5,-6 8,-6 4,-8 8,-14 9,-16 6,-16 6,-13 3,-5-1,-5-4,-1-2,4-11,7-9,40-26,-32 18,32-18,-19 13,13-3,19-5,12-4,15-6,10-5,9-6,10-4,10 0</inkml:trace>
  <inkml:trace contextRef="#ctx0" brushRef="#br1" timeOffset="130036.3169">20138 11537,'0'0,"-4"11,-11 10,-3 14,-9 15,-5 10,-8 2</inkml:trace>
  <inkml:trace contextRef="#ctx0" brushRef="#br1" timeOffset="130632.926">21035 10774,'0'0,"0"0,0 0,-6-2,-17 1,-15 8,-23 25,-2 9,-3 16,10 6,15-3,11-1,15-5,14-13,6-7,-5-34,18 25,6-14,12-8,3-13,-4-7,3-6,-1-5,-5-6,-6-4,0-1,-3-1,-7 0,-1-1,-15 41,12-38,-12 38,11-34,-11 34,6-22,0 15,0 20,3 14,-4 11,1 11,-1 2,-2 5,8-1,3-6,8-13</inkml:trace>
  <inkml:trace contextRef="#ctx0" brushRef="#br1" timeOffset="131167.0196">21686 10554,'0'0,"4"7,2 12,-1 18,2 15,2 12,-3 11,0 6,1 0,-6-5,-2-14,1-62,-7 49,7-49,-6 30,2-13,4-17,4-12,9-9,5-11,15-6,5 2,1 7,5 7,3 11,-4 13,-1 11,-1 8,-7 7,-7 3,-8 0,-7-2,-5 5,-12-5,-7-4,-10 1,-9-6,-4-2,-8-6,-4-8,-6-2,-3-7,7-4,5-3,9-2,13-6,10-2,16-5,14-4</inkml:trace>
  <inkml:trace contextRef="#ctx0" brushRef="#br1" timeOffset="131623.3093">22806 10775,'0'0,"-9"1,-9 10,-15 5,-12 10,-8 9,2 11,3 2,10 1,38-49,-30 47,30-47,-10 39,13-11,19-17,3-11,9-9,-1-10,-4-7,-6-1,1-8,0-2,-5-4,0 0,-8-1,-11 42,9-35,-9 35,6-28,-6 28,4-17,-1 13,2 18,-2 9,-2 13,2 6,8 3,-1 4,4 1,6 1,11-11,11-17</inkml:trace>
  <inkml:trace contextRef="#ctx0" brushRef="#br1" timeOffset="131859.0712">23333 10841,'0'0,"-13"13,-8 12,0 14,2 12,7 3,16-7,15-5,23-8,16-12,16-15,13-12</inkml:trace>
  <inkml:trace contextRef="#ctx0" brushRef="#br1" timeOffset="132157.5191">24038 10140,'0'0,"17"6,13 9,20 18,15 12,11 10,-2 14,-6 8,-8 7,-14 3,-17 4,-14 1,-14 0,-20 3,-18 7,-14 4,-28 10</inkml:trace>
  <inkml:trace contextRef="#ctx0" brushRef="#br1" timeOffset="133252.3209">19102 12042,'0'0,"0"0,-1-2,-2 8,-3 9,-2 10,-1 10,4 13,-2 11,5 4,9 2,3 3,5-9,9-3,8-13,10-10,8-7,7-13,9-8,7-11,5-9,5-9,9-8,0-9,5-7,7-4,0-10,7-6,-2-3,-2-2,-9 0,-10 8,-14 7,-15 6,-59 52,43-47,-17 8,-16 4,-13 9,-14 6,-4 8,-4 4,25 8,-28-6,28 6,-23-3,11 1,15 3,12-1,18-5,11 3,4 1,0 3,-4 4,-7 5,-9 3,-7 10,-13 8,-14 9,-18 14,-9 7,-5 7,-3 2,3-5,11-13</inkml:trace>
  <inkml:trace contextRef="#ctx0" brushRef="#br1" timeOffset="134053.3939">17080 12986,'0'0,"-12"1,-4 6,16-7,-32 23,-16 11,-9 11,0 9,7 3,7-2,17 1,14-2,11-1,12-6,12 0,8-5,13-5,3-3,2-2,0 2,-4 0,-9-2,-10 1,-11-1,-10 1,-14-2,-11-3,-11-3,-8-3,-3-7,-5-9,2-6,1-10,7 0,37 10,-29-15,7-1,22 16,-13-17,9-4,12-4,13 0,8-2,18 1,1-3</inkml:trace>
  <inkml:trace contextRef="#ctx0" brushRef="#br1" timeOffset="134508.4033">17889 13016,'0'0,"0"0,-8 7,-14 17,-22 12,-6 11,-8 15,-16 14,3 7,5 7,8 4,4 5,18-4,13-2,11-6,18-6,7-9,6-11,19-9,2-6,6-5,1-8,4-3,-7-10,4 0,-5-3,1-1,-6-2,-7 0,-31-14,24 10,-24-10,22 9,-22-9,12 8,-12-8,6 8,-10-4,-19-6</inkml:trace>
  <inkml:trace contextRef="#ctx0" brushRef="#br1" timeOffset="137115.4609">18668 13169,'0'0,"0"0,-4-4,-9 1,-13 5,-9 11,-10 8,-5 13,3 4,7 1,1 2,14-2,9-3,16-36,-2 31,11-8,16-10,2-10,4-12,3-9,1-8,-1-5,1-4,-4-3,1 3,-9 0,2-3,-25 38,21-30,-21 30,16-26,-16 26,11-17,-7 14,-6 20,-8 15,-4 19,-3 11,0 11,-2 4,1 2,2-3,6-1,2-8,2-8,8-9,-2-50,7 39,-1-7,-6-32,15 23,4-13,14-13,2-12,5-11,3-9,-1-4,-5-1,1 2,-6 6,-32 32,29-23,-29 23,17-14,-17 14,12-7,-6 11,-4 13,-2 8,1 12,3 4,-3 7,3-1,4 7,-1 7,-7-61</inkml:trace>
  <inkml:trace contextRef="#ctx0" brushRef="#br1" timeOffset="137542.2125">19643 13969,'0'0,"-1"14,-5 11,-12 25,-11 16,-10 15,-9 17,-11 0</inkml:trace>
  <inkml:trace contextRef="#ctx0" brushRef="#br1" timeOffset="139878.7781">20338 13087,'0'0,"0"0,-2 9,-2 9,-1 14,-1 11,4 11,-1 6,0 5,-3 1,0 4,1-1,0-5,5-64,-2 58,2-58,-1 42,1-42,1 31,-1-31,0 17,0-16,0-17,0-11,5-12,5-1,5-2,4-1,10 6,1 7,2 9,5 10,-1 8,-5 9,5 8,-7 3,-3 8,-9 0,-6 5,-7 4,-7 1,-10-7,-7 0,-3-6,-13-6,-4-2,-3-5,1-5,-3-6,5-2,5-5,35 9,-29-8,3-7,9-9,14-7</inkml:trace>
  <inkml:trace contextRef="#ctx0" brushRef="#br1" timeOffset="140413.3909">21188 13430,'0'0,"0"0,0-5,-2-8,-13-9,-6 3,-5 6,-8 6,-8 11,0 7,3 7,1 7,7 7,6 5,9 1,5 2,11-1,6-7,5-5,-11-27,20 21,8-9,7-9,-1-10,2-11,2-2,-6-6,-5-1,-4 1,-5-3,-6-4,-1-2,-3 2,-2 1,-6 32,3-27,-3 27,3-19,-1 11,-2 11,-3 12,-4 10,2 8,0 6,-2 4,2 2,4 5,2-2,7-2,9-11,13-10,8-18</inkml:trace>
  <inkml:trace contextRef="#ctx0" brushRef="#br1" timeOffset="140679.665">21746 13350,'0'0,"-9"14,-12 5,-10 17,-8 13,4 2,6 0,7-2,14-7,14-12,7-5,15-7,9-7,4-10,11-5,6-13,3-7,-6-3</inkml:trace>
  <inkml:trace contextRef="#ctx0" brushRef="#br1" timeOffset="141025.3151">22191 12773,'0'0,"11"7,12 4,13 13,13 9,7 10,-1 7,-5 9,-9 3,-13 3,-11 0,-9 4,-12-2,-11 6,-10 3,-9 2,-6 6,-10 0,-5 1,-3-2,1-6,-7-5,-3-3,-2-14</inkml:trace>
  <inkml:trace contextRef="#ctx0" brushRef="#br1" timeOffset="141888.9312">18828 14426,'0'0,"0"0,-8 7,-4 23,-8 10,5 12,-1 9,5 10,8-4,5 4,4-7,8-3,6-9,9-4,6-11,3-11,8-7,2-6,5-10,5-9,7-6,6-14,7-10,2-9,5-10,8-8,3-6,1 2,0-2,-7 3,-7 3,-8 5,-12 2,-13 11,-13 1,-13 3,-8 8,-12 3,-10 3,-7 4,-5 6,-9 6,-5 4,2 5,30 2,-29 1,29-1,-27 2,27-2,-17 6,16-1,15-3,14 1,9-2,2 3,-2 3,-10 8,-4 4,-4 8,-9 11,-10 6,-5 7,-10 7,-2 2,0 2,17-62</inkml:trace>
  <inkml:trace contextRef="#ctx0" brushRef="#br1" timeOffset="142752.8669">16960 15211,'0'0,"-10"5,-11 6,-12 16,-12 8,-12 12,3 9,5 3,7 4,13-3,12-5,11-5,12-6,10-9,10-5,5-3,6 1,2-2,3-2,-2-1,1 4,-1-1,-5 5,-7 1,-9 5,-14-2,-14-5,-10 1,-8-6,-10-6,-1-4,-7-6,5-9,3-4,4-5,33 9,-29-14,6-4,3-8,9-2,10-4,7 3,10 2,7 3,5-4,6 3,7-1,4 3,2 0</inkml:trace>
  <inkml:trace contextRef="#ctx0" brushRef="#br1" timeOffset="143215.9169">17775 15206,'0'0,"0"0,-6 0,-15 13,-17 10,-12 16,-10 10,-4 13,7 9,-4 4,7 6,10 1,12 1,11 0,12-3,14-8,3-3,10-9,6-3,6-2,6-5,5-5,4-2,0-8,-1-6,-3-1,2-5,0-2,-4 1,-3-2,-8 0,-28-20,23 18,-5 0,-18-18,10 19,-5-1,-5-18,-1 23</inkml:trace>
  <inkml:trace contextRef="#ctx0" brushRef="#br1" timeOffset="146478.2608">18565 15531,'0'0,"0"0,-3-4,-11-8,-5-1,-9 3,-8 2,-4 7,-1 6,-4 8,3 4,5 4,5 6,4 7,3-5,9 5,4 2,9-6,6-3,-3-27,10 26,6-11,11-11,4-8,2-9,5-12,3-3,-4-2,-2-1,-1-2,-7 0,-4-1,-5 0,2 0,-20 34,12-32,-12 32,8-22,-8 22,5-16,-5 13,-14 18,-2 14,-2 9,-4 10,-2 9,0 8,5 3,0 1,6-7,5-5,4-8,4-11,5-8,-5-30,8 22,-8-22,12 17,6-5,-18-12,21 8,4-5,-25-3,28 0,-4-6,1-2,-25 8,24-11,-2 0</inkml:trace>
  <inkml:trace contextRef="#ctx0" brushRef="#br1" timeOffset="146745.3733">18970 16041,'0'0,"-1"7,-5 5,1 16,-3 6,-1 12,0 9,-2 9,-1 7,-6 5</inkml:trace>
  <inkml:trace contextRef="#ctx0" brushRef="#br1" timeOffset="147077.5378">19516 16225,'0'0,"-2"7,-10 12,-7 16,-13 13,-8 17,-5 8,0-5</inkml:trace>
  <inkml:trace contextRef="#ctx0" brushRef="#br1" timeOffset="147912.1736">20187 15569,'0'0,"-1"-7,-10 2,-5 0,-18 9,-5 4,-5 7,0 11,2 6,6 6,4 7,7 4,5-2,9-2,6-2,5-43,7 34,4-10,13-10,1-13,8-10,-2-9,2-8,0-4,-5-3,2-1,-5-2,-5 0,-3-1,-6-1,1 1,-5 5,-7 32,5-27,-5 27,3-18,-2 11,-5 13,-2 11,-1 8,2 11,-2 7,4 5,-1 8,7-2,7-4,5-5,9-11,5-18</inkml:trace>
  <inkml:trace contextRef="#ctx0" brushRef="#br1" timeOffset="148195.8972">20689 15544,'0'0,"-3"7,-12 5,-8 18,-9 2,0 6,4 6,7 3,7-7,8-1,12-5,7-7,12-6,8-7,5-7,9-7,5-7,7-10,-3-9,2-4</inkml:trace>
  <inkml:trace contextRef="#ctx0" brushRef="#br1" timeOffset="148494.538">21283 15034,'0'0,"12"7,11 6,11 13,9 9,-2 9,2 10,-4 3,-7 4,-11 0,-8-1,-10-1,-14-1,-9-1,-8 1,-13 5,-13 6,-17 6,-19-3</inkml:trace>
  <inkml:trace contextRef="#ctx0" brushRef="#br1" timeOffset="149311.0049">17199 16981,'0'0,"0"0,-9 1,-18 14,-13 11,-11 12,-4 6,1 9,9-3,12-2,13-2,9-6,9-3,13-3,10-6,6-3,7 0,5-3,5-2,1 2,1 4,-2-1,0 6,-9 4,-6 4,-11 1,-11 0,-15-3,-12-2,-10-6,-3-6,-9-5,2-8,0-3,4-6,0-4,9-5,1-5,26 13,-20-18,8-3,7-9,14 0,8-5,12 3,4-3,11 1,1 1,2-1</inkml:trace>
  <inkml:trace contextRef="#ctx0" brushRef="#br1" timeOffset="149687.9913">17908 17050,'0'0,"0"0,0 0,0 6,-19 12,-10 7,-8 12,-10 12,-1 8,2 11,6 5,6 3,11 5,9 2,14-4,6-7,15-8,8-10,7-6,1-12,4-8,1-5,-1-7,-3-4,3-6,3-3,0-3,-5-3,-39 3,34-2,-34 2,27-1,-11-2,-11-5,-8-9</inkml:trace>
  <inkml:trace contextRef="#ctx0" brushRef="#br1" timeOffset="150394.1528">18541 16515,'0'0,"0"0,0 0,0 9,-5 11,-1 6,-4 13,2 4,2-1,5 4,4-1,7-3,6-1,3-7,7-2,2-7,1-4,4-7,5-3,5-7,3-7,10-7,2-6,7-8,2-2,4-11,2 1,0-6,-8-3,1 0,-6 1,-9 4,-5 3,-7 7,-39 30,28-27,-7 4,-8 1,-13 22,0-19,-12 1,-9 5,21 13,-29-9,29 9,-29-6,29 6,-23-3,8 3,15-1,14 1,5 0,13-1,1 0,-33 1,32-1,-2 3,-6 4,-7 11,-7 3,-9 9,-10 11,-7 6,-5-1,-2 1</inkml:trace>
  <inkml:trace contextRef="#ctx0" brushRef="#br1" timeOffset="151212.8325">18869 17235,'0'0,"0"0,-3-6,-12 1,-12 0,-10 8,-6 7,-1 9,3 13,1 4,3 6,8 0,7 2,5-5,17-39,-7 36,7-7,0-29,10 21,9-10,8-11,5-13,1-4,-2-6,4-1,-7-3,-2 2,-4-4,-4 2,-2 1,-16 26,14-25,-14 25,12-19,-12 19,10-10,-8 8,-9 16,-3 11,0 10,-5 8,5 5,1 7,-3 3,1-1,2 1,5-7,-2-6,5-8,-1-6,2-31,3 28,3-9,-6-19,13 18,9-7,8-16,2-6,2-4,-2-3,5-5,0 5</inkml:trace>
  <inkml:trace contextRef="#ctx0" brushRef="#br1" timeOffset="151686.9033">19180 17734,'0'0,"0"0,0 0,3-6,-3 6,2-13,6-7,8-6,-16 26,23-22,5 4,10 5,0 9,-4 9,0 5,-6 4,-8 4,-8 7,-8 2,-10 4,-5 4,-8-2,-6 3,-4-3,-1-6,2 0,28-27,-28 25,28-25,-22 21,22-21,-15 15,7-4,12-5,8-6,11-6,11-2,7-1,-1-3,2 1,-5 1,-37 10,32-10,-32 10,25-5,-25 5,20-5,-9 3,-8 7,-3-5,-4 13,4-13,-11 12</inkml:trace>
  <inkml:trace contextRef="#ctx0" brushRef="#br1" timeOffset="151906.6605">20040 17922,'0'0,"-1"11,-1 11,-5 13,-3 5,-5 11,-3-1,-1 4,19-54,-15 44,6-8</inkml:trace>
  <inkml:trace contextRef="#ctx0" brushRef="#br1" timeOffset="152361.8209">20611 17109,'0'0,"-4"-5,-5 5,-12 1,-14 13,-13 4,0 10,-2 5,8 7,14 2,6 0,11-3,7 1,10-6,4-7,11-2,4-6,6-3,3-7,3-3,-3-3,1 0,-3 1,-32-4,27 1,-27-1,25 1,-25-1,19 1,-6-2,-10-5</inkml:trace>
  <inkml:trace contextRef="#ctx0" brushRef="#br1" timeOffset="152776.2462">21064 16709,'0'0,"13"2,10 2,10 10,3 9,-2 8,-1 6,0 10,-8 5,0 3,-2 5,0 8,-7-1,2 2,-6-5,-2-3,-7-4,-3-7,-4-3,-6 3,-7-1,-7-3,-6 4,-8-3,-3-5,0-5,-1-1,1-5,7-4,34-27,-32 23,32-23,-29 17,5-10</inkml:trace>
  <inkml:trace contextRef="#ctx0" brushRef="#br1" timeOffset="153824.6531">19195 18170,'0'0,"0"0,-2-1,0 6,-3 13,3 9,-1 6,5 10,1 2,3-1,5 6,4-3,5-6,3-2,8-6,6-5,4-6,4-7,3-7,2-3,4-9,2-3,3-3,2-8,2-2,3-2,-1-10,2 0,-3 0,-7-4,-3 0,-5 1,-10 3,-39 32,34-29,-34 29,25-24,-25 24,13-19,-11 0,-2 19,-11-18,-7 3,18 15,-23-10,23 10,-20-8,9 3,12-5,11-1,9 3,4-9,3 6,1 3,-3 4,-3 5,-2 7,-6 5,-4 4,-3 12,-6 7,-5 8,-6 10,-3-4</inkml:trace>
  <inkml:trace contextRef="#ctx0" brushRef="#br1" timeOffset="155040.8239">26075 8784,'0'0,"-1"22,1 18,3 22,-2 19,-1 15,1 9,-7 11,-2 0,4 15,-1 6,-7 12,3 6,0 7,-4 8,-6 4,0 6,-1 5,0 7,-6 7,8 6,-1-1,-4 10,5-2,0 7,-3 5,2 3,5 0,9 1,-4 3,3-5,0 3,0 1,1-4,5 2,0 0,7-1,-2-6,4-4,-2-4,-3-11,7-6,0-7,-2-12,7-3,-1-11,-3-8,-2-4,1-15,-7-13,-8-15,-6-20</inkml:trace>
  <inkml:trace contextRef="#ctx0" brushRef="#br1" timeOffset="158691.6705">27961 8518,'0'0,"2"-7,0-6,-1-9,-5 0,-6-3,-6 2,-9 5,-8 8,-9 9,-8 16,-8 2,2 12,0 7,10 3,11 5,9 2,12 2,8-1,5-3,10-4,5-7,5-5,5-11,4-7,3-11,4-8,0-9,4-3,-2-4,0-3,-1-3,-1-5,-2-5,-4 0,2 0,-7 2,-24 39,20-35,-20 35,17-27,-17 27,10-16,-5 14,-5 19,-5 11,0 11,-7 10,-6 6,-2 8,1 2,-8 5,9-1,-3-4,7-2,3-5,5-7,5-5,10-8,7-1,13-4,9-6,7-8</inkml:trace>
  <inkml:trace contextRef="#ctx0" brushRef="#br1" timeOffset="159147.595">28642 9032,'0'0,"0"0,-2-8,2 8,-1-14,1-4,0 18,8-16,8 4,6 12,8 7,0 7,-2 11,-4 7,-5 2,-5 9,-6 2,-9 1,-7-4,-5-2,-11-6,0-7,1-2,23-25,-19 19,19-19,-16 16,8-4,16-6,10-4,16-3,13 0,10-2,3 0,5-3,-7 3,-10 3,-48 0,38 1,-13-1,-22 1,-19-2,-10 1</inkml:trace>
  <inkml:trace contextRef="#ctx0" brushRef="#br1" timeOffset="159525.5495">27561 9935,'0'0,"15"-4,-15 4,35-8,13-4,36-2,12 0,12 2,9 3,8 3,-1 1,-2-1,-5 1,-4 0,-13 0,-7 1,-10 2,-12 1,-8 1,-11 1,-52-1,40 6,-15-2,-21 4,-23-3</inkml:trace>
  <inkml:trace contextRef="#ctx0" brushRef="#br1" timeOffset="159824.0184">27778 10143,'0'0,"22"-7,18-5,23-6,34-2,12 3,9 4,0 7,-8 2,-14 4,-15-6,-18 3,-63 3,45-5,-45 5,28-4,-15-7,-27-5,-20-6</inkml:trace>
  <inkml:trace contextRef="#ctx0" brushRef="#br1" timeOffset="160294.8619">26165 7454,'0'0,"-8"18,-1 29,-6 20,-6 22,2 16,4 14,-4 8,5 3,1 6,4 1,8 8,4 0,1 4,9-2,4-2,1-10,2-12,4-17</inkml:trace>
  <inkml:trace contextRef="#ctx0" brushRef="#br1" timeOffset="161097.515">29634 9201,'0'0,"0"0,0 0,3-6,13 4,12-8,14-1,13 2,12 0,4 1,1 2,-2-2,-6 0,-10-1,-54 9,42-12,-10 2,-15-2,-11-3,-10-2,-11 3,-11-2,-9 4,0 0,35 12,-33-7,33 7,-24-5,24 5,-14-2,9 3,11 4,9 7,6 3,5 8,2 1,-7 7,-7 3,-3 4,-12-3,-3 0,-8 1,-5-4,-1-2,-5-5,23-25</inkml:trace>
  <inkml:trace contextRef="#ctx0" brushRef="#br1" timeOffset="161458.8301">31180 8419,'0'0,"-5"-7,-12-8,-14 1,-20 6,-8 0,-6 11,9 6,7 11,13 5,9 5,8 11,9 10,8 9,3 11,0 6,6 7,1 0,0 1,-1 0,-4-3,-7-10,-3-10,1-13,-1-7,7-42,-10 32,-3-9,-4-20</inkml:trace>
  <inkml:trace contextRef="#ctx0" brushRef="#br1" timeOffset="161678.3971">30528 9189,'0'0,"15"-8,12-6,20-8,20-2,10 2,2 5,-10 7,-69 10,55-3,-15 9,-9 8,-10 5,-5 6,-7 6,2 3,-4 3,-7-37</inkml:trace>
  <inkml:trace contextRef="#ctx0" brushRef="#br1" timeOffset="162102.8233">31123 8894,'0'0,"3"7,10 10,8 14,5 9,-2 4,-4 0,-7-1,-13-43,4 36,-4-36,-8 25,-3-13,0-17,1-8,1-6,5-4,2-2,2-3,5-4,4-3,7 5,5 1,3 11,5 6,6 8,-1 9,-2 12,0 4,-5 8,-3 5,-6 2,-3 3,-2 0,0-12,6-13</inkml:trace>
  <inkml:trace contextRef="#ctx0" brushRef="#br1" timeOffset="162668.4823">31955 8817,'0'0,"-8"5,-6 8,-7 13,-13 14,-2 6,5 0,12-4,10-9,14-9,8-10,10-10,2-14,5-7,0-5,-4-7,-5 0,-3-5,-18 34,13-36,-13 36,11-30,-11 30,8-19,-3 11,-1 24,2 12,-1 2,4 6,8-3,4-7,7-8,3-13,3-10,-3-10,-2-11,1-6,-5-8,-5-2,-2-9,-1-6,-3-3,-6-4,-2-8,-4 2,-3 1,-1 8,2 61,-6-48,6 48,-9-31,2 17,0 20,-2 20,2 21,0 10,5 18,-2 16,-1 15,-6 10</inkml:trace>
  <inkml:trace contextRef="#ctx0" brushRef="#br1" timeOffset="163186.6387">30247 10357,'0'0,"0"0,-6 0,-11-2,-11 4,-4 6,-10 6,-3 3,1 1,44-18,-37 21,11-3,14 2,13-1,13 0,14 0,9 1,5 1,2 2,-6-3,-8-1,-10 2,-9-1,-13 2,-8 5,-11 1,-16-1,-7-1,-11 0,2-13,6-13</inkml:trace>
  <inkml:trace contextRef="#ctx0" brushRef="#br1" timeOffset="163406.3776">30592 10190,'0'0,"1"18,-2 16,-5 25,3 18,3 8,3 2,5-7,-8-80</inkml:trace>
  <inkml:trace contextRef="#ctx0" brushRef="#br1" timeOffset="164191.5348">30294 10562,'0'0,"13"-5,17-6,22-5,19-3,14-2,10-2,-3-4,-8 0,-16 3,-15-3,-18 1,-35 26,19-25,-19 25,10-22,-12 6,-20 10,-13 13,-10 12,-8 11,4 4,7 5,7 1,13-3,22-37,-10 35,14-4,12-8,11-10,4-7,2-11,2-9,0-7,-5-1,-6-7,-5-5,-7-1,-12 35,7-38,-7 38,3-33,-3 33,1-24,0 13,0 19,6 13,3 9,3 4,3 2,7-4,0-3,7-5,3-7,8-15,-1-8,-1-13,-2-8,-2-4,-7-5,-4-5,-9-5,-5 0,-4-10,-4-2,-9-1,2 2,-4 6,9 51,-12-43,12 43,-12-32,5 13,-3 16,6 16,2 16,5 16,0 11,4 9,2 8,2 4,3-3,1-3,4-10,1-20,-20-41</inkml:trace>
  <inkml:trace contextRef="#ctx0" brushRef="#br1" timeOffset="164584.6888">31200 10358,'0'0,"0"0,7 0,-7 0,22-2,13-4,14 0,15 0,7-2,5-1,-1-1,-8-4,-10-2,-9-5,-12 0,-36 21,29-20,-29 20,18-20,-18 20,11-17,-12 5,-18 7,-9 12,-10 11,-9 11,6 9,0-1,7 5,10-4,11-2,12-3,21-1,6-3,7-7,15-1,6-13,5-12</inkml:trace>
  <inkml:trace contextRef="#ctx0" brushRef="#br1" timeOffset="164697.183">32248 10565,'0'0,"0"0,0 0,2 4,-1 5</inkml:trace>
  <inkml:trace contextRef="#ctx0" brushRef="#br1" timeOffset="169926.5426">26625 11511,'0'0,"0"10,-3 9,1 16,-6 11,4 8,-1 3,1 3,0 2,-1 1,0-4,0-5,5-54,-7 42,7-42,-6 27,-1-14,4-22,0-14,1-11,-1-9,2-6,1-6,3-7,5-3,1-4,1-5,4 9,3 5,0 10,-17 50,18-37,-18 37,17-24,0 17,2 17,-4 17,3 10,6 10,-4 11,0 10,6 6,2 5,2-1,-5-8,0-7,-25-63,25 54,-25-54</inkml:trace>
  <inkml:trace contextRef="#ctx0" brushRef="#br1" timeOffset="170115.1236">26546 11841,'0'0,"0"0,5-2,-5 2,20-7,13-7,14-1,15-4,12 3</inkml:trace>
  <inkml:trace contextRef="#ctx0" brushRef="#br1" timeOffset="170714.5893">27176 11798,'0'0,"-3"12,0 10,5 6,5 6,2 2,3-1,8-7,-20-28,22 22,3-8,2-13,-4-8,-23 7,18-15,-8-8,-4-9,-6 2,0 30,2-29,-2 29,-1-23,1 23,-1-16,4 10,5 14,-8-8,12 13,5 6,8 1,-25-20,30 14,1-5,3-11,-4-7,-3-9,-3-6,-4-8,-8-1,-2-6,-7 0,-3-6,-4-7,-4 0,-1-2,-1 1,0 5,10 48,-9-36,9 36,-4-27,2 18,3 16,4 14,3 12,0 6,6 10,-2 3,-2 5,7 4,2 1,-3 0,-16-62,18 57</inkml:trace>
  <inkml:trace contextRef="#ctx0" brushRef="#br1" timeOffset="171170.2311">27470 11712,'0'0,"9"-3,10-10,17-4,14-1,10-4,10 2,5 1,-4 4,-10 1,-61 14,47-7,-14 7,-11 8,-13 8,-7 8,-7 7,-2 6,-2 1,0-2,3-2,6-1,0-33,6 26,4-3,-10-23,18 14,4-8,0-14,-22 8,22-15,-2-6,-4-9,-12-7,-6-3,-13-1,-5 2,-2 6,-4 8,26 25,-33-18,33 18,-29-11,29 11,-25-2,17 2</inkml:trace>
  <inkml:trace contextRef="#ctx0" brushRef="#br1" timeOffset="171687.7483">28365 11687,'0'0,"3"9,-2 9,3 8,0 2,-4-28,1 30,-1-30,-1 28,-6-11,7-17,-9 3,4-13,5-9,4-5,6-7,7 4,3 1,3 7,0 5,6 10,-4 7,-2 9,0 2,-3 7,-20-21,15 24,0 1,-15-25,12 25,-12-25,9 20,-3-10,-6-10,6-1,0-8,-6 9,8-23,4-3,4-5,0 4,-1 2,2 10,-17 15,19-5,1 12,5 11,-3 5,-4 7,2 1,-1 2,1 2,3-10,2-7</inkml:trace>
  <inkml:trace contextRef="#ctx0" brushRef="#br1" timeOffset="172330.7886">29172 11630,'0'0,"-3"6,-3 6,-5 9,-7 10,-1 6,3 5,0-2,16-40,-12 34,8-8,12-11,2-12,6-9,0-10,0-5,-3-1,0-6,-6-1,-4-3,1 3,-4 29,3-29,-3 29,2-21,1 6,1 17,4 11,-1 8,2 5,0 0,2 1,1-5,-12-22,16 20,5-6,3-8,3-9,-2-9,1-6,-5-9,-2-3,-6-2,-3-4,-6-8,0 2,-5-8,0 4,-1-1,1 9,1 38,-1-36,1 36,-2-27,2 27,-2-20,2 19,3 12,5 17,0 9,-1 5,-3 7,2 0,-1 1,-1 0,0-1,-3-5,-1-44,1 40,-1-40</inkml:trace>
  <inkml:trace contextRef="#ctx0" brushRef="#br1" timeOffset="172881.5962">29349 11546,'0'0,"6"-4,14 1,11-4,16-2,9 1,7 3,0-1,-1 3,-10-2,-11 0,-41 5,33-4,-33 4,25-4,-25 4,15-2,-12 2,-9 2,-7 5,-6 0,0 3,-4 4,23-14,-20 16,2 4,18-20,-15 22,6 2,10-4,7-1,-8-19,14 15,8-8,4 0,1-5,2-7,-29 5,27-10,-4-4,-4-11,-5 0,-4 0,-3-3,-9 1,-3 2,-5 3,-2 4,-9 4,21 14,-20-9,-4 9,3 4,21-4,-23 12</inkml:trace>
  <inkml:trace contextRef="#ctx0" brushRef="#br1" timeOffset="173198.8793">29976 11473,'0'0,"0"0,0 0,0 0,1 2,0 8,9 3,-2 5,2 8,11 5,2 1,4 0</inkml:trace>
  <inkml:trace contextRef="#ctx0" brushRef="#br1" timeOffset="175009.1054">31209 11425,'0'0,"0"0,0 8,-2 11,-7 7,4 7,4 5,1 2,2 1,4-7,4-4,5-3,5-12,3-10,2-11,-4-8,-2-5,-4 0,-5-3,-10 22,5-25,-5 25,3-24,-3 24,0-19,0 4,4 12,3 13,0 6,4 9,3 0,7-1,3-5,7-2,1-7,2-8,-4-4,1-7,-7-6,-1-6,-3-1,-8-3,-3-2,-6-1,-3-5,-6 1,6 32,-7-34,7 34,-11-33,11 33,-15-25</inkml:trace>
  <inkml:trace contextRef="#ctx0" brushRef="#br1" timeOffset="176127.7633">26690 13401,'0'0,"0"0,0 0,2-1,3-8,8-5,7-8,4-5,1-4,-1-6,-2-5,-4-5,-7-2,-2 0,-9 49,3-44,-3 44,-1-39,1 39,-4-29,-2 13,-3 21,-1 12,-2 11,4 6,3 5,6-1,4-3,3-5,8-7,3-10,3-6,3-5,2-9,0-6,-1-3,-3-3,-2-3,-6-1,-15 23,10-26,-1-2,-9 28,2-32,-2 32,0-26,0 26,0-19,3 14,6 10,6 13,4 5,6 1,-1 1,3 3,-27-28,24 26,-7 1,-5 2,-12-2,-15 1,-15-7</inkml:trace>
  <inkml:trace contextRef="#ctx0" brushRef="#br1" timeOffset="176316.1393">26699 12733,'0'0,"0"0,0 1,4 6</inkml:trace>
  <inkml:trace contextRef="#ctx0" brushRef="#br1" timeOffset="176819.0416">28091 13029,'0'0,"0"0,-8 0,-15 11,-8 4,-6 9,-2 2,2 8,6 2,9-2,22-34,-13 34,16-8,15-6,3-14,8-8,-1-11,-3-3,0-5,4 1,-5-3,-7-4,0 4,-5-1,-4 0,-8 24,4-25,-4 25,2-21,-2 21,-5-18,1 9,-3 10,-1 12,1 10,5 7,5 6,2-3,5 2,7-6,6-10</inkml:trace>
  <inkml:trace contextRef="#ctx0" brushRef="#br1" timeOffset="177070.5366">28601 12950,'0'0,"-10"10,-4 5,-4 10,-1 5,2 7,2 3,1-1,7-5,7 0,8-8,9-9,11-6,6-13</inkml:trace>
  <inkml:trace contextRef="#ctx0" brushRef="#br1" timeOffset="177980.3573">29082 12917,'0'0,"0"0,-2 2,-5 6,-7 8,-4 6,-1 9,-3 3,1 4,6 2,2-6,10-4,8-2,8-12,5-5,10-6,3-3,3-8,2-6,2-3,-6-4,3 1,-4-9,-3-2,-9 0,-19 29,19-29,-19 29,9-27,-6 8,-9 10,-4 11,-5 10,2 9,0 3,1 1,12-25,-5 25,9-1,11-2,8-7,6-7,4-6,2-8,-1-5,0 0,-2-7,-3-2,-7 0,-5-4,-3-4,-5 0,-9 28,4-26,-4 26,3-21,-2 11,-1 10,-2 12,-1 9,-3 11,3 9,-3 8,5 5,2 3,1-1,1 0,3 1,-6-57,4 50,-4-50,3 42,-3-42,1 31,0-15,-6-19,-5-18,-5-11,0-13,-2-5,4-3,7-5,8 2,10 0,6-1,7 5,9 3,0 6,6 12,-4 7,-1 8,-5 6,1 12,-7 8,1 4,-6 11,-6 6,-7 4,-13 5,-10 0,-11 1,-5-2,-9-6,-3-8,-3-8,4-11,7-11</inkml:trace>
  <inkml:trace contextRef="#ctx0" brushRef="#br1" timeOffset="178217.2101">30176 12658,'0'0,"-2"11,2 9,-1 16,-5 14,0 7,3 4,-1 5,5 0,-2-5,2-2,-1-59,-2 47,2-47</inkml:trace>
  <inkml:trace contextRef="#ctx0" brushRef="#br1" timeOffset="178594.8199">30002 13011,'0'0,"6"-1,6-1,13 1,15-2,8-3,8 2,4 0,-2-2,-6 0,-5-3,-7 0,-40 9,30-13,-5-1,-25 14,21-17,-7 1,-14 16,2-20,-11 4,-12 5,-3 5,-4 7,-1 9,2 9,1 5,5 7,5 3,7 0,14-1,11-2,13-10,13-6</inkml:trace>
  <inkml:trace contextRef="#ctx0" brushRef="#br1" timeOffset="179049.8989">31007 12883,'0'0,"-9"4,-12 7,-5 7,-7 9,-1 6,2 3,5 3,27-39,-22 33,16-3,6-30,6 20,11-9,10-14,4-10,-2-9,-3-2,1-1,-5-5,0-2,-1-6,-4-10,-4-1,0-1,-4 4,-4 4,-5 42,4-38,-4 38,3-25,-3 25,4-16,-4 14,2 17,1 13,0 10,-2 6,3 9,-1 3,-1 2,4 3,7-6,7-14,7-14</inkml:trace>
  <inkml:trace contextRef="#ctx0" brushRef="#br1" timeOffset="179552.9879">31852 12484,'0'0,"2"9,0 10,-3 9,0 12,-1 8,-2 6,0 6,-1 3,-6-6,-3-11,14-46,-12 37,12-37,-12 22,12-22,-7 13,11-13,10-11,9-5,3-5,6-6,-1 4,1 6,1 5,-33 12,28 0,-2 11,-4 7,-9 5,-8 2,-3 4,-8-1,-4-3,-12-2,-1-1,-6-2,-2-6,-10-3,3-6,-4-3,-4-6,-2-11,7-6,16-8</inkml:trace>
  <inkml:trace contextRef="#ctx0" brushRef="#br1" timeOffset="180165.7356">32181 12900,'0'0,"11"4,8 2,8 5,6 0,2-9,-3-3,-2-7,-5-7,-8-2,0-5,-17 22,10-26,-3-3,-7 29,5-31,-5 31,1-23,-1 11,-3 12,-4 12,1 17,-4 12,-5 7,6 15,-1 1,-2 8,6 3,-2 0,0 0,-4-3,-1-4,-5-12,-2-11,0-17,20-28,-23 23,1-13,1-11,-5-11,1-13,-3-13,0-7,7 3,7-3,9 8,8 2,10 5,8 2,11 11,9 4,7 4,3 5,3 6,-3-4,2 3,-7 1,1-1,-47-1,39 0,-39 0,35 0,-7-5,-15-8</inkml:trace>
  <inkml:trace contextRef="#ctx0" brushRef="#br1" timeOffset="181358.6313">26698 14406,'0'0,"0"0,-2-11,0-3,2 14,-10-20,-9 7,-17 10,-1 13,-4 12,-1 5,8 5,5 0,9 0,20-32,-12 32,8-1,12-5,8-7,4-11,3-5,0-11,-2-5,4-4,1-7,-4-2,-2 0,-5-3,-7 0,0 0,-8 29,5-30,-5 30,4-26,1 10,2 15,-1 14,6 15,-2 7,2 13,7 10,1 6,2 6,1 8,-1 4,-9 3,-2-4,-9-7,-9-13,-7-13,-6-12,-6-11,-2-7,3-8,-9-9,0-5,-8-5,3-8,-3-5,5 1,3-9,9 1,6-2,8 0,11-3,11 0,7 2,9-2,9-2,6 3,3-3,1 3,6 1,-4 4,-3 3,-3 8,-6 5,-36 12,28-11,-5 7,-1 5,-3 3,-2 9,-4 4,1 4,1 6,-4 7,5 2,-16-36,15 33,-15-33</inkml:trace>
  <inkml:trace contextRef="#ctx0" brushRef="#br1" timeOffset="181563.0662">26866 14343,'0'0,"0"0,3 4,12-1</inkml:trace>
  <inkml:trace contextRef="#ctx0" brushRef="#br1" timeOffset="182442.3357">27187 14595,'0'0,"4"5,4 4,-8-9,12 12,-12-12,14 15,-14-15,13 14,-1-7,-4-13,-2-7,-1-9,2-3,-2-3,5 2,4 0,5 6,2 0,7 1,3 6,0-1,2 4,4-3,-3 2,-1-1,-4-1,-3 0,-3 1,-23 12,18-14,-3-2,-7-1,-8 17,1-21,-7 3,-16 2,-1 7,-7 9,0 9,2 9,0 5,2 8,6 3,4 5,10 1,4-1,9-4,4-2,9-8,2-2,9-7,6-11,2-8,3-12,0-1,-5-6,-6-3,-6-1,-5-2,-4-6,-2 0,-2-4,-12 38,11-35,-11 35,10-31,-10 31,10-23,-3 11,3 14,-2 9,2 9,-1 7,-2 2,1 1,-4 0,-4-30,-2 25,2-25,-4 20,4-20,-4 13,-1-10,4-13,7-4,1-8,1-2,5 1,6-4,4 1,-3 2,4 8,-24 16,29-12,-6 10,7 13,0 8,-4 8,-2 5,0 3,-8 2,-3 0,-2-2,-11-35</inkml:trace>
  <inkml:trace contextRef="#ctx0" brushRef="#br1" timeOffset="183085.87">29115 14347,'0'0,"2"10,1 4,3 8,-2 3,-4-25,2 25,-2-25,-3 20,3-20,-7 10,-1-14,1-14,8-5,7-4,3-1,4 0,7 4,3 6,2 6,4 12,-3 7,-1 11,-6 6,1 6,-7 1,-2 1,-4-1,-8-4,-1-27,-3 24,3-24,-8 17,-3-10,-3-15,4-5,2-7,5-2,4 0,7-3,2-3,5-2,8 0,0 0,2 9,-1 5,2 8,-3 11,-1 1,-2 7,0 8,0 5,-2 2,-5 7,-2 2,-7 1,-8 1,-1 1,5-38,-13 26,-5-13</inkml:trace>
  <inkml:trace contextRef="#ctx0" brushRef="#br1" timeOffset="183384.2058">30001 14030,'0'0,"-1"13,-1 12,-8 13,-4 11,-1 14,-7 9,-4 6,-4 2,-1 1,2-6,6-5,3-11,8-11,5-8,14-6,8-17,12-16</inkml:trace>
  <inkml:trace contextRef="#ctx0" brushRef="#br1" timeOffset="183651.4509">30538 14402,'0'0,"0"0,0 0,0 0,-9 3,-16 5,-10 6,-5 6,-3 8,6 5,4 2,11 1,8 0,10-4,10-2,10-3,9-3,5-5,7 0,9-6,13 1,2-10</inkml:trace>
  <inkml:trace contextRef="#ctx0" brushRef="#br1" timeOffset="183777.5408">31176 14819,'0'0,"0"0,0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5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3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1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4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7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54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5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3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1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3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E9B3-5FAE-4F73-9297-FFED67C363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124FC-A380-47A9-8598-6BC4C9BE2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5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customXml" Target="../ink/ink8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9.png"/><Relationship Id="rId7" Type="http://schemas.openxmlformats.org/officeDocument/2006/relationships/customXml" Target="../ink/ink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34.png"/><Relationship Id="rId7" Type="http://schemas.openxmlformats.org/officeDocument/2006/relationships/customXml" Target="../ink/ink1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emf"/><Relationship Id="rId5" Type="http://schemas.openxmlformats.org/officeDocument/2006/relationships/customXml" Target="../ink/ink11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0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0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0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0.emf"/><Relationship Id="rId4" Type="http://schemas.openxmlformats.org/officeDocument/2006/relationships/customXml" Target="../ink/ink1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6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.xml"/><Relationship Id="rId5" Type="http://schemas.openxmlformats.org/officeDocument/2006/relationships/image" Target="../media/image45.emf"/><Relationship Id="rId4" Type="http://schemas.openxmlformats.org/officeDocument/2006/relationships/customXml" Target="../ink/ink2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emf"/><Relationship Id="rId4" Type="http://schemas.openxmlformats.org/officeDocument/2006/relationships/customXml" Target="../ink/ink2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emf"/><Relationship Id="rId4" Type="http://schemas.openxmlformats.org/officeDocument/2006/relationships/customXml" Target="../ink/ink2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175306"/>
            <a:ext cx="9144000" cy="1261608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String Matching Algorithms</a:t>
            </a:r>
            <a:endParaRPr lang="en-US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3028" y="1563076"/>
            <a:ext cx="1128848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/>
              <a:t>Unit-V </a:t>
            </a:r>
            <a:r>
              <a:rPr lang="en-IN" sz="3200" b="1" dirty="0" smtClean="0"/>
              <a:t>							03 </a:t>
            </a:r>
            <a:r>
              <a:rPr lang="en-IN" sz="3200" b="1" dirty="0"/>
              <a:t>Hrs. </a:t>
            </a:r>
            <a:endParaRPr lang="en-IN" sz="3200" b="1" dirty="0" smtClean="0"/>
          </a:p>
          <a:p>
            <a:pPr algn="just">
              <a:lnSpc>
                <a:spcPct val="150000"/>
              </a:lnSpc>
            </a:pPr>
            <a:r>
              <a:rPr lang="en-IN" sz="2800" dirty="0" smtClean="0"/>
              <a:t>String </a:t>
            </a:r>
            <a:r>
              <a:rPr lang="en-IN" sz="2800" dirty="0"/>
              <a:t>Matching Algorithms: </a:t>
            </a:r>
            <a:endParaRPr lang="en-IN" sz="2800" dirty="0" smtClean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IN" sz="2800" dirty="0" smtClean="0"/>
              <a:t>The </a:t>
            </a:r>
            <a:r>
              <a:rPr lang="en-IN" sz="2800" dirty="0"/>
              <a:t>naive string-matching </a:t>
            </a:r>
            <a:r>
              <a:rPr lang="en-IN" sz="2800" dirty="0" smtClean="0"/>
              <a:t>algorithm,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IN" sz="2800" dirty="0" smtClean="0"/>
              <a:t>The </a:t>
            </a:r>
            <a:r>
              <a:rPr lang="en-IN" sz="2800" dirty="0"/>
              <a:t>Rabin Karp </a:t>
            </a:r>
            <a:r>
              <a:rPr lang="en-IN" sz="2800" dirty="0" smtClean="0"/>
              <a:t>algorithm,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IN" sz="2800" dirty="0" smtClean="0"/>
              <a:t>String </a:t>
            </a:r>
            <a:r>
              <a:rPr lang="en-IN" sz="2800" dirty="0"/>
              <a:t>matching with finite </a:t>
            </a:r>
            <a:r>
              <a:rPr lang="en-IN" sz="2800" dirty="0" smtClean="0"/>
              <a:t>automata,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IN" sz="2800" dirty="0" smtClean="0"/>
              <a:t>The </a:t>
            </a:r>
            <a:r>
              <a:rPr lang="en-IN" sz="2800" dirty="0"/>
              <a:t>Knuth Morris Pratt algorithm</a:t>
            </a:r>
          </a:p>
        </p:txBody>
      </p:sp>
    </p:spTree>
    <p:extLst>
      <p:ext uri="{BB962C8B-B14F-4D97-AF65-F5344CB8AC3E}">
        <p14:creationId xmlns:p14="http://schemas.microsoft.com/office/powerpoint/2010/main" val="249410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113738"/>
            <a:ext cx="6977743" cy="1325563"/>
          </a:xfrm>
        </p:spPr>
        <p:txBody>
          <a:bodyPr/>
          <a:lstStyle/>
          <a:p>
            <a:r>
              <a:rPr lang="en-US" b="1" dirty="0"/>
              <a:t>String-Matching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lnSpc>
                <a:spcPct val="150000"/>
              </a:lnSpc>
            </a:pPr>
            <a:r>
              <a:rPr lang="en-US" dirty="0" smtClean="0"/>
              <a:t>Elements </a:t>
            </a:r>
            <a:r>
              <a:rPr lang="en-US" dirty="0"/>
              <a:t>of </a:t>
            </a:r>
            <a:r>
              <a:rPr lang="en-US" i="1" dirty="0"/>
              <a:t>T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 are characters from a </a:t>
            </a:r>
            <a:r>
              <a:rPr lang="en-US" i="1" dirty="0">
                <a:solidFill>
                  <a:srgbClr val="3333FF"/>
                </a:solidFill>
              </a:rPr>
              <a:t>finite alphabet</a:t>
            </a:r>
            <a:r>
              <a:rPr lang="en-US" dirty="0"/>
              <a:t> </a:t>
            </a:r>
            <a:r>
              <a:rPr lang="en-US" sz="3200" b="1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endParaRPr lang="en-US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E.g., </a:t>
            </a:r>
            <a:r>
              <a:rPr 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= {0, 1} or </a:t>
            </a:r>
            <a:r>
              <a:rPr 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= {a, b, …, z}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Usually 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are called </a:t>
            </a:r>
            <a:r>
              <a:rPr lang="en-US" i="1" dirty="0">
                <a:solidFill>
                  <a:srgbClr val="3333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strings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of characters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b="1" i="1" dirty="0">
                <a:solidFill>
                  <a:srgbClr val="3333FF"/>
                </a:solidFill>
              </a:rPr>
              <a:t>text</a:t>
            </a:r>
            <a:r>
              <a:rPr lang="en-US" dirty="0"/>
              <a:t> is in an array </a:t>
            </a:r>
            <a:r>
              <a:rPr lang="en-US" i="1" dirty="0"/>
              <a:t>T </a:t>
            </a:r>
            <a:r>
              <a:rPr lang="en-US" dirty="0"/>
              <a:t>[1..</a:t>
            </a:r>
            <a:r>
              <a:rPr lang="en-US" i="1" dirty="0"/>
              <a:t>n</a:t>
            </a:r>
            <a:r>
              <a:rPr lang="en-US" dirty="0"/>
              <a:t>] of </a:t>
            </a:r>
            <a:r>
              <a:rPr lang="en-US" b="1" i="1" dirty="0">
                <a:solidFill>
                  <a:srgbClr val="3333FF"/>
                </a:solidFill>
              </a:rPr>
              <a:t>length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rgbClr val="3333FF"/>
                </a:solidFill>
              </a:rPr>
              <a:t>n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i="1" dirty="0">
                <a:solidFill>
                  <a:srgbClr val="3333FF"/>
                </a:solidFill>
              </a:rPr>
              <a:t>pattern</a:t>
            </a:r>
            <a:r>
              <a:rPr lang="en-US" dirty="0"/>
              <a:t> is in an array </a:t>
            </a:r>
            <a:r>
              <a:rPr lang="en-US" i="1" dirty="0"/>
              <a:t>P </a:t>
            </a:r>
            <a:r>
              <a:rPr lang="en-US" dirty="0"/>
              <a:t>[1..</a:t>
            </a:r>
            <a:r>
              <a:rPr lang="en-US" i="1" dirty="0"/>
              <a:t>m</a:t>
            </a:r>
            <a:r>
              <a:rPr lang="en-US" dirty="0"/>
              <a:t>] of </a:t>
            </a:r>
            <a:r>
              <a:rPr lang="en-US" b="1" i="1" dirty="0">
                <a:solidFill>
                  <a:srgbClr val="3333FF"/>
                </a:solidFill>
              </a:rPr>
              <a:t>length m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4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930" y="492584"/>
            <a:ext cx="10515600" cy="620213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10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We say that pattern 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i="1" dirty="0">
                <a:solidFill>
                  <a:srgbClr val="3333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occurs with shift s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in text 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T  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if:	</a:t>
            </a:r>
          </a:p>
          <a:p>
            <a:pPr marL="457200" lvl="1" indent="0">
              <a:lnSpc>
                <a:spcPct val="200000"/>
              </a:lnSpc>
              <a:buClr>
                <a:schemeClr val="tx1"/>
              </a:buClr>
              <a:buNone/>
            </a:pP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lang="en-US" sz="2000" dirty="0" err="1" smtClean="0">
                <a:cs typeface="Times New Roman" panose="02020603050405020304" pitchFamily="18" charset="0"/>
                <a:sym typeface="Symbol" panose="05050102010706020507" pitchFamily="18" charset="2"/>
              </a:rPr>
              <a:t>T.length</a:t>
            </a:r>
            <a:r>
              <a:rPr lang="en-US" sz="2000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 - </a:t>
            </a:r>
            <a:r>
              <a:rPr lang="en-US" sz="2000" dirty="0" err="1" smtClean="0">
                <a:cs typeface="Times New Roman" panose="02020603050405020304" pitchFamily="18" charset="0"/>
                <a:sym typeface="Symbol" panose="05050102010706020507" pitchFamily="18" charset="2"/>
              </a:rPr>
              <a:t>P.length</a:t>
            </a:r>
            <a:endParaRPr lang="en-US" sz="2000" dirty="0" smtClean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90600" lvl="1" indent="-533400">
              <a:lnSpc>
                <a:spcPct val="150000"/>
              </a:lnSpc>
              <a:buClr>
                <a:schemeClr val="tx1"/>
              </a:buClr>
              <a:buFontTx/>
              <a:buAutoNum type="alphaLcParenR"/>
            </a:pPr>
            <a:r>
              <a:rPr 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≤ 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≤ 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        and </a:t>
            </a:r>
          </a:p>
          <a:p>
            <a:pPr marL="990600" lvl="1" indent="-533400">
              <a:lnSpc>
                <a:spcPct val="150000"/>
              </a:lnSpc>
              <a:buClr>
                <a:schemeClr val="tx1"/>
              </a:buClr>
              <a:buFontTx/>
              <a:buAutoNum type="alphaLcParenR"/>
            </a:pP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[(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+1)..(</a:t>
            </a:r>
            <a:r>
              <a:rPr lang="en-US" i="1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i="1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)] = 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[1..</a:t>
            </a:r>
            <a:r>
              <a:rPr lang="en-US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 occurs with shift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 in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, then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 is a </a:t>
            </a:r>
            <a:r>
              <a:rPr lang="en-US" i="1" dirty="0">
                <a:solidFill>
                  <a:srgbClr val="3333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valid shift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endParaRPr lang="en-US" dirty="0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dirty="0" smtClean="0">
                <a:cs typeface="Arial" panose="020B0604020202020204" pitchFamily="34" charset="0"/>
                <a:sym typeface="Symbol" panose="05050102010706020507" pitchFamily="18" charset="2"/>
              </a:rPr>
              <a:t>otherwise </a:t>
            </a:r>
            <a:r>
              <a:rPr lang="en-US" sz="2800" i="1" dirty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2800" dirty="0">
                <a:cs typeface="Arial" panose="020B0604020202020204" pitchFamily="34" charset="0"/>
                <a:sym typeface="Symbol" panose="05050102010706020507" pitchFamily="18" charset="2"/>
              </a:rPr>
              <a:t> is an </a:t>
            </a:r>
            <a:r>
              <a:rPr lang="en-US" sz="2800" i="1" dirty="0">
                <a:solidFill>
                  <a:srgbClr val="3333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invalid shift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String-matching problem: finding all valid shifts for a given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dirty="0">
                <a:cs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i="1" dirty="0"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30286" y="1676400"/>
            <a:ext cx="141514" cy="391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05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175" y="365125"/>
            <a:ext cx="917831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Naive String Matching </a:t>
            </a:r>
            <a:r>
              <a:rPr lang="en-US" b="1" dirty="0" smtClean="0"/>
              <a:t>Algorithm</a:t>
            </a:r>
            <a:endParaRPr lang="en-US" sz="2400" b="1" dirty="0"/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8020427"/>
              </p:ext>
            </p:extLst>
          </p:nvPr>
        </p:nvGraphicFramePr>
        <p:xfrm>
          <a:off x="3576639" y="2327275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25" name="Group 3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7917863"/>
              </p:ext>
            </p:extLst>
          </p:nvPr>
        </p:nvGraphicFramePr>
        <p:xfrm>
          <a:off x="3605594" y="3505201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078038" y="2338388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1717929" y="3505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pattern </a:t>
            </a:r>
            <a:r>
              <a:rPr lang="en-US" sz="2800" i="1" dirty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1" name="Text Box 54"/>
          <p:cNvSpPr txBox="1">
            <a:spLocks noChangeArrowheads="1"/>
          </p:cNvSpPr>
          <p:nvPr/>
        </p:nvSpPr>
        <p:spPr bwMode="auto">
          <a:xfrm>
            <a:off x="4066921" y="164068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 Box 55"/>
          <p:cNvSpPr txBox="1">
            <a:spLocks noChangeArrowheads="1"/>
          </p:cNvSpPr>
          <p:nvPr/>
        </p:nvSpPr>
        <p:spPr bwMode="auto">
          <a:xfrm>
            <a:off x="452367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3" name="Text Box 56"/>
          <p:cNvSpPr txBox="1">
            <a:spLocks noChangeArrowheads="1"/>
          </p:cNvSpPr>
          <p:nvPr/>
        </p:nvSpPr>
        <p:spPr bwMode="auto">
          <a:xfrm>
            <a:off x="502964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" name="Text Box 57"/>
          <p:cNvSpPr txBox="1">
            <a:spLocks noChangeArrowheads="1"/>
          </p:cNvSpPr>
          <p:nvPr/>
        </p:nvSpPr>
        <p:spPr bwMode="auto">
          <a:xfrm>
            <a:off x="548074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5" name="Text Box 58"/>
          <p:cNvSpPr txBox="1">
            <a:spLocks noChangeArrowheads="1"/>
          </p:cNvSpPr>
          <p:nvPr/>
        </p:nvSpPr>
        <p:spPr bwMode="auto">
          <a:xfrm>
            <a:off x="595623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59"/>
          <p:cNvSpPr txBox="1">
            <a:spLocks noChangeArrowheads="1"/>
          </p:cNvSpPr>
          <p:nvPr/>
        </p:nvSpPr>
        <p:spPr bwMode="auto">
          <a:xfrm>
            <a:off x="641648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7" name="Text Box 60"/>
          <p:cNvSpPr txBox="1">
            <a:spLocks noChangeArrowheads="1"/>
          </p:cNvSpPr>
          <p:nvPr/>
        </p:nvSpPr>
        <p:spPr bwMode="auto">
          <a:xfrm>
            <a:off x="687368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8" name="Text Box 61"/>
          <p:cNvSpPr txBox="1">
            <a:spLocks noChangeArrowheads="1"/>
          </p:cNvSpPr>
          <p:nvPr/>
        </p:nvSpPr>
        <p:spPr bwMode="auto">
          <a:xfrm>
            <a:off x="737050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9" name="Text Box 62"/>
          <p:cNvSpPr txBox="1">
            <a:spLocks noChangeArrowheads="1"/>
          </p:cNvSpPr>
          <p:nvPr/>
        </p:nvSpPr>
        <p:spPr bwMode="auto">
          <a:xfrm>
            <a:off x="7855141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0" name="Text Box 63"/>
          <p:cNvSpPr txBox="1">
            <a:spLocks noChangeArrowheads="1"/>
          </p:cNvSpPr>
          <p:nvPr/>
        </p:nvSpPr>
        <p:spPr bwMode="auto">
          <a:xfrm>
            <a:off x="817213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1" name="Text Box 64"/>
          <p:cNvSpPr txBox="1">
            <a:spLocks noChangeArrowheads="1"/>
          </p:cNvSpPr>
          <p:nvPr/>
        </p:nvSpPr>
        <p:spPr bwMode="auto">
          <a:xfrm>
            <a:off x="870553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42" name="Text Box 65"/>
          <p:cNvSpPr txBox="1">
            <a:spLocks noChangeArrowheads="1"/>
          </p:cNvSpPr>
          <p:nvPr/>
        </p:nvSpPr>
        <p:spPr bwMode="auto">
          <a:xfrm>
            <a:off x="9135682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43" name="Text Box 66"/>
          <p:cNvSpPr txBox="1">
            <a:spLocks noChangeArrowheads="1"/>
          </p:cNvSpPr>
          <p:nvPr/>
        </p:nvSpPr>
        <p:spPr bwMode="auto">
          <a:xfrm>
            <a:off x="3641662" y="164306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54"/>
          <p:cNvSpPr txBox="1">
            <a:spLocks noChangeArrowheads="1"/>
          </p:cNvSpPr>
          <p:nvPr/>
        </p:nvSpPr>
        <p:spPr bwMode="auto">
          <a:xfrm>
            <a:off x="4069120" y="402431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 Box 55"/>
          <p:cNvSpPr txBox="1">
            <a:spLocks noChangeArrowheads="1"/>
          </p:cNvSpPr>
          <p:nvPr/>
        </p:nvSpPr>
        <p:spPr bwMode="auto">
          <a:xfrm>
            <a:off x="4525876" y="40243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 Box 56"/>
          <p:cNvSpPr txBox="1">
            <a:spLocks noChangeArrowheads="1"/>
          </p:cNvSpPr>
          <p:nvPr/>
        </p:nvSpPr>
        <p:spPr bwMode="auto">
          <a:xfrm>
            <a:off x="5031844" y="40243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7" name="Text Box 66"/>
          <p:cNvSpPr txBox="1">
            <a:spLocks noChangeArrowheads="1"/>
          </p:cNvSpPr>
          <p:nvPr/>
        </p:nvSpPr>
        <p:spPr bwMode="auto">
          <a:xfrm>
            <a:off x="3643861" y="402669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0192680" y="4187880"/>
              <a:ext cx="1659240" cy="938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83320" y="4178520"/>
                <a:ext cx="1677960" cy="9568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237" y="4488362"/>
            <a:ext cx="28765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45"/>
          <p:cNvSpPr>
            <a:spLocks noChangeShapeType="1"/>
          </p:cNvSpPr>
          <p:nvPr/>
        </p:nvSpPr>
        <p:spPr bwMode="auto">
          <a:xfrm>
            <a:off x="4743577" y="275539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Naive String Matching </a:t>
            </a:r>
            <a:r>
              <a:rPr lang="en-US" dirty="0" smtClean="0"/>
              <a:t>Algorithm</a:t>
            </a:r>
            <a:endParaRPr lang="en-US" sz="2400" dirty="0"/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55577904"/>
              </p:ext>
            </p:extLst>
          </p:nvPr>
        </p:nvGraphicFramePr>
        <p:xfrm>
          <a:off x="3576639" y="2327275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25" name="Group 3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4487685"/>
              </p:ext>
            </p:extLst>
          </p:nvPr>
        </p:nvGraphicFramePr>
        <p:xfrm>
          <a:off x="3553461" y="3713163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13" name="Line 45"/>
          <p:cNvSpPr>
            <a:spLocks noChangeShapeType="1"/>
          </p:cNvSpPr>
          <p:nvPr/>
        </p:nvSpPr>
        <p:spPr bwMode="auto">
          <a:xfrm>
            <a:off x="3823081" y="275539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46"/>
          <p:cNvSpPr>
            <a:spLocks noChangeShapeType="1"/>
          </p:cNvSpPr>
          <p:nvPr/>
        </p:nvSpPr>
        <p:spPr bwMode="auto">
          <a:xfrm>
            <a:off x="4288982" y="275539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209800" y="20097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337186" y="3505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>
            <a:off x="196596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2372360" y="3352801"/>
            <a:ext cx="9733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</a:rPr>
              <a:t> = 0</a:t>
            </a:r>
            <a:endParaRPr lang="en-US" sz="2800" i="1" dirty="0">
              <a:latin typeface="Arial" panose="020B0604020202020204" pitchFamily="34" charset="0"/>
            </a:endParaRP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3502153" y="4968811"/>
            <a:ext cx="609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shift </a:t>
            </a:r>
            <a:r>
              <a:rPr lang="en-US" sz="2800" i="1" dirty="0">
                <a:latin typeface="Arial" panose="020B0604020202020204" pitchFamily="34" charset="0"/>
              </a:rPr>
              <a:t>s </a:t>
            </a:r>
            <a:r>
              <a:rPr lang="en-US" sz="2800" dirty="0">
                <a:latin typeface="Arial" panose="020B0604020202020204" pitchFamily="34" charset="0"/>
              </a:rPr>
              <a:t>= 0</a:t>
            </a:r>
            <a:r>
              <a:rPr lang="en-US" sz="2800" i="1" dirty="0" smtClean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is a </a:t>
            </a:r>
            <a:r>
              <a:rPr lang="en-US" sz="2800" dirty="0" smtClean="0">
                <a:latin typeface="Arial" panose="020B0604020202020204" pitchFamily="34" charset="0"/>
              </a:rPr>
              <a:t>invalid shift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2" name="Multiply 1"/>
          <p:cNvSpPr/>
          <p:nvPr/>
        </p:nvSpPr>
        <p:spPr>
          <a:xfrm>
            <a:off x="4514977" y="2989707"/>
            <a:ext cx="457200" cy="47853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3" name="Text Box 54"/>
          <p:cNvSpPr txBox="1">
            <a:spLocks noChangeArrowheads="1"/>
          </p:cNvSpPr>
          <p:nvPr/>
        </p:nvSpPr>
        <p:spPr bwMode="auto">
          <a:xfrm>
            <a:off x="4112641" y="164068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 Box 55"/>
          <p:cNvSpPr txBox="1">
            <a:spLocks noChangeArrowheads="1"/>
          </p:cNvSpPr>
          <p:nvPr/>
        </p:nvSpPr>
        <p:spPr bwMode="auto">
          <a:xfrm>
            <a:off x="456939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5" name="Text Box 56"/>
          <p:cNvSpPr txBox="1">
            <a:spLocks noChangeArrowheads="1"/>
          </p:cNvSpPr>
          <p:nvPr/>
        </p:nvSpPr>
        <p:spPr bwMode="auto">
          <a:xfrm>
            <a:off x="507536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6" name="Text Box 57"/>
          <p:cNvSpPr txBox="1">
            <a:spLocks noChangeArrowheads="1"/>
          </p:cNvSpPr>
          <p:nvPr/>
        </p:nvSpPr>
        <p:spPr bwMode="auto">
          <a:xfrm>
            <a:off x="552646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7" name="Text Box 58"/>
          <p:cNvSpPr txBox="1">
            <a:spLocks noChangeArrowheads="1"/>
          </p:cNvSpPr>
          <p:nvPr/>
        </p:nvSpPr>
        <p:spPr bwMode="auto">
          <a:xfrm>
            <a:off x="600195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8" name="Text Box 59"/>
          <p:cNvSpPr txBox="1">
            <a:spLocks noChangeArrowheads="1"/>
          </p:cNvSpPr>
          <p:nvPr/>
        </p:nvSpPr>
        <p:spPr bwMode="auto">
          <a:xfrm>
            <a:off x="64622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9" name="Text Box 60"/>
          <p:cNvSpPr txBox="1">
            <a:spLocks noChangeArrowheads="1"/>
          </p:cNvSpPr>
          <p:nvPr/>
        </p:nvSpPr>
        <p:spPr bwMode="auto">
          <a:xfrm>
            <a:off x="69194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0" name="Text Box 61"/>
          <p:cNvSpPr txBox="1">
            <a:spLocks noChangeArrowheads="1"/>
          </p:cNvSpPr>
          <p:nvPr/>
        </p:nvSpPr>
        <p:spPr bwMode="auto">
          <a:xfrm>
            <a:off x="741622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1" name="Text Box 62"/>
          <p:cNvSpPr txBox="1">
            <a:spLocks noChangeArrowheads="1"/>
          </p:cNvSpPr>
          <p:nvPr/>
        </p:nvSpPr>
        <p:spPr bwMode="auto">
          <a:xfrm>
            <a:off x="7900861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2" name="Text Box 63"/>
          <p:cNvSpPr txBox="1">
            <a:spLocks noChangeArrowheads="1"/>
          </p:cNvSpPr>
          <p:nvPr/>
        </p:nvSpPr>
        <p:spPr bwMode="auto">
          <a:xfrm>
            <a:off x="82178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3" name="Text Box 64"/>
          <p:cNvSpPr txBox="1">
            <a:spLocks noChangeArrowheads="1"/>
          </p:cNvSpPr>
          <p:nvPr/>
        </p:nvSpPr>
        <p:spPr bwMode="auto">
          <a:xfrm>
            <a:off x="87512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44" name="Text Box 65"/>
          <p:cNvSpPr txBox="1">
            <a:spLocks noChangeArrowheads="1"/>
          </p:cNvSpPr>
          <p:nvPr/>
        </p:nvSpPr>
        <p:spPr bwMode="auto">
          <a:xfrm>
            <a:off x="9181402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45" name="Text Box 66"/>
          <p:cNvSpPr txBox="1">
            <a:spLocks noChangeArrowheads="1"/>
          </p:cNvSpPr>
          <p:nvPr/>
        </p:nvSpPr>
        <p:spPr bwMode="auto">
          <a:xfrm>
            <a:off x="3687382" y="164306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 Box 54"/>
          <p:cNvSpPr txBox="1">
            <a:spLocks noChangeArrowheads="1"/>
          </p:cNvSpPr>
          <p:nvPr/>
        </p:nvSpPr>
        <p:spPr bwMode="auto">
          <a:xfrm>
            <a:off x="4070246" y="430321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 Box 55"/>
          <p:cNvSpPr txBox="1">
            <a:spLocks noChangeArrowheads="1"/>
          </p:cNvSpPr>
          <p:nvPr/>
        </p:nvSpPr>
        <p:spPr bwMode="auto">
          <a:xfrm>
            <a:off x="4527002" y="43032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 Box 56"/>
          <p:cNvSpPr txBox="1">
            <a:spLocks noChangeArrowheads="1"/>
          </p:cNvSpPr>
          <p:nvPr/>
        </p:nvSpPr>
        <p:spPr bwMode="auto">
          <a:xfrm>
            <a:off x="5032970" y="43032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 Box 66"/>
          <p:cNvSpPr txBox="1">
            <a:spLocks noChangeArrowheads="1"/>
          </p:cNvSpPr>
          <p:nvPr/>
        </p:nvSpPr>
        <p:spPr bwMode="auto">
          <a:xfrm>
            <a:off x="3644987" y="430559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4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45"/>
          <p:cNvSpPr>
            <a:spLocks noChangeShapeType="1"/>
          </p:cNvSpPr>
          <p:nvPr/>
        </p:nvSpPr>
        <p:spPr bwMode="auto">
          <a:xfrm>
            <a:off x="4286377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Naive String Matching </a:t>
            </a:r>
            <a:r>
              <a:rPr lang="en-US" dirty="0" smtClean="0"/>
              <a:t>Algorithm</a:t>
            </a:r>
            <a:endParaRPr lang="en-US" sz="2400" dirty="0"/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24383873"/>
              </p:ext>
            </p:extLst>
          </p:nvPr>
        </p:nvGraphicFramePr>
        <p:xfrm>
          <a:off x="3576639" y="2327275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25" name="Group 3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2717535"/>
              </p:ext>
            </p:extLst>
          </p:nvPr>
        </p:nvGraphicFramePr>
        <p:xfrm>
          <a:off x="4036345" y="3719514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209800" y="20097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337186" y="3505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>
            <a:off x="196596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2372360" y="3352801"/>
            <a:ext cx="9733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</a:rPr>
              <a:t> = </a:t>
            </a:r>
            <a:r>
              <a:rPr lang="en-US" sz="2800" dirty="0" smtClean="0">
                <a:latin typeface="Arial" panose="020B0604020202020204" pitchFamily="34" charset="0"/>
              </a:rPr>
              <a:t>1</a:t>
            </a:r>
            <a:endParaRPr lang="en-US" sz="2800" i="1" dirty="0">
              <a:latin typeface="Arial" panose="020B0604020202020204" pitchFamily="34" charset="0"/>
            </a:endParaRP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3502153" y="4968811"/>
            <a:ext cx="609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shift </a:t>
            </a:r>
            <a:r>
              <a:rPr lang="en-US" sz="2800" i="1" dirty="0">
                <a:latin typeface="Arial" panose="020B0604020202020204" pitchFamily="34" charset="0"/>
              </a:rPr>
              <a:t>s </a:t>
            </a:r>
            <a:r>
              <a:rPr lang="en-US" sz="2800" dirty="0">
                <a:latin typeface="Arial" panose="020B0604020202020204" pitchFamily="34" charset="0"/>
              </a:rPr>
              <a:t>= </a:t>
            </a:r>
            <a:r>
              <a:rPr lang="en-US" sz="2800" dirty="0" smtClean="0">
                <a:latin typeface="Arial" panose="020B0604020202020204" pitchFamily="34" charset="0"/>
              </a:rPr>
              <a:t>1</a:t>
            </a:r>
            <a:r>
              <a:rPr lang="en-US" sz="2800" i="1" dirty="0" smtClean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is a </a:t>
            </a:r>
            <a:r>
              <a:rPr lang="en-US" sz="2800" dirty="0" smtClean="0">
                <a:latin typeface="Arial" panose="020B0604020202020204" pitchFamily="34" charset="0"/>
              </a:rPr>
              <a:t>invalid shift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2" name="Multiply 1"/>
          <p:cNvSpPr/>
          <p:nvPr/>
        </p:nvSpPr>
        <p:spPr>
          <a:xfrm>
            <a:off x="4057777" y="2989707"/>
            <a:ext cx="457200" cy="47853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7" name="Text Box 54"/>
          <p:cNvSpPr txBox="1">
            <a:spLocks noChangeArrowheads="1"/>
          </p:cNvSpPr>
          <p:nvPr/>
        </p:nvSpPr>
        <p:spPr bwMode="auto">
          <a:xfrm>
            <a:off x="4079390" y="182500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 Box 55"/>
          <p:cNvSpPr txBox="1">
            <a:spLocks noChangeArrowheads="1"/>
          </p:cNvSpPr>
          <p:nvPr/>
        </p:nvSpPr>
        <p:spPr bwMode="auto">
          <a:xfrm>
            <a:off x="4536146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" name="Text Box 56"/>
          <p:cNvSpPr txBox="1">
            <a:spLocks noChangeArrowheads="1"/>
          </p:cNvSpPr>
          <p:nvPr/>
        </p:nvSpPr>
        <p:spPr bwMode="auto">
          <a:xfrm>
            <a:off x="5042114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" name="Text Box 57"/>
          <p:cNvSpPr txBox="1">
            <a:spLocks noChangeArrowheads="1"/>
          </p:cNvSpPr>
          <p:nvPr/>
        </p:nvSpPr>
        <p:spPr bwMode="auto">
          <a:xfrm>
            <a:off x="5493218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1" name="Text Box 58"/>
          <p:cNvSpPr txBox="1">
            <a:spLocks noChangeArrowheads="1"/>
          </p:cNvSpPr>
          <p:nvPr/>
        </p:nvSpPr>
        <p:spPr bwMode="auto">
          <a:xfrm>
            <a:off x="5968706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3" name="Text Box 59"/>
          <p:cNvSpPr txBox="1">
            <a:spLocks noChangeArrowheads="1"/>
          </p:cNvSpPr>
          <p:nvPr/>
        </p:nvSpPr>
        <p:spPr bwMode="auto">
          <a:xfrm>
            <a:off x="6428954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4" name="Text Box 60"/>
          <p:cNvSpPr txBox="1">
            <a:spLocks noChangeArrowheads="1"/>
          </p:cNvSpPr>
          <p:nvPr/>
        </p:nvSpPr>
        <p:spPr bwMode="auto">
          <a:xfrm>
            <a:off x="6886154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5" name="Text Box 61"/>
          <p:cNvSpPr txBox="1">
            <a:spLocks noChangeArrowheads="1"/>
          </p:cNvSpPr>
          <p:nvPr/>
        </p:nvSpPr>
        <p:spPr bwMode="auto">
          <a:xfrm>
            <a:off x="7382978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6" name="Text Box 62"/>
          <p:cNvSpPr txBox="1">
            <a:spLocks noChangeArrowheads="1"/>
          </p:cNvSpPr>
          <p:nvPr/>
        </p:nvSpPr>
        <p:spPr bwMode="auto">
          <a:xfrm>
            <a:off x="7867610" y="182500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7" name="Text Box 63"/>
          <p:cNvSpPr txBox="1">
            <a:spLocks noChangeArrowheads="1"/>
          </p:cNvSpPr>
          <p:nvPr/>
        </p:nvSpPr>
        <p:spPr bwMode="auto">
          <a:xfrm>
            <a:off x="8184602" y="182500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8" name="Text Box 64"/>
          <p:cNvSpPr txBox="1">
            <a:spLocks noChangeArrowheads="1"/>
          </p:cNvSpPr>
          <p:nvPr/>
        </p:nvSpPr>
        <p:spPr bwMode="auto">
          <a:xfrm>
            <a:off x="8718002" y="182500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9" name="Text Box 65"/>
          <p:cNvSpPr txBox="1">
            <a:spLocks noChangeArrowheads="1"/>
          </p:cNvSpPr>
          <p:nvPr/>
        </p:nvSpPr>
        <p:spPr bwMode="auto">
          <a:xfrm>
            <a:off x="9148151" y="182500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40" name="Text Box 66"/>
          <p:cNvSpPr txBox="1">
            <a:spLocks noChangeArrowheads="1"/>
          </p:cNvSpPr>
          <p:nvPr/>
        </p:nvSpPr>
        <p:spPr bwMode="auto">
          <a:xfrm>
            <a:off x="3654131" y="182738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 Box 54"/>
          <p:cNvSpPr txBox="1">
            <a:spLocks noChangeArrowheads="1"/>
          </p:cNvSpPr>
          <p:nvPr/>
        </p:nvSpPr>
        <p:spPr bwMode="auto">
          <a:xfrm>
            <a:off x="4555616" y="425643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55"/>
          <p:cNvSpPr txBox="1">
            <a:spLocks noChangeArrowheads="1"/>
          </p:cNvSpPr>
          <p:nvPr/>
        </p:nvSpPr>
        <p:spPr bwMode="auto">
          <a:xfrm>
            <a:off x="5012372" y="425643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3" name="Text Box 56"/>
          <p:cNvSpPr txBox="1">
            <a:spLocks noChangeArrowheads="1"/>
          </p:cNvSpPr>
          <p:nvPr/>
        </p:nvSpPr>
        <p:spPr bwMode="auto">
          <a:xfrm>
            <a:off x="5518340" y="425643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4" name="Text Box 66"/>
          <p:cNvSpPr txBox="1">
            <a:spLocks noChangeArrowheads="1"/>
          </p:cNvSpPr>
          <p:nvPr/>
        </p:nvSpPr>
        <p:spPr bwMode="auto">
          <a:xfrm>
            <a:off x="4130357" y="425881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44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45"/>
          <p:cNvSpPr>
            <a:spLocks noChangeShapeType="1"/>
          </p:cNvSpPr>
          <p:nvPr/>
        </p:nvSpPr>
        <p:spPr bwMode="auto">
          <a:xfrm>
            <a:off x="4761865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Naive String Matching </a:t>
            </a:r>
            <a:r>
              <a:rPr lang="en-US" dirty="0" smtClean="0"/>
              <a:t>Algorithm</a:t>
            </a:r>
            <a:endParaRPr lang="en-US" sz="2400" dirty="0"/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24383873"/>
              </p:ext>
            </p:extLst>
          </p:nvPr>
        </p:nvGraphicFramePr>
        <p:xfrm>
          <a:off x="3576639" y="2327275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25" name="Group 3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2730760"/>
              </p:ext>
            </p:extLst>
          </p:nvPr>
        </p:nvGraphicFramePr>
        <p:xfrm>
          <a:off x="4511833" y="3719514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209800" y="20097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337186" y="3505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>
            <a:off x="196596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2372360" y="3352801"/>
            <a:ext cx="9733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 dirty="0">
                <a:latin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</a:rPr>
              <a:t> = 2</a:t>
            </a:r>
            <a:endParaRPr lang="en-US" sz="2800" i="1" dirty="0">
              <a:latin typeface="Arial" panose="020B0604020202020204" pitchFamily="34" charset="0"/>
            </a:endParaRP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3502153" y="4968811"/>
            <a:ext cx="609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shift </a:t>
            </a:r>
            <a:r>
              <a:rPr lang="en-US" sz="2800" i="1" dirty="0">
                <a:latin typeface="Arial" panose="020B0604020202020204" pitchFamily="34" charset="0"/>
              </a:rPr>
              <a:t>s </a:t>
            </a:r>
            <a:r>
              <a:rPr lang="en-US" sz="2800" dirty="0">
                <a:latin typeface="Arial" panose="020B0604020202020204" pitchFamily="34" charset="0"/>
              </a:rPr>
              <a:t>= 2</a:t>
            </a:r>
            <a:r>
              <a:rPr lang="en-US" sz="2800" i="1" dirty="0" smtClean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is a </a:t>
            </a:r>
            <a:r>
              <a:rPr lang="en-US" sz="2800" dirty="0" smtClean="0">
                <a:latin typeface="Arial" panose="020B0604020202020204" pitchFamily="34" charset="0"/>
              </a:rPr>
              <a:t>invalid shift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7222" name="Text Box 54"/>
          <p:cNvSpPr txBox="1">
            <a:spLocks noChangeArrowheads="1"/>
          </p:cNvSpPr>
          <p:nvPr/>
        </p:nvSpPr>
        <p:spPr bwMode="auto">
          <a:xfrm>
            <a:off x="4112641" y="164068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56939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507536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552646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600195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4622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69194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229" name="Text Box 61"/>
          <p:cNvSpPr txBox="1">
            <a:spLocks noChangeArrowheads="1"/>
          </p:cNvSpPr>
          <p:nvPr/>
        </p:nvSpPr>
        <p:spPr bwMode="auto">
          <a:xfrm>
            <a:off x="741622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7230" name="Text Box 62"/>
          <p:cNvSpPr txBox="1">
            <a:spLocks noChangeArrowheads="1"/>
          </p:cNvSpPr>
          <p:nvPr/>
        </p:nvSpPr>
        <p:spPr bwMode="auto">
          <a:xfrm>
            <a:off x="7900861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82178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7232" name="Text Box 64"/>
          <p:cNvSpPr txBox="1">
            <a:spLocks noChangeArrowheads="1"/>
          </p:cNvSpPr>
          <p:nvPr/>
        </p:nvSpPr>
        <p:spPr bwMode="auto">
          <a:xfrm>
            <a:off x="87512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233" name="Text Box 65"/>
          <p:cNvSpPr txBox="1">
            <a:spLocks noChangeArrowheads="1"/>
          </p:cNvSpPr>
          <p:nvPr/>
        </p:nvSpPr>
        <p:spPr bwMode="auto">
          <a:xfrm>
            <a:off x="9181402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234" name="Text Box 66"/>
          <p:cNvSpPr txBox="1">
            <a:spLocks noChangeArrowheads="1"/>
          </p:cNvSpPr>
          <p:nvPr/>
        </p:nvSpPr>
        <p:spPr bwMode="auto">
          <a:xfrm>
            <a:off x="3687382" y="164306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Multiply 1"/>
          <p:cNvSpPr/>
          <p:nvPr/>
        </p:nvSpPr>
        <p:spPr>
          <a:xfrm>
            <a:off x="4533265" y="2989707"/>
            <a:ext cx="457200" cy="47853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5013723" y="4275782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55"/>
          <p:cNvSpPr txBox="1">
            <a:spLocks noChangeArrowheads="1"/>
          </p:cNvSpPr>
          <p:nvPr/>
        </p:nvSpPr>
        <p:spPr bwMode="auto">
          <a:xfrm>
            <a:off x="5470479" y="427578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7" name="Text Box 56"/>
          <p:cNvSpPr txBox="1">
            <a:spLocks noChangeArrowheads="1"/>
          </p:cNvSpPr>
          <p:nvPr/>
        </p:nvSpPr>
        <p:spPr bwMode="auto">
          <a:xfrm>
            <a:off x="5976447" y="427578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4588464" y="427816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78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The Naive String Matching </a:t>
            </a:r>
            <a:r>
              <a:rPr lang="en-US" b="1" dirty="0" smtClean="0">
                <a:latin typeface="+mn-lt"/>
              </a:rPr>
              <a:t>Algorithm</a:t>
            </a:r>
            <a:endParaRPr lang="en-US" sz="2400" b="1" dirty="0">
              <a:latin typeface="+mn-lt"/>
            </a:endParaRPr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ph sz="half" idx="1"/>
          </p:nvPr>
        </p:nvGraphicFramePr>
        <p:xfrm>
          <a:off x="3576639" y="2327275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25" name="Group 33"/>
          <p:cNvGraphicFramePr>
            <a:graphicFrameLocks noGrp="1"/>
          </p:cNvGraphicFramePr>
          <p:nvPr>
            <p:ph sz="half" idx="2"/>
          </p:nvPr>
        </p:nvGraphicFramePr>
        <p:xfrm>
          <a:off x="5016501" y="3713163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213" name="Line 45"/>
          <p:cNvSpPr>
            <a:spLocks noChangeShapeType="1"/>
          </p:cNvSpPr>
          <p:nvPr/>
        </p:nvSpPr>
        <p:spPr bwMode="auto">
          <a:xfrm>
            <a:off x="5257800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46"/>
          <p:cNvSpPr>
            <a:spLocks noChangeShapeType="1"/>
          </p:cNvSpPr>
          <p:nvPr/>
        </p:nvSpPr>
        <p:spPr bwMode="auto">
          <a:xfrm>
            <a:off x="5715000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>
            <a:off x="6172200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>
            <a:off x="6629400" y="2782824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209800" y="20097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1800226" y="3505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>
            <a:off x="3429000" y="3810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3835400" y="3352801"/>
            <a:ext cx="96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>
                <a:latin typeface="Arial" panose="020B0604020202020204" pitchFamily="34" charset="0"/>
              </a:rPr>
              <a:t>s</a:t>
            </a:r>
            <a:r>
              <a:rPr lang="en-US" sz="2800">
                <a:latin typeface="Arial" panose="020B0604020202020204" pitchFamily="34" charset="0"/>
              </a:rPr>
              <a:t> = 3</a:t>
            </a:r>
            <a:endParaRPr lang="en-US" sz="2800" i="1">
              <a:latin typeface="Arial" panose="020B0604020202020204" pitchFamily="34" charset="0"/>
            </a:endParaRP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3429000" y="5348288"/>
            <a:ext cx="6096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shift </a:t>
            </a:r>
            <a:r>
              <a:rPr lang="en-US" sz="2800" i="1" dirty="0">
                <a:latin typeface="Arial" panose="020B0604020202020204" pitchFamily="34" charset="0"/>
              </a:rPr>
              <a:t>s </a:t>
            </a:r>
            <a:r>
              <a:rPr lang="en-US" sz="2800" dirty="0">
                <a:latin typeface="Arial" panose="020B0604020202020204" pitchFamily="34" charset="0"/>
              </a:rPr>
              <a:t>= 3</a:t>
            </a:r>
            <a:r>
              <a:rPr lang="en-US" sz="2800" i="1" dirty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is a valid shift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(</a:t>
            </a:r>
            <a:r>
              <a:rPr lang="en-US" sz="2800" i="1" dirty="0">
                <a:latin typeface="Arial" panose="020B0604020202020204" pitchFamily="34" charset="0"/>
              </a:rPr>
              <a:t>n</a:t>
            </a:r>
            <a:r>
              <a:rPr lang="en-US" sz="2800" dirty="0">
                <a:latin typeface="Arial" panose="020B0604020202020204" pitchFamily="34" charset="0"/>
              </a:rPr>
              <a:t>=13, </a:t>
            </a:r>
            <a:r>
              <a:rPr lang="en-US" sz="2800" i="1" dirty="0">
                <a:latin typeface="Arial" panose="020B0604020202020204" pitchFamily="34" charset="0"/>
              </a:rPr>
              <a:t>m</a:t>
            </a:r>
            <a:r>
              <a:rPr lang="en-US" sz="2800" dirty="0">
                <a:latin typeface="Arial" panose="020B0604020202020204" pitchFamily="34" charset="0"/>
              </a:rPr>
              <a:t>=4 and 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0 ≤ 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 ≤ 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m 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holds)</a:t>
            </a:r>
          </a:p>
        </p:txBody>
      </p:sp>
      <p:sp>
        <p:nvSpPr>
          <p:cNvPr id="31" name="Text Box 54"/>
          <p:cNvSpPr txBox="1">
            <a:spLocks noChangeArrowheads="1"/>
          </p:cNvSpPr>
          <p:nvPr/>
        </p:nvSpPr>
        <p:spPr bwMode="auto">
          <a:xfrm>
            <a:off x="4112641" y="164068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 Box 55"/>
          <p:cNvSpPr txBox="1">
            <a:spLocks noChangeArrowheads="1"/>
          </p:cNvSpPr>
          <p:nvPr/>
        </p:nvSpPr>
        <p:spPr bwMode="auto">
          <a:xfrm>
            <a:off x="456939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3" name="Text Box 56"/>
          <p:cNvSpPr txBox="1">
            <a:spLocks noChangeArrowheads="1"/>
          </p:cNvSpPr>
          <p:nvPr/>
        </p:nvSpPr>
        <p:spPr bwMode="auto">
          <a:xfrm>
            <a:off x="507536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" name="Text Box 57"/>
          <p:cNvSpPr txBox="1">
            <a:spLocks noChangeArrowheads="1"/>
          </p:cNvSpPr>
          <p:nvPr/>
        </p:nvSpPr>
        <p:spPr bwMode="auto">
          <a:xfrm>
            <a:off x="552646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5" name="Text Box 58"/>
          <p:cNvSpPr txBox="1">
            <a:spLocks noChangeArrowheads="1"/>
          </p:cNvSpPr>
          <p:nvPr/>
        </p:nvSpPr>
        <p:spPr bwMode="auto">
          <a:xfrm>
            <a:off x="6001957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" name="Text Box 59"/>
          <p:cNvSpPr txBox="1">
            <a:spLocks noChangeArrowheads="1"/>
          </p:cNvSpPr>
          <p:nvPr/>
        </p:nvSpPr>
        <p:spPr bwMode="auto">
          <a:xfrm>
            <a:off x="64622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7" name="Text Box 60"/>
          <p:cNvSpPr txBox="1">
            <a:spLocks noChangeArrowheads="1"/>
          </p:cNvSpPr>
          <p:nvPr/>
        </p:nvSpPr>
        <p:spPr bwMode="auto">
          <a:xfrm>
            <a:off x="6919405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8" name="Text Box 61"/>
          <p:cNvSpPr txBox="1">
            <a:spLocks noChangeArrowheads="1"/>
          </p:cNvSpPr>
          <p:nvPr/>
        </p:nvSpPr>
        <p:spPr bwMode="auto">
          <a:xfrm>
            <a:off x="7416229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9" name="Text Box 62"/>
          <p:cNvSpPr txBox="1">
            <a:spLocks noChangeArrowheads="1"/>
          </p:cNvSpPr>
          <p:nvPr/>
        </p:nvSpPr>
        <p:spPr bwMode="auto">
          <a:xfrm>
            <a:off x="7900861" y="1640681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0" name="Text Box 63"/>
          <p:cNvSpPr txBox="1">
            <a:spLocks noChangeArrowheads="1"/>
          </p:cNvSpPr>
          <p:nvPr/>
        </p:nvSpPr>
        <p:spPr bwMode="auto">
          <a:xfrm>
            <a:off x="82178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1" name="Text Box 64"/>
          <p:cNvSpPr txBox="1">
            <a:spLocks noChangeArrowheads="1"/>
          </p:cNvSpPr>
          <p:nvPr/>
        </p:nvSpPr>
        <p:spPr bwMode="auto">
          <a:xfrm>
            <a:off x="8751253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42" name="Text Box 65"/>
          <p:cNvSpPr txBox="1">
            <a:spLocks noChangeArrowheads="1"/>
          </p:cNvSpPr>
          <p:nvPr/>
        </p:nvSpPr>
        <p:spPr bwMode="auto">
          <a:xfrm>
            <a:off x="9181402" y="164068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43" name="Text Box 66"/>
          <p:cNvSpPr txBox="1">
            <a:spLocks noChangeArrowheads="1"/>
          </p:cNvSpPr>
          <p:nvPr/>
        </p:nvSpPr>
        <p:spPr bwMode="auto">
          <a:xfrm>
            <a:off x="3687382" y="164306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54"/>
          <p:cNvSpPr txBox="1">
            <a:spLocks noChangeArrowheads="1"/>
          </p:cNvSpPr>
          <p:nvPr/>
        </p:nvSpPr>
        <p:spPr bwMode="auto">
          <a:xfrm>
            <a:off x="5479749" y="422344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 Box 55"/>
          <p:cNvSpPr txBox="1">
            <a:spLocks noChangeArrowheads="1"/>
          </p:cNvSpPr>
          <p:nvPr/>
        </p:nvSpPr>
        <p:spPr bwMode="auto">
          <a:xfrm>
            <a:off x="5936505" y="422344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 Box 56"/>
          <p:cNvSpPr txBox="1">
            <a:spLocks noChangeArrowheads="1"/>
          </p:cNvSpPr>
          <p:nvPr/>
        </p:nvSpPr>
        <p:spPr bwMode="auto">
          <a:xfrm>
            <a:off x="6442473" y="422344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7" name="Text Box 66"/>
          <p:cNvSpPr txBox="1">
            <a:spLocks noChangeArrowheads="1"/>
          </p:cNvSpPr>
          <p:nvPr/>
        </p:nvSpPr>
        <p:spPr bwMode="auto">
          <a:xfrm>
            <a:off x="5054490" y="422582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9337680" y="2565720"/>
              <a:ext cx="271800" cy="212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8320" y="2556360"/>
                <a:ext cx="29052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293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9" name="Group 3"/>
          <p:cNvGraphicFramePr>
            <a:graphicFrameLocks noGrp="1"/>
          </p:cNvGraphicFramePr>
          <p:nvPr>
            <p:ph sz="half" idx="1"/>
          </p:nvPr>
        </p:nvGraphicFramePr>
        <p:xfrm>
          <a:off x="3576639" y="2951163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237" name="Text Box 45"/>
          <p:cNvSpPr txBox="1">
            <a:spLocks noChangeArrowheads="1"/>
          </p:cNvSpPr>
          <p:nvPr/>
        </p:nvSpPr>
        <p:spPr bwMode="auto">
          <a:xfrm>
            <a:off x="2209800" y="26955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7833360" y="5867400"/>
            <a:ext cx="1981200" cy="533400"/>
            <a:chOff x="2160" y="2688"/>
            <a:chExt cx="1248" cy="336"/>
          </a:xfrm>
        </p:grpSpPr>
        <p:sp>
          <p:nvSpPr>
            <p:cNvPr id="8273" name="Rectangle 49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4" name="Rectangle 50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8275" name="Rectangle 51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6" name="Rectangle 52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7" name="Rectangle 53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9270" name="Line 54"/>
          <p:cNvSpPr>
            <a:spLocks noChangeShapeType="1"/>
          </p:cNvSpPr>
          <p:nvPr/>
        </p:nvSpPr>
        <p:spPr bwMode="auto">
          <a:xfrm>
            <a:off x="8080248" y="3386328"/>
            <a:ext cx="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6781800" y="5867401"/>
            <a:ext cx="96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>
                <a:latin typeface="Arial" panose="020B0604020202020204" pitchFamily="34" charset="0"/>
              </a:rPr>
              <a:t>s</a:t>
            </a:r>
            <a:r>
              <a:rPr lang="en-US" sz="2800">
                <a:latin typeface="Arial" panose="020B0604020202020204" pitchFamily="34" charset="0"/>
              </a:rPr>
              <a:t> = 9</a:t>
            </a:r>
            <a:endParaRPr lang="en-US" sz="2800" i="1">
              <a:latin typeface="Arial" panose="020B0604020202020204" pitchFamily="34" charset="0"/>
            </a:endParaRPr>
          </a:p>
        </p:txBody>
      </p:sp>
      <p:sp>
        <p:nvSpPr>
          <p:cNvPr id="9282" name="Line 66"/>
          <p:cNvSpPr>
            <a:spLocks noChangeShapeType="1"/>
          </p:cNvSpPr>
          <p:nvPr/>
        </p:nvSpPr>
        <p:spPr bwMode="auto">
          <a:xfrm>
            <a:off x="8531352" y="3386328"/>
            <a:ext cx="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3" name="Line 67"/>
          <p:cNvSpPr>
            <a:spLocks noChangeShapeType="1"/>
          </p:cNvSpPr>
          <p:nvPr/>
        </p:nvSpPr>
        <p:spPr bwMode="auto">
          <a:xfrm>
            <a:off x="9015984" y="3386328"/>
            <a:ext cx="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4" name="Line 68"/>
          <p:cNvSpPr>
            <a:spLocks noChangeShapeType="1"/>
          </p:cNvSpPr>
          <p:nvPr/>
        </p:nvSpPr>
        <p:spPr bwMode="auto">
          <a:xfrm>
            <a:off x="9457944" y="3386328"/>
            <a:ext cx="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 Box 54"/>
          <p:cNvSpPr txBox="1">
            <a:spLocks noChangeArrowheads="1"/>
          </p:cNvSpPr>
          <p:nvPr/>
        </p:nvSpPr>
        <p:spPr bwMode="auto">
          <a:xfrm>
            <a:off x="4048633" y="2466976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55"/>
          <p:cNvSpPr txBox="1">
            <a:spLocks noChangeArrowheads="1"/>
          </p:cNvSpPr>
          <p:nvPr/>
        </p:nvSpPr>
        <p:spPr bwMode="auto">
          <a:xfrm>
            <a:off x="4505389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9" name="Text Box 56"/>
          <p:cNvSpPr txBox="1">
            <a:spLocks noChangeArrowheads="1"/>
          </p:cNvSpPr>
          <p:nvPr/>
        </p:nvSpPr>
        <p:spPr bwMode="auto">
          <a:xfrm>
            <a:off x="501135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0" name="Text Box 57"/>
          <p:cNvSpPr txBox="1">
            <a:spLocks noChangeArrowheads="1"/>
          </p:cNvSpPr>
          <p:nvPr/>
        </p:nvSpPr>
        <p:spPr bwMode="auto">
          <a:xfrm>
            <a:off x="5462461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1" name="Text Box 58"/>
          <p:cNvSpPr txBox="1">
            <a:spLocks noChangeArrowheads="1"/>
          </p:cNvSpPr>
          <p:nvPr/>
        </p:nvSpPr>
        <p:spPr bwMode="auto">
          <a:xfrm>
            <a:off x="5937949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2" name="Text Box 59"/>
          <p:cNvSpPr txBox="1">
            <a:spLocks noChangeArrowheads="1"/>
          </p:cNvSpPr>
          <p:nvPr/>
        </p:nvSpPr>
        <p:spPr bwMode="auto">
          <a:xfrm>
            <a:off x="639819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3" name="Text Box 60"/>
          <p:cNvSpPr txBox="1">
            <a:spLocks noChangeArrowheads="1"/>
          </p:cNvSpPr>
          <p:nvPr/>
        </p:nvSpPr>
        <p:spPr bwMode="auto">
          <a:xfrm>
            <a:off x="685539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54" name="Text Box 61"/>
          <p:cNvSpPr txBox="1">
            <a:spLocks noChangeArrowheads="1"/>
          </p:cNvSpPr>
          <p:nvPr/>
        </p:nvSpPr>
        <p:spPr bwMode="auto">
          <a:xfrm>
            <a:off x="7352221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5" name="Text Box 62"/>
          <p:cNvSpPr txBox="1">
            <a:spLocks noChangeArrowheads="1"/>
          </p:cNvSpPr>
          <p:nvPr/>
        </p:nvSpPr>
        <p:spPr bwMode="auto">
          <a:xfrm>
            <a:off x="7836853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56" name="Text Box 63"/>
          <p:cNvSpPr txBox="1">
            <a:spLocks noChangeArrowheads="1"/>
          </p:cNvSpPr>
          <p:nvPr/>
        </p:nvSpPr>
        <p:spPr bwMode="auto">
          <a:xfrm>
            <a:off x="8153845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7" name="Text Box 64"/>
          <p:cNvSpPr txBox="1">
            <a:spLocks noChangeArrowheads="1"/>
          </p:cNvSpPr>
          <p:nvPr/>
        </p:nvSpPr>
        <p:spPr bwMode="auto">
          <a:xfrm>
            <a:off x="8687245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58" name="Text Box 65"/>
          <p:cNvSpPr txBox="1">
            <a:spLocks noChangeArrowheads="1"/>
          </p:cNvSpPr>
          <p:nvPr/>
        </p:nvSpPr>
        <p:spPr bwMode="auto">
          <a:xfrm>
            <a:off x="9117394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59" name="Text Box 66"/>
          <p:cNvSpPr txBox="1">
            <a:spLocks noChangeArrowheads="1"/>
          </p:cNvSpPr>
          <p:nvPr/>
        </p:nvSpPr>
        <p:spPr bwMode="auto">
          <a:xfrm>
            <a:off x="3623374" y="2469359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0" name="Text Box 54"/>
          <p:cNvSpPr txBox="1">
            <a:spLocks noChangeArrowheads="1"/>
          </p:cNvSpPr>
          <p:nvPr/>
        </p:nvSpPr>
        <p:spPr bwMode="auto">
          <a:xfrm>
            <a:off x="8384746" y="631326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Text Box 55"/>
          <p:cNvSpPr txBox="1">
            <a:spLocks noChangeArrowheads="1"/>
          </p:cNvSpPr>
          <p:nvPr/>
        </p:nvSpPr>
        <p:spPr bwMode="auto">
          <a:xfrm>
            <a:off x="8841502" y="631326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2" name="Text Box 56"/>
          <p:cNvSpPr txBox="1">
            <a:spLocks noChangeArrowheads="1"/>
          </p:cNvSpPr>
          <p:nvPr/>
        </p:nvSpPr>
        <p:spPr bwMode="auto">
          <a:xfrm>
            <a:off x="9347470" y="631326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3" name="Text Box 66"/>
          <p:cNvSpPr txBox="1">
            <a:spLocks noChangeArrowheads="1"/>
          </p:cNvSpPr>
          <p:nvPr/>
        </p:nvSpPr>
        <p:spPr bwMode="auto">
          <a:xfrm>
            <a:off x="7959487" y="631564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53"/>
          <p:cNvSpPr txBox="1">
            <a:spLocks noChangeArrowheads="1"/>
          </p:cNvSpPr>
          <p:nvPr/>
        </p:nvSpPr>
        <p:spPr bwMode="auto">
          <a:xfrm>
            <a:off x="1132714" y="4681728"/>
            <a:ext cx="6096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shift </a:t>
            </a:r>
            <a:r>
              <a:rPr lang="en-US" sz="2800" i="1" dirty="0">
                <a:latin typeface="Arial" panose="020B0604020202020204" pitchFamily="34" charset="0"/>
              </a:rPr>
              <a:t>s </a:t>
            </a:r>
            <a:r>
              <a:rPr lang="en-US" sz="2800" dirty="0">
                <a:latin typeface="Arial" panose="020B0604020202020204" pitchFamily="34" charset="0"/>
              </a:rPr>
              <a:t>= </a:t>
            </a:r>
            <a:r>
              <a:rPr lang="en-US" sz="2800" dirty="0" smtClean="0">
                <a:latin typeface="Arial" panose="020B0604020202020204" pitchFamily="34" charset="0"/>
              </a:rPr>
              <a:t>9</a:t>
            </a:r>
            <a:r>
              <a:rPr lang="en-US" sz="2800" i="1" dirty="0" smtClean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is a valid shift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Arial" panose="020B0604020202020204" pitchFamily="34" charset="0"/>
              </a:rPr>
              <a:t>(</a:t>
            </a:r>
            <a:r>
              <a:rPr lang="en-US" sz="2800" i="1" dirty="0">
                <a:latin typeface="Arial" panose="020B0604020202020204" pitchFamily="34" charset="0"/>
              </a:rPr>
              <a:t>n</a:t>
            </a:r>
            <a:r>
              <a:rPr lang="en-US" sz="2800" dirty="0">
                <a:latin typeface="Arial" panose="020B0604020202020204" pitchFamily="34" charset="0"/>
              </a:rPr>
              <a:t>=13, </a:t>
            </a:r>
            <a:r>
              <a:rPr lang="en-US" sz="2800" i="1" dirty="0">
                <a:latin typeface="Arial" panose="020B0604020202020204" pitchFamily="34" charset="0"/>
              </a:rPr>
              <a:t>m</a:t>
            </a:r>
            <a:r>
              <a:rPr lang="en-US" sz="2800" dirty="0">
                <a:latin typeface="Arial" panose="020B0604020202020204" pitchFamily="34" charset="0"/>
              </a:rPr>
              <a:t>=4 and 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0 ≤ 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 ≤ 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2800" i="1" dirty="0">
                <a:latin typeface="Arial" panose="020B0604020202020204" pitchFamily="34" charset="0"/>
                <a:sym typeface="Symbol" panose="05050102010706020507" pitchFamily="18" charset="2"/>
              </a:rPr>
              <a:t>m </a:t>
            </a:r>
            <a:r>
              <a:rPr 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holds)</a:t>
            </a:r>
          </a:p>
        </p:txBody>
      </p:sp>
    </p:spTree>
    <p:extLst>
      <p:ext uri="{BB962C8B-B14F-4D97-AF65-F5344CB8AC3E}">
        <p14:creationId xmlns:p14="http://schemas.microsoft.com/office/powerpoint/2010/main" val="13582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0" grpId="0" animBg="1"/>
      <p:bldP spid="9277" grpId="0" autoUpdateAnimBg="0"/>
      <p:bldP spid="9282" grpId="0" animBg="1"/>
      <p:bldP spid="9283" grpId="0" animBg="1"/>
      <p:bldP spid="928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9" name="Group 3"/>
          <p:cNvGraphicFramePr>
            <a:graphicFrameLocks noGrp="1"/>
          </p:cNvGraphicFramePr>
          <p:nvPr>
            <p:ph sz="half" idx="1"/>
          </p:nvPr>
        </p:nvGraphicFramePr>
        <p:xfrm>
          <a:off x="3576639" y="2951163"/>
          <a:ext cx="6118225" cy="609600"/>
        </p:xfrm>
        <a:graphic>
          <a:graphicData uri="http://schemas.openxmlformats.org/drawingml/2006/table">
            <a:tbl>
              <a:tblPr/>
              <a:tblGrid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  <a:gridCol w="471487"/>
                <a:gridCol w="469900"/>
                <a:gridCol w="471488"/>
                <a:gridCol w="4699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9" name="Group 33"/>
          <p:cNvGraphicFramePr>
            <a:graphicFrameLocks noGrp="1"/>
          </p:cNvGraphicFramePr>
          <p:nvPr>
            <p:ph sz="half" idx="2"/>
          </p:nvPr>
        </p:nvGraphicFramePr>
        <p:xfrm>
          <a:off x="5016501" y="4475163"/>
          <a:ext cx="1871663" cy="609600"/>
        </p:xfrm>
        <a:graphic>
          <a:graphicData uri="http://schemas.openxmlformats.org/drawingml/2006/table">
            <a:tbl>
              <a:tblPr/>
              <a:tblGrid>
                <a:gridCol w="468313"/>
                <a:gridCol w="468312"/>
                <a:gridCol w="466725"/>
                <a:gridCol w="4683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237" name="Text Box 45"/>
          <p:cNvSpPr txBox="1">
            <a:spLocks noChangeArrowheads="1"/>
          </p:cNvSpPr>
          <p:nvPr/>
        </p:nvSpPr>
        <p:spPr bwMode="auto">
          <a:xfrm>
            <a:off x="2209800" y="26955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8238" name="Text Box 46"/>
          <p:cNvSpPr txBox="1">
            <a:spLocks noChangeArrowheads="1"/>
          </p:cNvSpPr>
          <p:nvPr/>
        </p:nvSpPr>
        <p:spPr bwMode="auto">
          <a:xfrm>
            <a:off x="1724026" y="16002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3886200" y="4419601"/>
            <a:ext cx="96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>
                <a:latin typeface="Arial" panose="020B0604020202020204" pitchFamily="34" charset="0"/>
              </a:rPr>
              <a:t>s</a:t>
            </a:r>
            <a:r>
              <a:rPr lang="en-US" sz="2800">
                <a:latin typeface="Arial" panose="020B0604020202020204" pitchFamily="34" charset="0"/>
              </a:rPr>
              <a:t> = 3</a:t>
            </a:r>
            <a:endParaRPr lang="en-US" sz="2800" i="1">
              <a:latin typeface="Arial" panose="020B0604020202020204" pitchFamily="34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7842504" y="5860257"/>
            <a:ext cx="1981200" cy="533400"/>
            <a:chOff x="2160" y="2688"/>
            <a:chExt cx="1248" cy="336"/>
          </a:xfrm>
        </p:grpSpPr>
        <p:sp>
          <p:nvSpPr>
            <p:cNvPr id="8273" name="Rectangle 49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4" name="Rectangle 50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8275" name="Rectangle 51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6" name="Rectangle 52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7" name="Rectangle 53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9270" name="Line 54"/>
          <p:cNvSpPr>
            <a:spLocks noChangeShapeType="1"/>
          </p:cNvSpPr>
          <p:nvPr/>
        </p:nvSpPr>
        <p:spPr bwMode="auto">
          <a:xfrm>
            <a:off x="8069580" y="3387282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42" name="Group 55"/>
          <p:cNvGrpSpPr>
            <a:grpSpLocks/>
          </p:cNvGrpSpPr>
          <p:nvPr/>
        </p:nvGrpSpPr>
        <p:grpSpPr bwMode="auto">
          <a:xfrm>
            <a:off x="3429000" y="1600200"/>
            <a:ext cx="1981200" cy="533400"/>
            <a:chOff x="2160" y="2688"/>
            <a:chExt cx="1248" cy="336"/>
          </a:xfrm>
        </p:grpSpPr>
        <p:sp>
          <p:nvSpPr>
            <p:cNvPr id="8268" name="Rectangle 56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69" name="Rectangle 57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8270" name="Rectangle 58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1" name="Rectangle 59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72" name="Rectangle 60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6781800" y="5867401"/>
            <a:ext cx="96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>
                <a:latin typeface="Arial" panose="020B0604020202020204" pitchFamily="34" charset="0"/>
              </a:rPr>
              <a:t>s</a:t>
            </a:r>
            <a:r>
              <a:rPr lang="en-US" sz="2800">
                <a:latin typeface="Arial" panose="020B0604020202020204" pitchFamily="34" charset="0"/>
              </a:rPr>
              <a:t> = 9</a:t>
            </a:r>
            <a:endParaRPr lang="en-US" sz="2800" i="1">
              <a:latin typeface="Arial" panose="020B0604020202020204" pitchFamily="34" charset="0"/>
            </a:endParaRPr>
          </a:p>
        </p:txBody>
      </p:sp>
      <p:sp>
        <p:nvSpPr>
          <p:cNvPr id="9278" name="Line 62"/>
          <p:cNvSpPr>
            <a:spLocks noChangeShapeType="1"/>
          </p:cNvSpPr>
          <p:nvPr/>
        </p:nvSpPr>
        <p:spPr bwMode="auto">
          <a:xfrm>
            <a:off x="5218176" y="344119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9" name="Line 63"/>
          <p:cNvSpPr>
            <a:spLocks noChangeShapeType="1"/>
          </p:cNvSpPr>
          <p:nvPr/>
        </p:nvSpPr>
        <p:spPr bwMode="auto">
          <a:xfrm>
            <a:off x="5715000" y="344119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0" name="Line 64"/>
          <p:cNvSpPr>
            <a:spLocks noChangeShapeType="1"/>
          </p:cNvSpPr>
          <p:nvPr/>
        </p:nvSpPr>
        <p:spPr bwMode="auto">
          <a:xfrm>
            <a:off x="6172200" y="344119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1" name="Line 65"/>
          <p:cNvSpPr>
            <a:spLocks noChangeShapeType="1"/>
          </p:cNvSpPr>
          <p:nvPr/>
        </p:nvSpPr>
        <p:spPr bwMode="auto">
          <a:xfrm>
            <a:off x="6629400" y="344119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2" name="Line 66"/>
          <p:cNvSpPr>
            <a:spLocks noChangeShapeType="1"/>
          </p:cNvSpPr>
          <p:nvPr/>
        </p:nvSpPr>
        <p:spPr bwMode="auto">
          <a:xfrm>
            <a:off x="8604504" y="3414714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3" name="Line 67"/>
          <p:cNvSpPr>
            <a:spLocks noChangeShapeType="1"/>
          </p:cNvSpPr>
          <p:nvPr/>
        </p:nvSpPr>
        <p:spPr bwMode="auto">
          <a:xfrm>
            <a:off x="9089136" y="3441192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4" name="Line 68"/>
          <p:cNvSpPr>
            <a:spLocks noChangeShapeType="1"/>
          </p:cNvSpPr>
          <p:nvPr/>
        </p:nvSpPr>
        <p:spPr bwMode="auto">
          <a:xfrm>
            <a:off x="9494520" y="3441192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Text Box 54"/>
          <p:cNvSpPr txBox="1">
            <a:spLocks noChangeArrowheads="1"/>
          </p:cNvSpPr>
          <p:nvPr/>
        </p:nvSpPr>
        <p:spPr bwMode="auto">
          <a:xfrm>
            <a:off x="4048633" y="2466976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 Box 55"/>
          <p:cNvSpPr txBox="1">
            <a:spLocks noChangeArrowheads="1"/>
          </p:cNvSpPr>
          <p:nvPr/>
        </p:nvSpPr>
        <p:spPr bwMode="auto">
          <a:xfrm>
            <a:off x="4505389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 Box 56"/>
          <p:cNvSpPr txBox="1">
            <a:spLocks noChangeArrowheads="1"/>
          </p:cNvSpPr>
          <p:nvPr/>
        </p:nvSpPr>
        <p:spPr bwMode="auto">
          <a:xfrm>
            <a:off x="501135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 Box 57"/>
          <p:cNvSpPr txBox="1">
            <a:spLocks noChangeArrowheads="1"/>
          </p:cNvSpPr>
          <p:nvPr/>
        </p:nvSpPr>
        <p:spPr bwMode="auto">
          <a:xfrm>
            <a:off x="5462461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0" name="Text Box 58"/>
          <p:cNvSpPr txBox="1">
            <a:spLocks noChangeArrowheads="1"/>
          </p:cNvSpPr>
          <p:nvPr/>
        </p:nvSpPr>
        <p:spPr bwMode="auto">
          <a:xfrm>
            <a:off x="5937949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" name="Text Box 59"/>
          <p:cNvSpPr txBox="1">
            <a:spLocks noChangeArrowheads="1"/>
          </p:cNvSpPr>
          <p:nvPr/>
        </p:nvSpPr>
        <p:spPr bwMode="auto">
          <a:xfrm>
            <a:off x="639819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2" name="Text Box 60"/>
          <p:cNvSpPr txBox="1">
            <a:spLocks noChangeArrowheads="1"/>
          </p:cNvSpPr>
          <p:nvPr/>
        </p:nvSpPr>
        <p:spPr bwMode="auto">
          <a:xfrm>
            <a:off x="6855397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53" name="Text Box 61"/>
          <p:cNvSpPr txBox="1">
            <a:spLocks noChangeArrowheads="1"/>
          </p:cNvSpPr>
          <p:nvPr/>
        </p:nvSpPr>
        <p:spPr bwMode="auto">
          <a:xfrm>
            <a:off x="7352221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4" name="Text Box 62"/>
          <p:cNvSpPr txBox="1">
            <a:spLocks noChangeArrowheads="1"/>
          </p:cNvSpPr>
          <p:nvPr/>
        </p:nvSpPr>
        <p:spPr bwMode="auto">
          <a:xfrm>
            <a:off x="7836853" y="24669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55" name="Text Box 63"/>
          <p:cNvSpPr txBox="1">
            <a:spLocks noChangeArrowheads="1"/>
          </p:cNvSpPr>
          <p:nvPr/>
        </p:nvSpPr>
        <p:spPr bwMode="auto">
          <a:xfrm>
            <a:off x="8153845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6" name="Text Box 64"/>
          <p:cNvSpPr txBox="1">
            <a:spLocks noChangeArrowheads="1"/>
          </p:cNvSpPr>
          <p:nvPr/>
        </p:nvSpPr>
        <p:spPr bwMode="auto">
          <a:xfrm>
            <a:off x="8687245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57" name="Text Box 65"/>
          <p:cNvSpPr txBox="1">
            <a:spLocks noChangeArrowheads="1"/>
          </p:cNvSpPr>
          <p:nvPr/>
        </p:nvSpPr>
        <p:spPr bwMode="auto">
          <a:xfrm>
            <a:off x="9117394" y="246697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58" name="Text Box 66"/>
          <p:cNvSpPr txBox="1">
            <a:spLocks noChangeArrowheads="1"/>
          </p:cNvSpPr>
          <p:nvPr/>
        </p:nvSpPr>
        <p:spPr bwMode="auto">
          <a:xfrm>
            <a:off x="3623374" y="2469359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 Box 54"/>
          <p:cNvSpPr txBox="1">
            <a:spLocks noChangeArrowheads="1"/>
          </p:cNvSpPr>
          <p:nvPr/>
        </p:nvSpPr>
        <p:spPr bwMode="auto">
          <a:xfrm>
            <a:off x="8384746" y="631326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0" name="Text Box 55"/>
          <p:cNvSpPr txBox="1">
            <a:spLocks noChangeArrowheads="1"/>
          </p:cNvSpPr>
          <p:nvPr/>
        </p:nvSpPr>
        <p:spPr bwMode="auto">
          <a:xfrm>
            <a:off x="8841502" y="631326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1" name="Text Box 56"/>
          <p:cNvSpPr txBox="1">
            <a:spLocks noChangeArrowheads="1"/>
          </p:cNvSpPr>
          <p:nvPr/>
        </p:nvSpPr>
        <p:spPr bwMode="auto">
          <a:xfrm>
            <a:off x="9347470" y="631326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2" name="Text Box 66"/>
          <p:cNvSpPr txBox="1">
            <a:spLocks noChangeArrowheads="1"/>
          </p:cNvSpPr>
          <p:nvPr/>
        </p:nvSpPr>
        <p:spPr bwMode="auto">
          <a:xfrm>
            <a:off x="7959487" y="631564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Text Box 54"/>
          <p:cNvSpPr txBox="1">
            <a:spLocks noChangeArrowheads="1"/>
          </p:cNvSpPr>
          <p:nvPr/>
        </p:nvSpPr>
        <p:spPr bwMode="auto">
          <a:xfrm>
            <a:off x="5557012" y="507682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55"/>
          <p:cNvSpPr txBox="1">
            <a:spLocks noChangeArrowheads="1"/>
          </p:cNvSpPr>
          <p:nvPr/>
        </p:nvSpPr>
        <p:spPr bwMode="auto">
          <a:xfrm>
            <a:off x="6013768" y="50768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5" name="Text Box 56"/>
          <p:cNvSpPr txBox="1">
            <a:spLocks noChangeArrowheads="1"/>
          </p:cNvSpPr>
          <p:nvPr/>
        </p:nvSpPr>
        <p:spPr bwMode="auto">
          <a:xfrm>
            <a:off x="6519736" y="50768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 Box 66"/>
          <p:cNvSpPr txBox="1">
            <a:spLocks noChangeArrowheads="1"/>
          </p:cNvSpPr>
          <p:nvPr/>
        </p:nvSpPr>
        <p:spPr bwMode="auto">
          <a:xfrm>
            <a:off x="5131753" y="507920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6653880" y="1476000"/>
              <a:ext cx="5411160" cy="4077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4520" y="1466640"/>
                <a:ext cx="5429880" cy="40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878120" y="5316840"/>
              <a:ext cx="1815480" cy="802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8760" y="5307480"/>
                <a:ext cx="1834200" cy="8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236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3" grpId="0" autoUpdateAnimBg="0"/>
      <p:bldP spid="9270" grpId="0" animBg="1"/>
      <p:bldP spid="9277" grpId="0" autoUpdateAnimBg="0"/>
      <p:bldP spid="9278" grpId="0" animBg="1"/>
      <p:bldP spid="9279" grpId="0" animBg="1"/>
      <p:bldP spid="9280" grpId="0" animBg="1"/>
      <p:bldP spid="9281" grpId="0" animBg="1"/>
      <p:bldP spid="9282" grpId="0" animBg="1"/>
      <p:bldP spid="9283" grpId="0" animBg="1"/>
      <p:bldP spid="92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50440" y="142240"/>
            <a:ext cx="7772400" cy="48913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>
                <a:solidFill>
                  <a:srgbClr val="CC3300"/>
                </a:solidFill>
              </a:rPr>
              <a:t>Naïve String-Matching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725" y="631370"/>
            <a:ext cx="11955417" cy="6150429"/>
          </a:xfrm>
          <a:noFill/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b="1" dirty="0"/>
              <a:t>The naive algorithm finds all valid shifts using a loop that checks </a:t>
            </a:r>
            <a:r>
              <a:rPr lang="en-US" b="1" dirty="0" smtClean="0"/>
              <a:t>the condition </a:t>
            </a:r>
            <a:r>
              <a:rPr lang="en-US" i="1" dirty="0" smtClean="0"/>
              <a:t>P</a:t>
            </a:r>
            <a:r>
              <a:rPr lang="en-US" dirty="0" smtClean="0"/>
              <a:t>[1</a:t>
            </a:r>
            <a:r>
              <a:rPr lang="en-US" dirty="0"/>
              <a:t>..</a:t>
            </a:r>
            <a:r>
              <a:rPr lang="en-US" i="1" dirty="0"/>
              <a:t>m</a:t>
            </a:r>
            <a:r>
              <a:rPr lang="en-US" dirty="0" smtClean="0"/>
              <a:t>] = </a:t>
            </a:r>
            <a:r>
              <a:rPr lang="en-US" i="1" dirty="0"/>
              <a:t>T </a:t>
            </a:r>
            <a:r>
              <a:rPr lang="en-US" dirty="0"/>
              <a:t>[(</a:t>
            </a:r>
            <a:r>
              <a:rPr lang="en-US" i="1" dirty="0"/>
              <a:t>s</a:t>
            </a:r>
            <a:r>
              <a:rPr lang="en-US" dirty="0"/>
              <a:t>+1)..(</a:t>
            </a:r>
            <a:r>
              <a:rPr lang="en-US" i="1" dirty="0" err="1"/>
              <a:t>s</a:t>
            </a:r>
            <a:r>
              <a:rPr lang="en-US" dirty="0" err="1"/>
              <a:t>+</a:t>
            </a:r>
            <a:r>
              <a:rPr lang="en-US" i="1" dirty="0" err="1"/>
              <a:t>m</a:t>
            </a:r>
            <a:r>
              <a:rPr lang="en-US" dirty="0" smtClean="0"/>
              <a:t>)] </a:t>
            </a:r>
            <a:r>
              <a:rPr lang="en-US" b="1" dirty="0" smtClean="0"/>
              <a:t>for </a:t>
            </a:r>
            <a:r>
              <a:rPr lang="en-US" b="1" dirty="0"/>
              <a:t>each of the n </a:t>
            </a:r>
            <a:r>
              <a:rPr lang="en-US" b="1" dirty="0" smtClean="0"/>
              <a:t>- </a:t>
            </a:r>
            <a:r>
              <a:rPr lang="en-US" b="1" dirty="0"/>
              <a:t>m +</a:t>
            </a:r>
            <a:r>
              <a:rPr lang="en-US" b="1" dirty="0" smtClean="0"/>
              <a:t> </a:t>
            </a:r>
            <a:r>
              <a:rPr lang="en-US" b="1" dirty="0"/>
              <a:t>1 possible values of s.</a:t>
            </a:r>
            <a:endParaRPr lang="en-US" b="1" dirty="0" smtClean="0"/>
          </a:p>
          <a:p>
            <a:pPr marL="609600" indent="-609600">
              <a:buNone/>
            </a:pPr>
            <a:endParaRPr lang="en-US" sz="1200" b="1" dirty="0" smtClean="0"/>
          </a:p>
          <a:p>
            <a:pPr marL="609600" indent="-609600">
              <a:buNone/>
            </a:pPr>
            <a:r>
              <a:rPr lang="en-US" b="1" dirty="0" smtClean="0"/>
              <a:t>Input</a:t>
            </a:r>
            <a:r>
              <a:rPr lang="en-US" dirty="0" smtClean="0"/>
              <a:t>: Text strings </a:t>
            </a:r>
            <a:r>
              <a:rPr lang="en-US" i="1" dirty="0" smtClean="0"/>
              <a:t>T </a:t>
            </a:r>
            <a:r>
              <a:rPr lang="en-US" dirty="0" smtClean="0"/>
              <a:t>[1..</a:t>
            </a:r>
            <a:r>
              <a:rPr lang="en-US" i="1" dirty="0" smtClean="0"/>
              <a:t>n</a:t>
            </a:r>
            <a:r>
              <a:rPr lang="en-US" dirty="0" smtClean="0"/>
              <a:t>] and </a:t>
            </a:r>
            <a:r>
              <a:rPr lang="en-US" i="1" dirty="0" smtClean="0"/>
              <a:t>P</a:t>
            </a:r>
            <a:r>
              <a:rPr lang="en-US" dirty="0" smtClean="0"/>
              <a:t>[1..</a:t>
            </a:r>
            <a:r>
              <a:rPr lang="en-US" i="1" dirty="0" smtClean="0"/>
              <a:t>m</a:t>
            </a:r>
            <a:r>
              <a:rPr lang="en-US" dirty="0" smtClean="0"/>
              <a:t>]</a:t>
            </a:r>
          </a:p>
          <a:p>
            <a:pPr marL="609600" indent="-609600">
              <a:buNone/>
            </a:pPr>
            <a:r>
              <a:rPr lang="en-US" b="1" dirty="0" smtClean="0"/>
              <a:t>Result</a:t>
            </a:r>
            <a:r>
              <a:rPr lang="en-US" dirty="0" smtClean="0"/>
              <a:t>: All valid shifts displayed</a:t>
            </a:r>
          </a:p>
          <a:p>
            <a:pPr marL="609600" indent="-609600">
              <a:buNone/>
            </a:pPr>
            <a:endParaRPr lang="en-US" dirty="0" smtClean="0"/>
          </a:p>
          <a:p>
            <a:pPr marL="609600" indent="-609600">
              <a:buNone/>
            </a:pPr>
            <a:r>
              <a:rPr lang="en-US" b="1" dirty="0" smtClean="0"/>
              <a:t>NAÏVE-STRING-MATCHER</a:t>
            </a:r>
            <a:r>
              <a:rPr lang="en-US" dirty="0" smtClean="0"/>
              <a:t> (</a:t>
            </a:r>
            <a:r>
              <a:rPr lang="en-US" i="1" dirty="0" smtClean="0"/>
              <a:t>T</a:t>
            </a:r>
            <a:r>
              <a:rPr lang="en-US" dirty="0" smtClean="0"/>
              <a:t>, </a:t>
            </a:r>
            <a:r>
              <a:rPr lang="en-US" i="1" dirty="0" smtClean="0"/>
              <a:t>P</a:t>
            </a:r>
            <a:r>
              <a:rPr lang="en-US" dirty="0" smtClean="0"/>
              <a:t>)</a:t>
            </a:r>
          </a:p>
          <a:p>
            <a:pPr marL="609600" indent="-609600">
              <a:buNone/>
            </a:pPr>
            <a:r>
              <a:rPr lang="en-US" dirty="0" smtClean="0"/>
              <a:t>	</a:t>
            </a:r>
            <a:r>
              <a:rPr lang="en-US" i="1" dirty="0" smtClean="0"/>
              <a:t>n</a:t>
            </a:r>
            <a:r>
              <a:rPr lang="en-US" dirty="0" smtClean="0"/>
              <a:t> ← </a:t>
            </a:r>
            <a:r>
              <a:rPr lang="en-US" i="1" dirty="0" smtClean="0"/>
              <a:t>length</a:t>
            </a:r>
            <a:r>
              <a:rPr lang="en-US" dirty="0" smtClean="0"/>
              <a:t>[</a:t>
            </a:r>
            <a:r>
              <a:rPr lang="en-US" i="1" dirty="0" smtClean="0"/>
              <a:t>T</a:t>
            </a:r>
            <a:r>
              <a:rPr lang="en-US" dirty="0" smtClean="0"/>
              <a:t>]</a:t>
            </a:r>
          </a:p>
          <a:p>
            <a:pPr marL="609600" indent="-609600">
              <a:buNone/>
            </a:pPr>
            <a:r>
              <a:rPr lang="en-US" dirty="0" smtClean="0"/>
              <a:t>	</a:t>
            </a:r>
            <a:r>
              <a:rPr lang="en-US" i="1" dirty="0" smtClean="0"/>
              <a:t>m</a:t>
            </a:r>
            <a:r>
              <a:rPr lang="en-US" dirty="0" smtClean="0"/>
              <a:t> ← </a:t>
            </a:r>
            <a:r>
              <a:rPr lang="en-US" i="1" dirty="0" smtClean="0"/>
              <a:t>length</a:t>
            </a:r>
            <a:r>
              <a:rPr lang="en-US" dirty="0" smtClean="0"/>
              <a:t>[</a:t>
            </a:r>
            <a:r>
              <a:rPr lang="en-US" i="1" dirty="0" smtClean="0"/>
              <a:t>P</a:t>
            </a:r>
            <a:r>
              <a:rPr lang="en-US" dirty="0" smtClean="0"/>
              <a:t>]</a:t>
            </a:r>
          </a:p>
          <a:p>
            <a:pPr marL="609600" indent="-609600">
              <a:buNone/>
            </a:pPr>
            <a:r>
              <a:rPr lang="en-US" dirty="0" smtClean="0"/>
              <a:t>	</a:t>
            </a: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 ← 0 </a:t>
            </a:r>
            <a:r>
              <a:rPr lang="en-US" b="1" dirty="0" smtClean="0"/>
              <a:t>to</a:t>
            </a:r>
            <a:r>
              <a:rPr lang="en-US" dirty="0" smtClean="0"/>
              <a:t> (</a:t>
            </a:r>
            <a:r>
              <a:rPr lang="en-US" i="1" dirty="0" smtClean="0"/>
              <a:t>n-m)</a:t>
            </a:r>
          </a:p>
          <a:p>
            <a:pPr marL="609600" indent="-609600">
              <a:buNone/>
            </a:pPr>
            <a:r>
              <a:rPr lang="en-US" dirty="0" smtClean="0"/>
              <a:t>		</a:t>
            </a: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i="1" dirty="0" smtClean="0"/>
              <a:t>P</a:t>
            </a:r>
            <a:r>
              <a:rPr lang="en-US" dirty="0" smtClean="0"/>
              <a:t>[1….</a:t>
            </a:r>
            <a:r>
              <a:rPr lang="en-US" i="1" dirty="0" smtClean="0"/>
              <a:t>m</a:t>
            </a:r>
            <a:r>
              <a:rPr lang="en-US" dirty="0" smtClean="0"/>
              <a:t>] = </a:t>
            </a:r>
            <a:r>
              <a:rPr lang="en-US" i="1" dirty="0" smtClean="0"/>
              <a:t>T </a:t>
            </a:r>
            <a:r>
              <a:rPr lang="en-US" dirty="0" smtClean="0"/>
              <a:t>[ (</a:t>
            </a:r>
            <a:r>
              <a:rPr lang="en-US" i="1" dirty="0" smtClean="0"/>
              <a:t>s</a:t>
            </a:r>
            <a:r>
              <a:rPr lang="en-US" dirty="0" smtClean="0"/>
              <a:t>+1)….(</a:t>
            </a:r>
            <a:r>
              <a:rPr lang="en-US" i="1" dirty="0" err="1" smtClean="0"/>
              <a:t>s</a:t>
            </a:r>
            <a:r>
              <a:rPr lang="en-US" dirty="0" err="1" smtClean="0"/>
              <a:t>+</a:t>
            </a:r>
            <a:r>
              <a:rPr lang="en-US" i="1" dirty="0" err="1" smtClean="0"/>
              <a:t>m</a:t>
            </a:r>
            <a:r>
              <a:rPr lang="en-US" dirty="0" smtClean="0"/>
              <a:t>) ]</a:t>
            </a:r>
          </a:p>
          <a:p>
            <a:pPr marL="609600" indent="-609600">
              <a:buNone/>
            </a:pPr>
            <a:r>
              <a:rPr lang="en-US" dirty="0" smtClean="0"/>
              <a:t>			      print “pattern occurs with shift” </a:t>
            </a:r>
            <a:r>
              <a:rPr lang="en-US" i="1" dirty="0" smtClean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5106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344"/>
            <a:ext cx="11960591" cy="2111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53920" y="828720"/>
              <a:ext cx="8097840" cy="4116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4560" y="819360"/>
                <a:ext cx="8116560" cy="413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78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229600" cy="884238"/>
          </a:xfrm>
        </p:spPr>
        <p:txBody>
          <a:bodyPr/>
          <a:lstStyle/>
          <a:p>
            <a:pPr eaLnBrk="1" hangingPunct="1"/>
            <a:r>
              <a:rPr lang="en-US" smtClean="0"/>
              <a:t>Analysis: Worst-case Example</a:t>
            </a:r>
          </a:p>
        </p:txBody>
      </p:sp>
      <p:graphicFrame>
        <p:nvGraphicFramePr>
          <p:cNvPr id="12291" name="Group 3"/>
          <p:cNvGraphicFramePr>
            <a:graphicFrameLocks noGrp="1"/>
          </p:cNvGraphicFramePr>
          <p:nvPr/>
        </p:nvGraphicFramePr>
        <p:xfrm>
          <a:off x="3581400" y="2819400"/>
          <a:ext cx="6477000" cy="609600"/>
        </p:xfrm>
        <a:graphic>
          <a:graphicData uri="http://schemas.openxmlformats.org/drawingml/2006/table">
            <a:tbl>
              <a:tblPr/>
              <a:tblGrid>
                <a:gridCol w="496888"/>
                <a:gridCol w="500062"/>
                <a:gridCol w="496888"/>
                <a:gridCol w="500062"/>
                <a:gridCol w="496888"/>
                <a:gridCol w="498475"/>
                <a:gridCol w="498475"/>
                <a:gridCol w="498475"/>
                <a:gridCol w="496887"/>
                <a:gridCol w="500063"/>
                <a:gridCol w="496887"/>
                <a:gridCol w="500063"/>
                <a:gridCol w="496887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2362200" y="28479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1876426" y="16764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grpSp>
        <p:nvGrpSpPr>
          <p:cNvPr id="11299" name="Group 35"/>
          <p:cNvGrpSpPr>
            <a:grpSpLocks/>
          </p:cNvGrpSpPr>
          <p:nvPr/>
        </p:nvGrpSpPr>
        <p:grpSpPr bwMode="auto">
          <a:xfrm>
            <a:off x="3581400" y="4191000"/>
            <a:ext cx="1981200" cy="533400"/>
            <a:chOff x="2160" y="2688"/>
            <a:chExt cx="1248" cy="336"/>
          </a:xfrm>
        </p:grpSpPr>
        <p:sp>
          <p:nvSpPr>
            <p:cNvPr id="11338" name="Rectangle 36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9" name="Rectangle 37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0" name="Rectangle 38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1" name="Rectangle 39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2" name="Rectangle 40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grpSp>
        <p:nvGrpSpPr>
          <p:cNvPr id="11300" name="Group 41"/>
          <p:cNvGrpSpPr>
            <a:grpSpLocks/>
          </p:cNvGrpSpPr>
          <p:nvPr/>
        </p:nvGrpSpPr>
        <p:grpSpPr bwMode="auto">
          <a:xfrm>
            <a:off x="3581400" y="1676400"/>
            <a:ext cx="1981200" cy="533400"/>
            <a:chOff x="2160" y="2688"/>
            <a:chExt cx="1248" cy="336"/>
          </a:xfrm>
        </p:grpSpPr>
        <p:sp>
          <p:nvSpPr>
            <p:cNvPr id="11333" name="Rectangle 42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4" name="Rectangle 43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5" name="Rectangle 44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6" name="Rectangle 45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7" name="Rectangle 46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01" name="Text Box 47"/>
          <p:cNvSpPr txBox="1">
            <a:spLocks noChangeArrowheads="1"/>
          </p:cNvSpPr>
          <p:nvPr/>
        </p:nvSpPr>
        <p:spPr bwMode="auto">
          <a:xfrm>
            <a:off x="3630613" y="2362200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302" name="Text Box 48"/>
          <p:cNvSpPr txBox="1">
            <a:spLocks noChangeArrowheads="1"/>
          </p:cNvSpPr>
          <p:nvPr/>
        </p:nvSpPr>
        <p:spPr bwMode="auto">
          <a:xfrm>
            <a:off x="4661693" y="236344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03" name="Text Box 49"/>
          <p:cNvSpPr txBox="1">
            <a:spLocks noChangeArrowheads="1"/>
          </p:cNvSpPr>
          <p:nvPr/>
        </p:nvSpPr>
        <p:spPr bwMode="auto">
          <a:xfrm>
            <a:off x="5124336" y="2341676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04" name="Text Box 50"/>
          <p:cNvSpPr txBox="1">
            <a:spLocks noChangeArrowheads="1"/>
          </p:cNvSpPr>
          <p:nvPr/>
        </p:nvSpPr>
        <p:spPr bwMode="auto">
          <a:xfrm>
            <a:off x="5595151" y="235256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305" name="Text Box 51"/>
          <p:cNvSpPr txBox="1">
            <a:spLocks noChangeArrowheads="1"/>
          </p:cNvSpPr>
          <p:nvPr/>
        </p:nvSpPr>
        <p:spPr bwMode="auto">
          <a:xfrm>
            <a:off x="6128657" y="235256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306" name="Text Box 52"/>
          <p:cNvSpPr txBox="1">
            <a:spLocks noChangeArrowheads="1"/>
          </p:cNvSpPr>
          <p:nvPr/>
        </p:nvSpPr>
        <p:spPr bwMode="auto">
          <a:xfrm>
            <a:off x="6677932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307" name="Text Box 53"/>
          <p:cNvSpPr txBox="1">
            <a:spLocks noChangeArrowheads="1"/>
          </p:cNvSpPr>
          <p:nvPr/>
        </p:nvSpPr>
        <p:spPr bwMode="auto">
          <a:xfrm>
            <a:off x="7135779" y="235256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1308" name="Text Box 54"/>
          <p:cNvSpPr txBox="1">
            <a:spLocks noChangeArrowheads="1"/>
          </p:cNvSpPr>
          <p:nvPr/>
        </p:nvSpPr>
        <p:spPr bwMode="auto">
          <a:xfrm>
            <a:off x="7652625" y="2352562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309" name="Text Box 55"/>
          <p:cNvSpPr txBox="1">
            <a:spLocks noChangeArrowheads="1"/>
          </p:cNvSpPr>
          <p:nvPr/>
        </p:nvSpPr>
        <p:spPr bwMode="auto">
          <a:xfrm>
            <a:off x="813135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1310" name="Text Box 56"/>
          <p:cNvSpPr txBox="1">
            <a:spLocks noChangeArrowheads="1"/>
          </p:cNvSpPr>
          <p:nvPr/>
        </p:nvSpPr>
        <p:spPr bwMode="auto">
          <a:xfrm>
            <a:off x="8501709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311" name="Text Box 57"/>
          <p:cNvSpPr txBox="1">
            <a:spLocks noChangeArrowheads="1"/>
          </p:cNvSpPr>
          <p:nvPr/>
        </p:nvSpPr>
        <p:spPr bwMode="auto">
          <a:xfrm>
            <a:off x="9067800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1312" name="Text Box 58"/>
          <p:cNvSpPr txBox="1">
            <a:spLocks noChangeArrowheads="1"/>
          </p:cNvSpPr>
          <p:nvPr/>
        </p:nvSpPr>
        <p:spPr bwMode="auto">
          <a:xfrm>
            <a:off x="9546526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1314" name="Text Box 60"/>
          <p:cNvSpPr txBox="1">
            <a:spLocks noChangeArrowheads="1"/>
          </p:cNvSpPr>
          <p:nvPr/>
        </p:nvSpPr>
        <p:spPr bwMode="auto">
          <a:xfrm>
            <a:off x="4125116" y="120335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315" name="Text Box 61"/>
          <p:cNvSpPr txBox="1">
            <a:spLocks noChangeArrowheads="1"/>
          </p:cNvSpPr>
          <p:nvPr/>
        </p:nvSpPr>
        <p:spPr bwMode="auto">
          <a:xfrm>
            <a:off x="4713287" y="1220171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16" name="Text Box 62"/>
          <p:cNvSpPr txBox="1">
            <a:spLocks noChangeArrowheads="1"/>
          </p:cNvSpPr>
          <p:nvPr/>
        </p:nvSpPr>
        <p:spPr bwMode="auto">
          <a:xfrm>
            <a:off x="5181601" y="1219686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18" name="Line 64"/>
          <p:cNvSpPr>
            <a:spLocks noChangeShapeType="1"/>
          </p:cNvSpPr>
          <p:nvPr/>
        </p:nvSpPr>
        <p:spPr bwMode="auto">
          <a:xfrm>
            <a:off x="38100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9" name="Line 65"/>
          <p:cNvSpPr>
            <a:spLocks noChangeShapeType="1"/>
          </p:cNvSpPr>
          <p:nvPr/>
        </p:nvSpPr>
        <p:spPr bwMode="auto">
          <a:xfrm>
            <a:off x="43434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0" name="Line 66"/>
          <p:cNvSpPr>
            <a:spLocks noChangeShapeType="1"/>
          </p:cNvSpPr>
          <p:nvPr/>
        </p:nvSpPr>
        <p:spPr bwMode="auto">
          <a:xfrm>
            <a:off x="48768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22" name="Group 68"/>
          <p:cNvGrpSpPr>
            <a:grpSpLocks/>
          </p:cNvGrpSpPr>
          <p:nvPr/>
        </p:nvGrpSpPr>
        <p:grpSpPr bwMode="auto">
          <a:xfrm>
            <a:off x="8077200" y="5562600"/>
            <a:ext cx="1981200" cy="533400"/>
            <a:chOff x="2160" y="2688"/>
            <a:chExt cx="1248" cy="336"/>
          </a:xfrm>
        </p:grpSpPr>
        <p:sp>
          <p:nvSpPr>
            <p:cNvPr id="11328" name="Rectangle 69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29" name="Rectangle 70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0" name="Rectangle 71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1" name="Rectangle 72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2" name="Rectangle 73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23" name="Line 74"/>
          <p:cNvSpPr>
            <a:spLocks noChangeShapeType="1"/>
          </p:cNvSpPr>
          <p:nvPr/>
        </p:nvSpPr>
        <p:spPr bwMode="auto">
          <a:xfrm>
            <a:off x="83058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4" name="Line 75"/>
          <p:cNvSpPr>
            <a:spLocks noChangeShapeType="1"/>
          </p:cNvSpPr>
          <p:nvPr/>
        </p:nvSpPr>
        <p:spPr bwMode="auto">
          <a:xfrm>
            <a:off x="88392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5" name="Line 76"/>
          <p:cNvSpPr>
            <a:spLocks noChangeShapeType="1"/>
          </p:cNvSpPr>
          <p:nvPr/>
        </p:nvSpPr>
        <p:spPr bwMode="auto">
          <a:xfrm>
            <a:off x="93726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7" name="Line 78"/>
          <p:cNvSpPr>
            <a:spLocks noChangeShapeType="1"/>
          </p:cNvSpPr>
          <p:nvPr/>
        </p:nvSpPr>
        <p:spPr bwMode="auto">
          <a:xfrm>
            <a:off x="5791200" y="4876800"/>
            <a:ext cx="182880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66"/>
          <p:cNvSpPr>
            <a:spLocks noChangeShapeType="1"/>
          </p:cNvSpPr>
          <p:nvPr/>
        </p:nvSpPr>
        <p:spPr bwMode="auto">
          <a:xfrm>
            <a:off x="5321808" y="3425952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76"/>
          <p:cNvSpPr>
            <a:spLocks noChangeShapeType="1"/>
          </p:cNvSpPr>
          <p:nvPr/>
        </p:nvSpPr>
        <p:spPr bwMode="auto">
          <a:xfrm>
            <a:off x="9808464" y="3435096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60"/>
          <p:cNvSpPr txBox="1">
            <a:spLocks noChangeArrowheads="1"/>
          </p:cNvSpPr>
          <p:nvPr/>
        </p:nvSpPr>
        <p:spPr bwMode="auto">
          <a:xfrm>
            <a:off x="3613944" y="1219443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3" name="Text Box 47"/>
          <p:cNvSpPr txBox="1">
            <a:spLocks noChangeArrowheads="1"/>
          </p:cNvSpPr>
          <p:nvPr/>
        </p:nvSpPr>
        <p:spPr bwMode="auto">
          <a:xfrm>
            <a:off x="4152480" y="2352562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393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229600" cy="884238"/>
          </a:xfrm>
        </p:spPr>
        <p:txBody>
          <a:bodyPr/>
          <a:lstStyle/>
          <a:p>
            <a:pPr eaLnBrk="1" hangingPunct="1"/>
            <a:r>
              <a:rPr lang="en-US" smtClean="0"/>
              <a:t>Analysis: Worst-case Example</a:t>
            </a:r>
          </a:p>
        </p:txBody>
      </p:sp>
      <p:graphicFrame>
        <p:nvGraphicFramePr>
          <p:cNvPr id="12291" name="Group 3"/>
          <p:cNvGraphicFramePr>
            <a:graphicFrameLocks noGrp="1"/>
          </p:cNvGraphicFramePr>
          <p:nvPr/>
        </p:nvGraphicFramePr>
        <p:xfrm>
          <a:off x="3581400" y="2819400"/>
          <a:ext cx="6477000" cy="609600"/>
        </p:xfrm>
        <a:graphic>
          <a:graphicData uri="http://schemas.openxmlformats.org/drawingml/2006/table">
            <a:tbl>
              <a:tblPr/>
              <a:tblGrid>
                <a:gridCol w="496888"/>
                <a:gridCol w="500062"/>
                <a:gridCol w="496888"/>
                <a:gridCol w="500062"/>
                <a:gridCol w="496888"/>
                <a:gridCol w="498475"/>
                <a:gridCol w="498475"/>
                <a:gridCol w="498475"/>
                <a:gridCol w="496887"/>
                <a:gridCol w="500063"/>
                <a:gridCol w="496887"/>
                <a:gridCol w="500063"/>
                <a:gridCol w="496887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2362200" y="28479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1876426" y="16764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grpSp>
        <p:nvGrpSpPr>
          <p:cNvPr id="11299" name="Group 35"/>
          <p:cNvGrpSpPr>
            <a:grpSpLocks/>
          </p:cNvGrpSpPr>
          <p:nvPr/>
        </p:nvGrpSpPr>
        <p:grpSpPr bwMode="auto">
          <a:xfrm>
            <a:off x="3581400" y="4191000"/>
            <a:ext cx="1981200" cy="533400"/>
            <a:chOff x="2160" y="2688"/>
            <a:chExt cx="1248" cy="336"/>
          </a:xfrm>
        </p:grpSpPr>
        <p:sp>
          <p:nvSpPr>
            <p:cNvPr id="11338" name="Rectangle 36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9" name="Rectangle 37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0" name="Rectangle 38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1" name="Rectangle 39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42" name="Rectangle 40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grpSp>
        <p:nvGrpSpPr>
          <p:cNvPr id="11300" name="Group 41"/>
          <p:cNvGrpSpPr>
            <a:grpSpLocks/>
          </p:cNvGrpSpPr>
          <p:nvPr/>
        </p:nvGrpSpPr>
        <p:grpSpPr bwMode="auto">
          <a:xfrm>
            <a:off x="3581400" y="1676400"/>
            <a:ext cx="1981200" cy="533400"/>
            <a:chOff x="2160" y="2688"/>
            <a:chExt cx="1248" cy="336"/>
          </a:xfrm>
        </p:grpSpPr>
        <p:sp>
          <p:nvSpPr>
            <p:cNvPr id="11333" name="Rectangle 42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4" name="Rectangle 43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5" name="Rectangle 44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6" name="Rectangle 45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37" name="Rectangle 46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01" name="Text Box 47"/>
          <p:cNvSpPr txBox="1">
            <a:spLocks noChangeArrowheads="1"/>
          </p:cNvSpPr>
          <p:nvPr/>
        </p:nvSpPr>
        <p:spPr bwMode="auto">
          <a:xfrm>
            <a:off x="3630613" y="2362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302" name="Text Box 48"/>
          <p:cNvSpPr txBox="1">
            <a:spLocks noChangeArrowheads="1"/>
          </p:cNvSpPr>
          <p:nvPr/>
        </p:nvSpPr>
        <p:spPr bwMode="auto">
          <a:xfrm>
            <a:off x="4114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03" name="Text Box 49"/>
          <p:cNvSpPr txBox="1">
            <a:spLocks noChangeArrowheads="1"/>
          </p:cNvSpPr>
          <p:nvPr/>
        </p:nvSpPr>
        <p:spPr bwMode="auto">
          <a:xfrm>
            <a:off x="46482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04" name="Text Box 50"/>
          <p:cNvSpPr txBox="1">
            <a:spLocks noChangeArrowheads="1"/>
          </p:cNvSpPr>
          <p:nvPr/>
        </p:nvSpPr>
        <p:spPr bwMode="auto">
          <a:xfrm>
            <a:off x="51816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305" name="Text Box 51"/>
          <p:cNvSpPr txBox="1">
            <a:spLocks noChangeArrowheads="1"/>
          </p:cNvSpPr>
          <p:nvPr/>
        </p:nvSpPr>
        <p:spPr bwMode="auto">
          <a:xfrm>
            <a:off x="5638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306" name="Text Box 52"/>
          <p:cNvSpPr txBox="1">
            <a:spLocks noChangeArrowheads="1"/>
          </p:cNvSpPr>
          <p:nvPr/>
        </p:nvSpPr>
        <p:spPr bwMode="auto">
          <a:xfrm>
            <a:off x="61722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307" name="Text Box 53"/>
          <p:cNvSpPr txBox="1">
            <a:spLocks noChangeArrowheads="1"/>
          </p:cNvSpPr>
          <p:nvPr/>
        </p:nvSpPr>
        <p:spPr bwMode="auto">
          <a:xfrm>
            <a:off x="66294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1308" name="Text Box 54"/>
          <p:cNvSpPr txBox="1">
            <a:spLocks noChangeArrowheads="1"/>
          </p:cNvSpPr>
          <p:nvPr/>
        </p:nvSpPr>
        <p:spPr bwMode="auto">
          <a:xfrm>
            <a:off x="7162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309" name="Text Box 55"/>
          <p:cNvSpPr txBox="1">
            <a:spLocks noChangeArrowheads="1"/>
          </p:cNvSpPr>
          <p:nvPr/>
        </p:nvSpPr>
        <p:spPr bwMode="auto">
          <a:xfrm>
            <a:off x="76200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1310" name="Text Box 56"/>
          <p:cNvSpPr txBox="1">
            <a:spLocks noChangeArrowheads="1"/>
          </p:cNvSpPr>
          <p:nvPr/>
        </p:nvSpPr>
        <p:spPr bwMode="auto">
          <a:xfrm>
            <a:off x="8001001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311" name="Text Box 57"/>
          <p:cNvSpPr txBox="1">
            <a:spLocks noChangeArrowheads="1"/>
          </p:cNvSpPr>
          <p:nvPr/>
        </p:nvSpPr>
        <p:spPr bwMode="auto">
          <a:xfrm>
            <a:off x="8534401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1312" name="Text Box 58"/>
          <p:cNvSpPr txBox="1">
            <a:spLocks noChangeArrowheads="1"/>
          </p:cNvSpPr>
          <p:nvPr/>
        </p:nvSpPr>
        <p:spPr bwMode="auto">
          <a:xfrm>
            <a:off x="9001126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1313" name="Text Box 59"/>
          <p:cNvSpPr txBox="1">
            <a:spLocks noChangeArrowheads="1"/>
          </p:cNvSpPr>
          <p:nvPr/>
        </p:nvSpPr>
        <p:spPr bwMode="auto">
          <a:xfrm>
            <a:off x="9534526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1314" name="Text Box 60"/>
          <p:cNvSpPr txBox="1">
            <a:spLocks noChangeArrowheads="1"/>
          </p:cNvSpPr>
          <p:nvPr/>
        </p:nvSpPr>
        <p:spPr bwMode="auto">
          <a:xfrm>
            <a:off x="3657601" y="1219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315" name="Text Box 61"/>
          <p:cNvSpPr txBox="1">
            <a:spLocks noChangeArrowheads="1"/>
          </p:cNvSpPr>
          <p:nvPr/>
        </p:nvSpPr>
        <p:spPr bwMode="auto">
          <a:xfrm>
            <a:off x="41417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16" name="Text Box 62"/>
          <p:cNvSpPr txBox="1">
            <a:spLocks noChangeArrowheads="1"/>
          </p:cNvSpPr>
          <p:nvPr/>
        </p:nvSpPr>
        <p:spPr bwMode="auto">
          <a:xfrm>
            <a:off x="46751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17" name="Text Box 63"/>
          <p:cNvSpPr txBox="1">
            <a:spLocks noChangeArrowheads="1"/>
          </p:cNvSpPr>
          <p:nvPr/>
        </p:nvSpPr>
        <p:spPr bwMode="auto">
          <a:xfrm>
            <a:off x="52085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318" name="Line 64"/>
          <p:cNvSpPr>
            <a:spLocks noChangeShapeType="1"/>
          </p:cNvSpPr>
          <p:nvPr/>
        </p:nvSpPr>
        <p:spPr bwMode="auto">
          <a:xfrm>
            <a:off x="38100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9" name="Line 65"/>
          <p:cNvSpPr>
            <a:spLocks noChangeShapeType="1"/>
          </p:cNvSpPr>
          <p:nvPr/>
        </p:nvSpPr>
        <p:spPr bwMode="auto">
          <a:xfrm>
            <a:off x="43434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0" name="Line 66"/>
          <p:cNvSpPr>
            <a:spLocks noChangeShapeType="1"/>
          </p:cNvSpPr>
          <p:nvPr/>
        </p:nvSpPr>
        <p:spPr bwMode="auto">
          <a:xfrm>
            <a:off x="4876800" y="3429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1" name="Freeform 67"/>
          <p:cNvSpPr>
            <a:spLocks/>
          </p:cNvSpPr>
          <p:nvPr/>
        </p:nvSpPr>
        <p:spPr bwMode="auto">
          <a:xfrm>
            <a:off x="5143500" y="3429000"/>
            <a:ext cx="342900" cy="762000"/>
          </a:xfrm>
          <a:custGeom>
            <a:avLst/>
            <a:gdLst>
              <a:gd name="T0" fmla="*/ 2147483646 w 216"/>
              <a:gd name="T1" fmla="*/ 0 h 576"/>
              <a:gd name="T2" fmla="*/ 2147483646 w 216"/>
              <a:gd name="T3" fmla="*/ 2147483646 h 576"/>
              <a:gd name="T4" fmla="*/ 2147483646 w 216"/>
              <a:gd name="T5" fmla="*/ 2147483646 h 576"/>
              <a:gd name="T6" fmla="*/ 2147483646 w 216"/>
              <a:gd name="T7" fmla="*/ 2147483646 h 576"/>
              <a:gd name="T8" fmla="*/ 2147483646 w 216"/>
              <a:gd name="T9" fmla="*/ 2147483646 h 576"/>
              <a:gd name="T10" fmla="*/ 2147483646 w 216"/>
              <a:gd name="T11" fmla="*/ 2147483646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"/>
              <a:gd name="T19" fmla="*/ 0 h 576"/>
              <a:gd name="T20" fmla="*/ 216 w 216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" h="576">
                <a:moveTo>
                  <a:pt x="112" y="0"/>
                </a:moveTo>
                <a:cubicBezTo>
                  <a:pt x="56" y="96"/>
                  <a:pt x="0" y="192"/>
                  <a:pt x="16" y="240"/>
                </a:cubicBezTo>
                <a:cubicBezTo>
                  <a:pt x="32" y="288"/>
                  <a:pt x="200" y="256"/>
                  <a:pt x="208" y="288"/>
                </a:cubicBezTo>
                <a:cubicBezTo>
                  <a:pt x="216" y="320"/>
                  <a:pt x="64" y="400"/>
                  <a:pt x="64" y="432"/>
                </a:cubicBezTo>
                <a:cubicBezTo>
                  <a:pt x="64" y="464"/>
                  <a:pt x="208" y="456"/>
                  <a:pt x="208" y="480"/>
                </a:cubicBezTo>
                <a:cubicBezTo>
                  <a:pt x="208" y="504"/>
                  <a:pt x="88" y="560"/>
                  <a:pt x="64" y="57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22" name="Group 68"/>
          <p:cNvGrpSpPr>
            <a:grpSpLocks/>
          </p:cNvGrpSpPr>
          <p:nvPr/>
        </p:nvGrpSpPr>
        <p:grpSpPr bwMode="auto">
          <a:xfrm>
            <a:off x="8077200" y="5562600"/>
            <a:ext cx="1981200" cy="533400"/>
            <a:chOff x="2160" y="2688"/>
            <a:chExt cx="1248" cy="336"/>
          </a:xfrm>
        </p:grpSpPr>
        <p:sp>
          <p:nvSpPr>
            <p:cNvPr id="11328" name="Rectangle 69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29" name="Rectangle 70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0" name="Rectangle 71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1" name="Rectangle 72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32" name="Rectangle 73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23" name="Line 74"/>
          <p:cNvSpPr>
            <a:spLocks noChangeShapeType="1"/>
          </p:cNvSpPr>
          <p:nvPr/>
        </p:nvSpPr>
        <p:spPr bwMode="auto">
          <a:xfrm>
            <a:off x="83058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4" name="Line 75"/>
          <p:cNvSpPr>
            <a:spLocks noChangeShapeType="1"/>
          </p:cNvSpPr>
          <p:nvPr/>
        </p:nvSpPr>
        <p:spPr bwMode="auto">
          <a:xfrm>
            <a:off x="88392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5" name="Line 76"/>
          <p:cNvSpPr>
            <a:spLocks noChangeShapeType="1"/>
          </p:cNvSpPr>
          <p:nvPr/>
        </p:nvSpPr>
        <p:spPr bwMode="auto">
          <a:xfrm>
            <a:off x="9372600" y="3429000"/>
            <a:ext cx="0" cy="213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6" name="Freeform 77"/>
          <p:cNvSpPr>
            <a:spLocks/>
          </p:cNvSpPr>
          <p:nvPr/>
        </p:nvSpPr>
        <p:spPr bwMode="auto">
          <a:xfrm>
            <a:off x="9639300" y="3429000"/>
            <a:ext cx="342900" cy="2133600"/>
          </a:xfrm>
          <a:custGeom>
            <a:avLst/>
            <a:gdLst>
              <a:gd name="T0" fmla="*/ 2147483646 w 216"/>
              <a:gd name="T1" fmla="*/ 0 h 576"/>
              <a:gd name="T2" fmla="*/ 2147483646 w 216"/>
              <a:gd name="T3" fmla="*/ 2147483646 h 576"/>
              <a:gd name="T4" fmla="*/ 2147483646 w 216"/>
              <a:gd name="T5" fmla="*/ 2147483646 h 576"/>
              <a:gd name="T6" fmla="*/ 2147483646 w 216"/>
              <a:gd name="T7" fmla="*/ 2147483646 h 576"/>
              <a:gd name="T8" fmla="*/ 2147483646 w 216"/>
              <a:gd name="T9" fmla="*/ 2147483646 h 576"/>
              <a:gd name="T10" fmla="*/ 2147483646 w 216"/>
              <a:gd name="T11" fmla="*/ 2147483646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"/>
              <a:gd name="T19" fmla="*/ 0 h 576"/>
              <a:gd name="T20" fmla="*/ 216 w 216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" h="576">
                <a:moveTo>
                  <a:pt x="112" y="0"/>
                </a:moveTo>
                <a:cubicBezTo>
                  <a:pt x="56" y="96"/>
                  <a:pt x="0" y="192"/>
                  <a:pt x="16" y="240"/>
                </a:cubicBezTo>
                <a:cubicBezTo>
                  <a:pt x="32" y="288"/>
                  <a:pt x="200" y="256"/>
                  <a:pt x="208" y="288"/>
                </a:cubicBezTo>
                <a:cubicBezTo>
                  <a:pt x="216" y="320"/>
                  <a:pt x="64" y="400"/>
                  <a:pt x="64" y="432"/>
                </a:cubicBezTo>
                <a:cubicBezTo>
                  <a:pt x="64" y="464"/>
                  <a:pt x="208" y="456"/>
                  <a:pt x="208" y="480"/>
                </a:cubicBezTo>
                <a:cubicBezTo>
                  <a:pt x="208" y="504"/>
                  <a:pt x="88" y="560"/>
                  <a:pt x="64" y="57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7" name="Line 78"/>
          <p:cNvSpPr>
            <a:spLocks noChangeShapeType="1"/>
          </p:cNvSpPr>
          <p:nvPr/>
        </p:nvSpPr>
        <p:spPr bwMode="auto">
          <a:xfrm>
            <a:off x="5791200" y="4876800"/>
            <a:ext cx="182880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1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Worst-case Analysis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257" y="1484101"/>
            <a:ext cx="11593286" cy="5112641"/>
          </a:xfrm>
        </p:spPr>
        <p:txBody>
          <a:bodyPr>
            <a:normAutofit/>
          </a:bodyPr>
          <a:lstStyle/>
          <a:p>
            <a:pPr marL="609600" indent="-6096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There are </a:t>
            </a:r>
            <a:r>
              <a:rPr lang="en-US" sz="32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comparisons for each shift in the worst case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There are </a:t>
            </a:r>
            <a:r>
              <a:rPr lang="en-US" sz="32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3200" b="1" dirty="0"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sz="3200" b="1" i="1" dirty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sz="3200" b="1" dirty="0"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 shifts</a:t>
            </a:r>
          </a:p>
          <a:p>
            <a:pPr marL="609600" indent="-6096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So, the worst-case running time is    </a:t>
            </a:r>
            <a:r>
              <a:rPr lang="el-GR" dirty="0">
                <a:cs typeface="Arial" panose="020B0604020202020204" pitchFamily="34" charset="0"/>
                <a:sym typeface="Symbol" panose="05050102010706020507" pitchFamily="18" charset="2"/>
              </a:rPr>
              <a:t>Θ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+1)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In the example on previous slide, we have (13-4+1</a:t>
            </a:r>
            <a:r>
              <a:rPr lang="en-US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) 4 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comparisons in total</a:t>
            </a:r>
          </a:p>
          <a:p>
            <a:pPr marL="609600" indent="-609600">
              <a:lnSpc>
                <a:spcPct val="150000"/>
              </a:lnSpc>
            </a:pPr>
            <a:r>
              <a:rPr 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Naïve method is inefficient because information from a shift is not used again</a:t>
            </a:r>
          </a:p>
        </p:txBody>
      </p:sp>
    </p:spTree>
    <p:extLst>
      <p:ext uri="{BB962C8B-B14F-4D97-AF65-F5344CB8AC3E}">
        <p14:creationId xmlns:p14="http://schemas.microsoft.com/office/powerpoint/2010/main" val="355009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229600" cy="884238"/>
          </a:xfrm>
        </p:spPr>
        <p:txBody>
          <a:bodyPr/>
          <a:lstStyle/>
          <a:p>
            <a:pPr eaLnBrk="1" hangingPunct="1"/>
            <a:r>
              <a:rPr lang="en-US" dirty="0" smtClean="0"/>
              <a:t>Analysis: Best-case Example</a:t>
            </a:r>
          </a:p>
        </p:txBody>
      </p:sp>
      <p:graphicFrame>
        <p:nvGraphicFramePr>
          <p:cNvPr id="1229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44499"/>
              </p:ext>
            </p:extLst>
          </p:nvPr>
        </p:nvGraphicFramePr>
        <p:xfrm>
          <a:off x="3581400" y="2819400"/>
          <a:ext cx="6477000" cy="609600"/>
        </p:xfrm>
        <a:graphic>
          <a:graphicData uri="http://schemas.openxmlformats.org/drawingml/2006/table">
            <a:tbl>
              <a:tblPr/>
              <a:tblGrid>
                <a:gridCol w="496888"/>
                <a:gridCol w="500062"/>
                <a:gridCol w="496888"/>
                <a:gridCol w="500062"/>
                <a:gridCol w="496888"/>
                <a:gridCol w="498475"/>
                <a:gridCol w="498475"/>
                <a:gridCol w="498475"/>
                <a:gridCol w="496887"/>
                <a:gridCol w="500063"/>
                <a:gridCol w="496887"/>
                <a:gridCol w="500063"/>
                <a:gridCol w="496887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2362200" y="2847976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text </a:t>
            </a:r>
            <a:r>
              <a:rPr lang="en-US" sz="2800" i="1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1876426" y="1676401"/>
            <a:ext cx="162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pattern </a:t>
            </a:r>
            <a:r>
              <a:rPr lang="en-US" sz="2800" i="1">
                <a:latin typeface="Arial" panose="020B0604020202020204" pitchFamily="34" charset="0"/>
              </a:rPr>
              <a:t>P</a:t>
            </a:r>
          </a:p>
        </p:txBody>
      </p:sp>
      <p:grpSp>
        <p:nvGrpSpPr>
          <p:cNvPr id="11299" name="Group 35"/>
          <p:cNvGrpSpPr>
            <a:grpSpLocks/>
          </p:cNvGrpSpPr>
          <p:nvPr/>
        </p:nvGrpSpPr>
        <p:grpSpPr bwMode="auto">
          <a:xfrm>
            <a:off x="3581400" y="4191000"/>
            <a:ext cx="1981200" cy="533400"/>
            <a:chOff x="2160" y="2688"/>
            <a:chExt cx="1248" cy="336"/>
          </a:xfrm>
        </p:grpSpPr>
        <p:sp>
          <p:nvSpPr>
            <p:cNvPr id="11338" name="Rectangle 36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 smtClean="0">
                  <a:latin typeface="Arial" panose="020B0604020202020204" pitchFamily="34" charset="0"/>
                </a:rPr>
                <a:t>c</a:t>
              </a:r>
              <a:endParaRPr 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1339" name="Rectangle 37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0" name="Rectangle 38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41" name="Rectangle 39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42" name="Rectangle 40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grpSp>
        <p:nvGrpSpPr>
          <p:cNvPr id="11300" name="Group 41"/>
          <p:cNvGrpSpPr>
            <a:grpSpLocks/>
          </p:cNvGrpSpPr>
          <p:nvPr/>
        </p:nvGrpSpPr>
        <p:grpSpPr bwMode="auto">
          <a:xfrm>
            <a:off x="3581400" y="1676400"/>
            <a:ext cx="1981200" cy="533400"/>
            <a:chOff x="2160" y="2688"/>
            <a:chExt cx="1248" cy="336"/>
          </a:xfrm>
        </p:grpSpPr>
        <p:sp>
          <p:nvSpPr>
            <p:cNvPr id="11333" name="Rectangle 42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 smtClean="0">
                  <a:latin typeface="Arial" panose="020B0604020202020204" pitchFamily="34" charset="0"/>
                </a:rPr>
                <a:t>c</a:t>
              </a:r>
              <a:endParaRPr 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1334" name="Rectangle 43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5" name="Rectangle 44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6" name="Rectangle 45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37" name="Rectangle 46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01" name="Text Box 47"/>
          <p:cNvSpPr txBox="1">
            <a:spLocks noChangeArrowheads="1"/>
          </p:cNvSpPr>
          <p:nvPr/>
        </p:nvSpPr>
        <p:spPr bwMode="auto">
          <a:xfrm>
            <a:off x="3630613" y="2362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302" name="Text Box 48"/>
          <p:cNvSpPr txBox="1">
            <a:spLocks noChangeArrowheads="1"/>
          </p:cNvSpPr>
          <p:nvPr/>
        </p:nvSpPr>
        <p:spPr bwMode="auto">
          <a:xfrm>
            <a:off x="4114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03" name="Text Box 49"/>
          <p:cNvSpPr txBox="1">
            <a:spLocks noChangeArrowheads="1"/>
          </p:cNvSpPr>
          <p:nvPr/>
        </p:nvSpPr>
        <p:spPr bwMode="auto">
          <a:xfrm>
            <a:off x="46482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04" name="Text Box 50"/>
          <p:cNvSpPr txBox="1">
            <a:spLocks noChangeArrowheads="1"/>
          </p:cNvSpPr>
          <p:nvPr/>
        </p:nvSpPr>
        <p:spPr bwMode="auto">
          <a:xfrm>
            <a:off x="51816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305" name="Text Box 51"/>
          <p:cNvSpPr txBox="1">
            <a:spLocks noChangeArrowheads="1"/>
          </p:cNvSpPr>
          <p:nvPr/>
        </p:nvSpPr>
        <p:spPr bwMode="auto">
          <a:xfrm>
            <a:off x="5638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306" name="Text Box 52"/>
          <p:cNvSpPr txBox="1">
            <a:spLocks noChangeArrowheads="1"/>
          </p:cNvSpPr>
          <p:nvPr/>
        </p:nvSpPr>
        <p:spPr bwMode="auto">
          <a:xfrm>
            <a:off x="61722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307" name="Text Box 53"/>
          <p:cNvSpPr txBox="1">
            <a:spLocks noChangeArrowheads="1"/>
          </p:cNvSpPr>
          <p:nvPr/>
        </p:nvSpPr>
        <p:spPr bwMode="auto">
          <a:xfrm>
            <a:off x="66294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1308" name="Text Box 54"/>
          <p:cNvSpPr txBox="1">
            <a:spLocks noChangeArrowheads="1"/>
          </p:cNvSpPr>
          <p:nvPr/>
        </p:nvSpPr>
        <p:spPr bwMode="auto">
          <a:xfrm>
            <a:off x="71628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309" name="Text Box 55"/>
          <p:cNvSpPr txBox="1">
            <a:spLocks noChangeArrowheads="1"/>
          </p:cNvSpPr>
          <p:nvPr/>
        </p:nvSpPr>
        <p:spPr bwMode="auto">
          <a:xfrm>
            <a:off x="7620001" y="2362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1310" name="Text Box 56"/>
          <p:cNvSpPr txBox="1">
            <a:spLocks noChangeArrowheads="1"/>
          </p:cNvSpPr>
          <p:nvPr/>
        </p:nvSpPr>
        <p:spPr bwMode="auto">
          <a:xfrm>
            <a:off x="8001001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311" name="Text Box 57"/>
          <p:cNvSpPr txBox="1">
            <a:spLocks noChangeArrowheads="1"/>
          </p:cNvSpPr>
          <p:nvPr/>
        </p:nvSpPr>
        <p:spPr bwMode="auto">
          <a:xfrm>
            <a:off x="8534401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1312" name="Text Box 58"/>
          <p:cNvSpPr txBox="1">
            <a:spLocks noChangeArrowheads="1"/>
          </p:cNvSpPr>
          <p:nvPr/>
        </p:nvSpPr>
        <p:spPr bwMode="auto">
          <a:xfrm>
            <a:off x="9001126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1313" name="Text Box 59"/>
          <p:cNvSpPr txBox="1">
            <a:spLocks noChangeArrowheads="1"/>
          </p:cNvSpPr>
          <p:nvPr/>
        </p:nvSpPr>
        <p:spPr bwMode="auto">
          <a:xfrm>
            <a:off x="9534526" y="2362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1314" name="Text Box 60"/>
          <p:cNvSpPr txBox="1">
            <a:spLocks noChangeArrowheads="1"/>
          </p:cNvSpPr>
          <p:nvPr/>
        </p:nvSpPr>
        <p:spPr bwMode="auto">
          <a:xfrm>
            <a:off x="3657601" y="12192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315" name="Text Box 61"/>
          <p:cNvSpPr txBox="1">
            <a:spLocks noChangeArrowheads="1"/>
          </p:cNvSpPr>
          <p:nvPr/>
        </p:nvSpPr>
        <p:spPr bwMode="auto">
          <a:xfrm>
            <a:off x="41417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16" name="Text Box 62"/>
          <p:cNvSpPr txBox="1">
            <a:spLocks noChangeArrowheads="1"/>
          </p:cNvSpPr>
          <p:nvPr/>
        </p:nvSpPr>
        <p:spPr bwMode="auto">
          <a:xfrm>
            <a:off x="46751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317" name="Text Box 63"/>
          <p:cNvSpPr txBox="1">
            <a:spLocks noChangeArrowheads="1"/>
          </p:cNvSpPr>
          <p:nvPr/>
        </p:nvSpPr>
        <p:spPr bwMode="auto">
          <a:xfrm>
            <a:off x="5208588" y="12192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321" name="Freeform 67"/>
          <p:cNvSpPr>
            <a:spLocks/>
          </p:cNvSpPr>
          <p:nvPr/>
        </p:nvSpPr>
        <p:spPr bwMode="auto">
          <a:xfrm>
            <a:off x="3673158" y="3429000"/>
            <a:ext cx="342900" cy="762000"/>
          </a:xfrm>
          <a:custGeom>
            <a:avLst/>
            <a:gdLst>
              <a:gd name="T0" fmla="*/ 2147483646 w 216"/>
              <a:gd name="T1" fmla="*/ 0 h 576"/>
              <a:gd name="T2" fmla="*/ 2147483646 w 216"/>
              <a:gd name="T3" fmla="*/ 2147483646 h 576"/>
              <a:gd name="T4" fmla="*/ 2147483646 w 216"/>
              <a:gd name="T5" fmla="*/ 2147483646 h 576"/>
              <a:gd name="T6" fmla="*/ 2147483646 w 216"/>
              <a:gd name="T7" fmla="*/ 2147483646 h 576"/>
              <a:gd name="T8" fmla="*/ 2147483646 w 216"/>
              <a:gd name="T9" fmla="*/ 2147483646 h 576"/>
              <a:gd name="T10" fmla="*/ 2147483646 w 216"/>
              <a:gd name="T11" fmla="*/ 2147483646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"/>
              <a:gd name="T19" fmla="*/ 0 h 576"/>
              <a:gd name="T20" fmla="*/ 216 w 216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" h="576">
                <a:moveTo>
                  <a:pt x="112" y="0"/>
                </a:moveTo>
                <a:cubicBezTo>
                  <a:pt x="56" y="96"/>
                  <a:pt x="0" y="192"/>
                  <a:pt x="16" y="240"/>
                </a:cubicBezTo>
                <a:cubicBezTo>
                  <a:pt x="32" y="288"/>
                  <a:pt x="200" y="256"/>
                  <a:pt x="208" y="288"/>
                </a:cubicBezTo>
                <a:cubicBezTo>
                  <a:pt x="216" y="320"/>
                  <a:pt x="64" y="400"/>
                  <a:pt x="64" y="432"/>
                </a:cubicBezTo>
                <a:cubicBezTo>
                  <a:pt x="64" y="464"/>
                  <a:pt x="208" y="456"/>
                  <a:pt x="208" y="480"/>
                </a:cubicBezTo>
                <a:cubicBezTo>
                  <a:pt x="208" y="504"/>
                  <a:pt x="88" y="560"/>
                  <a:pt x="64" y="57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22" name="Group 68"/>
          <p:cNvGrpSpPr>
            <a:grpSpLocks/>
          </p:cNvGrpSpPr>
          <p:nvPr/>
        </p:nvGrpSpPr>
        <p:grpSpPr bwMode="auto">
          <a:xfrm>
            <a:off x="8077200" y="5562600"/>
            <a:ext cx="1981200" cy="533400"/>
            <a:chOff x="2160" y="2688"/>
            <a:chExt cx="1248" cy="336"/>
          </a:xfrm>
        </p:grpSpPr>
        <p:sp>
          <p:nvSpPr>
            <p:cNvPr id="11328" name="Rectangle 69"/>
            <p:cNvSpPr>
              <a:spLocks noChangeArrowheads="1"/>
            </p:cNvSpPr>
            <p:nvPr/>
          </p:nvSpPr>
          <p:spPr bwMode="auto">
            <a:xfrm>
              <a:off x="2160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 dirty="0" smtClean="0">
                  <a:latin typeface="Arial" panose="020B0604020202020204" pitchFamily="34" charset="0"/>
                </a:rPr>
                <a:t>c</a:t>
              </a:r>
              <a:endParaRPr 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1329" name="Rectangle 70"/>
            <p:cNvSpPr>
              <a:spLocks noChangeArrowheads="1"/>
            </p:cNvSpPr>
            <p:nvPr/>
          </p:nvSpPr>
          <p:spPr bwMode="auto">
            <a:xfrm>
              <a:off x="2496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0" name="Rectangle 71"/>
            <p:cNvSpPr>
              <a:spLocks noChangeArrowheads="1"/>
            </p:cNvSpPr>
            <p:nvPr/>
          </p:nvSpPr>
          <p:spPr bwMode="auto">
            <a:xfrm>
              <a:off x="2784" y="2688"/>
              <a:ext cx="33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31" name="Rectangle 72"/>
            <p:cNvSpPr>
              <a:spLocks noChangeArrowheads="1"/>
            </p:cNvSpPr>
            <p:nvPr/>
          </p:nvSpPr>
          <p:spPr bwMode="auto">
            <a:xfrm>
              <a:off x="3120" y="2688"/>
              <a:ext cx="28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2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332" name="Rectangle 73"/>
            <p:cNvSpPr>
              <a:spLocks noChangeArrowheads="1"/>
            </p:cNvSpPr>
            <p:nvPr/>
          </p:nvSpPr>
          <p:spPr bwMode="auto">
            <a:xfrm>
              <a:off x="2160" y="2688"/>
              <a:ext cx="124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/>
            </a:p>
          </p:txBody>
        </p:sp>
      </p:grpSp>
      <p:sp>
        <p:nvSpPr>
          <p:cNvPr id="11326" name="Freeform 77"/>
          <p:cNvSpPr>
            <a:spLocks/>
          </p:cNvSpPr>
          <p:nvPr/>
        </p:nvSpPr>
        <p:spPr bwMode="auto">
          <a:xfrm>
            <a:off x="8146542" y="3429000"/>
            <a:ext cx="342900" cy="2133600"/>
          </a:xfrm>
          <a:custGeom>
            <a:avLst/>
            <a:gdLst>
              <a:gd name="T0" fmla="*/ 2147483646 w 216"/>
              <a:gd name="T1" fmla="*/ 0 h 576"/>
              <a:gd name="T2" fmla="*/ 2147483646 w 216"/>
              <a:gd name="T3" fmla="*/ 2147483646 h 576"/>
              <a:gd name="T4" fmla="*/ 2147483646 w 216"/>
              <a:gd name="T5" fmla="*/ 2147483646 h 576"/>
              <a:gd name="T6" fmla="*/ 2147483646 w 216"/>
              <a:gd name="T7" fmla="*/ 2147483646 h 576"/>
              <a:gd name="T8" fmla="*/ 2147483646 w 216"/>
              <a:gd name="T9" fmla="*/ 2147483646 h 576"/>
              <a:gd name="T10" fmla="*/ 2147483646 w 216"/>
              <a:gd name="T11" fmla="*/ 2147483646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"/>
              <a:gd name="T19" fmla="*/ 0 h 576"/>
              <a:gd name="T20" fmla="*/ 216 w 216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" h="576">
                <a:moveTo>
                  <a:pt x="112" y="0"/>
                </a:moveTo>
                <a:cubicBezTo>
                  <a:pt x="56" y="96"/>
                  <a:pt x="0" y="192"/>
                  <a:pt x="16" y="240"/>
                </a:cubicBezTo>
                <a:cubicBezTo>
                  <a:pt x="32" y="288"/>
                  <a:pt x="200" y="256"/>
                  <a:pt x="208" y="288"/>
                </a:cubicBezTo>
                <a:cubicBezTo>
                  <a:pt x="216" y="320"/>
                  <a:pt x="64" y="400"/>
                  <a:pt x="64" y="432"/>
                </a:cubicBezTo>
                <a:cubicBezTo>
                  <a:pt x="64" y="464"/>
                  <a:pt x="208" y="456"/>
                  <a:pt x="208" y="480"/>
                </a:cubicBezTo>
                <a:cubicBezTo>
                  <a:pt x="208" y="504"/>
                  <a:pt x="88" y="560"/>
                  <a:pt x="64" y="57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7" name="Line 78"/>
          <p:cNvSpPr>
            <a:spLocks noChangeShapeType="1"/>
          </p:cNvSpPr>
          <p:nvPr/>
        </p:nvSpPr>
        <p:spPr bwMode="auto">
          <a:xfrm>
            <a:off x="5791200" y="4876800"/>
            <a:ext cx="182880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5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Best-case Analysis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There </a:t>
            </a:r>
            <a:r>
              <a:rPr lang="en-US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is m=1 comparison for 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each shift in the worst case</a:t>
            </a:r>
          </a:p>
          <a:p>
            <a:pPr marL="609600" indent="-609600"/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There are 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+1 shifts</a:t>
            </a:r>
          </a:p>
          <a:p>
            <a:pPr marL="609600" indent="-609600"/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So, the </a:t>
            </a:r>
            <a:r>
              <a:rPr lang="en-US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best-case 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running time is    </a:t>
            </a:r>
            <a:r>
              <a:rPr lang="el-GR" dirty="0">
                <a:cs typeface="Arial" panose="020B0604020202020204" pitchFamily="34" charset="0"/>
                <a:sym typeface="Symbol" panose="05050102010706020507" pitchFamily="18" charset="2"/>
              </a:rPr>
              <a:t>Θ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i="1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i="1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+1)1)</a:t>
            </a:r>
          </a:p>
          <a:p>
            <a:pPr marL="609600" indent="-609600"/>
            <a:endParaRPr lang="en-US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189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Rabin-Karp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5" y="1553482"/>
            <a:ext cx="11473542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Idea: Before spending a lot of time comparing </a:t>
            </a:r>
            <a:r>
              <a:rPr lang="en-US" dirty="0" smtClean="0"/>
              <a:t>characters </a:t>
            </a:r>
            <a:r>
              <a:rPr lang="en-US" dirty="0"/>
              <a:t>for a match, </a:t>
            </a:r>
            <a:r>
              <a:rPr lang="en-US" b="1" dirty="0"/>
              <a:t>do some pre-processing to eliminate locations that could not possibly match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If we could quickly eliminate most of the </a:t>
            </a:r>
            <a:r>
              <a:rPr lang="en-US" dirty="0" smtClean="0"/>
              <a:t>positions, </a:t>
            </a:r>
            <a:r>
              <a:rPr lang="en-US" dirty="0"/>
              <a:t>then we can run the naïve algorithm on </a:t>
            </a:r>
            <a:r>
              <a:rPr lang="en-US" dirty="0" smtClean="0"/>
              <a:t>what's </a:t>
            </a:r>
            <a:r>
              <a:rPr lang="en-US" dirty="0"/>
              <a:t>left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Eliminate enough to hopefully get </a:t>
            </a:r>
            <a:r>
              <a:rPr lang="en-US" b="1" dirty="0"/>
              <a:t>O(n)</a:t>
            </a:r>
            <a:r>
              <a:rPr lang="en-US" dirty="0"/>
              <a:t> runtime overall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1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0113" y="372853"/>
            <a:ext cx="1153885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Rabin-Karp string matching algorithm </a:t>
            </a:r>
            <a:r>
              <a:rPr lang="en-US" sz="2400" b="1" dirty="0"/>
              <a:t>calculates a hash value for the pattern, as well as for each M-character subsequences of text to be compared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the </a:t>
            </a:r>
            <a:r>
              <a:rPr lang="en-US" sz="2400" b="1" dirty="0"/>
              <a:t>hash values are unequal</a:t>
            </a:r>
            <a:r>
              <a:rPr lang="en-US" sz="2400" dirty="0"/>
              <a:t>, the algorithm will determine the hash value for next M-character sequence. </a:t>
            </a:r>
            <a:endParaRPr lang="en-US" sz="24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the </a:t>
            </a:r>
            <a:r>
              <a:rPr lang="en-US" sz="2400" b="1" dirty="0"/>
              <a:t>hash values are equal</a:t>
            </a:r>
            <a:r>
              <a:rPr lang="en-US" sz="2400" dirty="0"/>
              <a:t>, the algorithm will analyze the pattern and the M-character sequence. </a:t>
            </a:r>
            <a:endParaRPr lang="en-US" sz="24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In </a:t>
            </a:r>
            <a:r>
              <a:rPr lang="en-US" sz="2400" dirty="0"/>
              <a:t>this way, there is only one comparison per text subsequence, and character matching is only required when the hash values match</a:t>
            </a:r>
            <a:r>
              <a:rPr lang="en-US" sz="24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Spurious Hit: </a:t>
            </a:r>
            <a:r>
              <a:rPr lang="en-US" sz="2400" dirty="0"/>
              <a:t>When the hash value of the pattern matches with the hash value of a window of the text but the window is not the actual pattern then it is called a </a:t>
            </a:r>
            <a:r>
              <a:rPr lang="en-US" sz="2400" b="1" dirty="0"/>
              <a:t>spurious hit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7838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+mn-lt"/>
              </a:rPr>
              <a:t>Rabin-Karp Approach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045030"/>
            <a:ext cx="11201400" cy="4800600"/>
          </a:xfrm>
        </p:spPr>
        <p:txBody>
          <a:bodyPr/>
          <a:lstStyle/>
          <a:p>
            <a:pPr marL="609600" indent="-609600" algn="just">
              <a:lnSpc>
                <a:spcPct val="150000"/>
              </a:lnSpc>
            </a:pPr>
            <a:r>
              <a:rPr lang="en-US" dirty="0" smtClean="0"/>
              <a:t>We can view a string of </a:t>
            </a:r>
            <a:r>
              <a:rPr lang="en-US" i="1" dirty="0" smtClean="0"/>
              <a:t>k</a:t>
            </a:r>
            <a:r>
              <a:rPr lang="en-US" dirty="0" smtClean="0"/>
              <a:t> characters (digits) as a length-</a:t>
            </a:r>
            <a:r>
              <a:rPr lang="en-US" i="1" dirty="0" smtClean="0"/>
              <a:t>k</a:t>
            </a:r>
            <a:r>
              <a:rPr lang="en-US" dirty="0" smtClean="0"/>
              <a:t> decimal number</a:t>
            </a:r>
          </a:p>
          <a:p>
            <a:pPr marL="990600" lvl="1" indent="-533400" algn="just">
              <a:lnSpc>
                <a:spcPct val="150000"/>
              </a:lnSpc>
            </a:pPr>
            <a:r>
              <a:rPr lang="en-US" dirty="0" smtClean="0"/>
              <a:t>E.g., the string “31425” corresponds to the decimal number 31,425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dirty="0" smtClean="0"/>
              <a:t>Given a pattern </a:t>
            </a:r>
            <a:r>
              <a:rPr lang="en-US" i="1" dirty="0" smtClean="0"/>
              <a:t>P </a:t>
            </a:r>
            <a:r>
              <a:rPr lang="en-US" dirty="0" smtClean="0"/>
              <a:t>[1..</a:t>
            </a:r>
            <a:r>
              <a:rPr lang="en-US" i="1" dirty="0" smtClean="0"/>
              <a:t>m</a:t>
            </a:r>
            <a:r>
              <a:rPr lang="en-US" dirty="0" smtClean="0"/>
              <a:t>], let </a:t>
            </a:r>
            <a:r>
              <a:rPr lang="en-US" i="1" dirty="0" smtClean="0"/>
              <a:t>p</a:t>
            </a:r>
            <a:r>
              <a:rPr lang="en-US" dirty="0" smtClean="0"/>
              <a:t> denote the corresponding decimal value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dirty="0" smtClean="0"/>
              <a:t>Given a text </a:t>
            </a:r>
            <a:r>
              <a:rPr lang="en-US" i="1" dirty="0" smtClean="0"/>
              <a:t>T </a:t>
            </a:r>
            <a:r>
              <a:rPr lang="en-US" dirty="0" smtClean="0"/>
              <a:t>[1..</a:t>
            </a:r>
            <a:r>
              <a:rPr lang="en-US" i="1" dirty="0" smtClean="0"/>
              <a:t>n</a:t>
            </a:r>
            <a:r>
              <a:rPr lang="en-US" dirty="0" smtClean="0"/>
              <a:t>], let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s</a:t>
            </a:r>
            <a:r>
              <a:rPr lang="en-US" dirty="0" smtClean="0"/>
              <a:t> denote the decimal value of the length-</a:t>
            </a:r>
            <a:r>
              <a:rPr lang="en-US" i="1" dirty="0" smtClean="0"/>
              <a:t>m</a:t>
            </a:r>
            <a:r>
              <a:rPr lang="en-US" dirty="0" smtClean="0"/>
              <a:t> substring  </a:t>
            </a:r>
            <a:r>
              <a:rPr lang="en-US" i="1" dirty="0" smtClean="0"/>
              <a:t>T </a:t>
            </a:r>
            <a:r>
              <a:rPr lang="en-US" dirty="0" smtClean="0"/>
              <a:t>[(</a:t>
            </a:r>
            <a:r>
              <a:rPr lang="en-US" i="1" dirty="0" smtClean="0"/>
              <a:t>s</a:t>
            </a:r>
            <a:r>
              <a:rPr lang="en-US" dirty="0" smtClean="0"/>
              <a:t>+1)..(</a:t>
            </a:r>
            <a:r>
              <a:rPr lang="en-US" i="1" dirty="0" err="1" smtClean="0"/>
              <a:t>s</a:t>
            </a:r>
            <a:r>
              <a:rPr lang="en-US" dirty="0" err="1" smtClean="0"/>
              <a:t>+</a:t>
            </a:r>
            <a:r>
              <a:rPr lang="en-US" i="1" dirty="0" err="1" smtClean="0"/>
              <a:t>m</a:t>
            </a:r>
            <a:r>
              <a:rPr lang="en-US" dirty="0" smtClean="0"/>
              <a:t>)] for </a:t>
            </a:r>
            <a:r>
              <a:rPr lang="en-US" i="1" dirty="0" smtClean="0"/>
              <a:t>s</a:t>
            </a:r>
            <a:r>
              <a:rPr lang="en-US" dirty="0" smtClean="0"/>
              <a:t>=0, 1,…, (</a:t>
            </a:r>
            <a:r>
              <a:rPr lang="en-US" i="1" dirty="0" smtClean="0"/>
              <a:t>n-m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309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+mn-lt"/>
              </a:rPr>
              <a:t>Rabin-Karp Approach</a:t>
            </a:r>
            <a:endParaRPr lang="en-US" sz="2000" b="1" dirty="0">
              <a:latin typeface="+mn-lt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3429" y="1404257"/>
            <a:ext cx="11148713" cy="4724400"/>
          </a:xfrm>
        </p:spPr>
        <p:txBody>
          <a:bodyPr>
            <a:normAutofit fontScale="92500" lnSpcReduction="10000"/>
          </a:bodyPr>
          <a:lstStyle/>
          <a:p>
            <a:pPr marL="609600" indent="-609600" algn="just">
              <a:lnSpc>
                <a:spcPct val="150000"/>
              </a:lnSpc>
            </a:pPr>
            <a:r>
              <a:rPr lang="en-US" i="1" dirty="0" err="1" smtClean="0"/>
              <a:t>t</a:t>
            </a:r>
            <a:r>
              <a:rPr lang="en-US" i="1" baseline="-25000" dirty="0" err="1" smtClean="0"/>
              <a:t>s</a:t>
            </a:r>
            <a:r>
              <a:rPr lang="en-US" dirty="0" smtClean="0"/>
              <a:t> = </a:t>
            </a:r>
            <a:r>
              <a:rPr lang="en-US" i="1" dirty="0" smtClean="0"/>
              <a:t>p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i="1" dirty="0" smtClean="0"/>
              <a:t>T </a:t>
            </a:r>
            <a:r>
              <a:rPr lang="en-US" dirty="0" smtClean="0"/>
              <a:t>[(</a:t>
            </a:r>
            <a:r>
              <a:rPr lang="en-US" i="1" dirty="0" smtClean="0"/>
              <a:t>s</a:t>
            </a:r>
            <a:r>
              <a:rPr lang="en-US" dirty="0" smtClean="0"/>
              <a:t>+1)..(</a:t>
            </a:r>
            <a:r>
              <a:rPr lang="en-US" i="1" dirty="0" err="1" smtClean="0"/>
              <a:t>s</a:t>
            </a:r>
            <a:r>
              <a:rPr lang="en-US" dirty="0" err="1" smtClean="0"/>
              <a:t>+</a:t>
            </a:r>
            <a:r>
              <a:rPr lang="en-US" i="1" dirty="0" err="1" smtClean="0"/>
              <a:t>m</a:t>
            </a:r>
            <a:r>
              <a:rPr lang="en-US" dirty="0" smtClean="0"/>
              <a:t>)] = </a:t>
            </a:r>
            <a:r>
              <a:rPr lang="en-US" i="1" dirty="0" smtClean="0"/>
              <a:t>P </a:t>
            </a:r>
            <a:r>
              <a:rPr lang="en-US" dirty="0" smtClean="0"/>
              <a:t>[1..</a:t>
            </a:r>
            <a:r>
              <a:rPr lang="en-US" i="1" dirty="0" smtClean="0"/>
              <a:t>m</a:t>
            </a:r>
            <a:r>
              <a:rPr lang="en-US" dirty="0" smtClean="0"/>
              <a:t>]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i="1" dirty="0" smtClean="0"/>
              <a:t>s</a:t>
            </a:r>
            <a:r>
              <a:rPr lang="en-US" dirty="0" smtClean="0"/>
              <a:t> is a valid shift </a:t>
            </a:r>
            <a:r>
              <a:rPr lang="en-US" dirty="0" err="1" smtClean="0"/>
              <a:t>iff</a:t>
            </a:r>
            <a:r>
              <a:rPr lang="en-US" dirty="0" smtClean="0"/>
              <a:t> 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s</a:t>
            </a:r>
            <a:r>
              <a:rPr lang="en-US" dirty="0" smtClean="0"/>
              <a:t> = </a:t>
            </a:r>
            <a:r>
              <a:rPr lang="en-US" i="1" dirty="0" smtClean="0"/>
              <a:t>p</a:t>
            </a:r>
            <a:r>
              <a:rPr lang="en-US" dirty="0" smtClean="0"/>
              <a:t> 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i="1" dirty="0" smtClean="0"/>
              <a:t>p</a:t>
            </a:r>
            <a:r>
              <a:rPr lang="en-US" dirty="0" smtClean="0"/>
              <a:t> can be computed in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m</a:t>
            </a:r>
            <a:r>
              <a:rPr lang="en-US" dirty="0" smtClean="0"/>
              <a:t>) time</a:t>
            </a:r>
          </a:p>
          <a:p>
            <a:pPr marL="990600" lvl="1" indent="-533400" algn="just">
              <a:lnSpc>
                <a:spcPct val="150000"/>
              </a:lnSpc>
            </a:pPr>
            <a:r>
              <a:rPr lang="en-US" i="1" dirty="0" smtClean="0"/>
              <a:t>p</a:t>
            </a:r>
            <a:r>
              <a:rPr lang="en-US" dirty="0" smtClean="0"/>
              <a:t> = </a:t>
            </a:r>
            <a:r>
              <a:rPr lang="en-US" i="1" dirty="0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m</a:t>
            </a:r>
            <a:r>
              <a:rPr lang="en-US" dirty="0" smtClean="0"/>
              <a:t>] + 10 (</a:t>
            </a:r>
            <a:r>
              <a:rPr lang="en-US" i="1" dirty="0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m</a:t>
            </a:r>
            <a:r>
              <a:rPr lang="en-US" dirty="0" smtClean="0"/>
              <a:t>-1] + 10 (</a:t>
            </a:r>
            <a:r>
              <a:rPr lang="en-US" i="1" dirty="0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m</a:t>
            </a:r>
            <a:r>
              <a:rPr lang="en-US" dirty="0" smtClean="0"/>
              <a:t>-2]+…))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 can similarly be computed in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m</a:t>
            </a:r>
            <a:r>
              <a:rPr lang="en-US" dirty="0" smtClean="0"/>
              <a:t>) time</a:t>
            </a:r>
          </a:p>
          <a:p>
            <a:pPr marL="609600" indent="-609600" algn="just">
              <a:lnSpc>
                <a:spcPct val="150000"/>
              </a:lnSpc>
            </a:pPr>
            <a:r>
              <a:rPr lang="en-US" dirty="0" smtClean="0"/>
              <a:t>Other 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t</a:t>
            </a:r>
            <a:r>
              <a:rPr lang="en-US" baseline="-25000" dirty="0" smtClean="0"/>
              <a:t>2</a:t>
            </a:r>
            <a:r>
              <a:rPr lang="en-US" dirty="0" smtClean="0"/>
              <a:t>,…,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n</a:t>
            </a:r>
            <a:r>
              <a:rPr lang="en-US" i="1" baseline="-25000" dirty="0" smtClean="0"/>
              <a:t>-m</a:t>
            </a:r>
            <a:r>
              <a:rPr lang="en-US" dirty="0" smtClean="0"/>
              <a:t> can be computed in O(n-m) time since </a:t>
            </a:r>
            <a:r>
              <a:rPr lang="en-US" i="1" dirty="0" smtClean="0"/>
              <a:t>t</a:t>
            </a:r>
            <a:r>
              <a:rPr lang="en-US" i="1" baseline="-25000" dirty="0" smtClean="0"/>
              <a:t>s</a:t>
            </a:r>
            <a:r>
              <a:rPr lang="en-US" baseline="-25000" dirty="0" smtClean="0"/>
              <a:t>+1</a:t>
            </a:r>
            <a:r>
              <a:rPr lang="en-US" dirty="0" smtClean="0"/>
              <a:t> can be computed from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s</a:t>
            </a:r>
            <a:r>
              <a:rPr lang="en-US" dirty="0" smtClean="0"/>
              <a:t> in constant time</a:t>
            </a:r>
          </a:p>
        </p:txBody>
      </p:sp>
    </p:spTree>
    <p:extLst>
      <p:ext uri="{BB962C8B-B14F-4D97-AF65-F5344CB8AC3E}">
        <p14:creationId xmlns:p14="http://schemas.microsoft.com/office/powerpoint/2010/main" val="193804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914400" y="87086"/>
            <a:ext cx="10515600" cy="707571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The Rabin-Karp algorithm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555172" y="794657"/>
            <a:ext cx="8556171" cy="581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6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723446"/>
          </a:xfrm>
        </p:spPr>
        <p:txBody>
          <a:bodyPr/>
          <a:lstStyle/>
          <a:p>
            <a:r>
              <a:rPr lang="en-US" b="1" dirty="0"/>
              <a:t>The Rabin Karp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838200" y="1076815"/>
            <a:ext cx="9284208" cy="4821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41880" y="1324080"/>
              <a:ext cx="10358280" cy="4668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520" y="1314720"/>
                <a:ext cx="10377000" cy="468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04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31372" y="212725"/>
            <a:ext cx="10515600" cy="1325563"/>
          </a:xfrm>
        </p:spPr>
        <p:txBody>
          <a:bodyPr/>
          <a:lstStyle/>
          <a:p>
            <a:pPr eaLnBrk="1" hangingPunct="1"/>
            <a:r>
              <a:rPr lang="en-US" b="1" smtClean="0"/>
              <a:t>The Rabin-Karp algorithm</a:t>
            </a:r>
            <a:endParaRPr lang="en-US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555172" y="1433738"/>
            <a:ext cx="9915144" cy="43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714" y="17688"/>
            <a:ext cx="117130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Working modulo </a:t>
            </a:r>
            <a:r>
              <a:rPr lang="en-US" sz="2400" b="1" dirty="0" smtClean="0"/>
              <a:t>q = 11</a:t>
            </a:r>
            <a:r>
              <a:rPr lang="en-US" sz="2400" dirty="0"/>
              <a:t>, how many spurious hits does the Rabin-Karp matcher </a:t>
            </a:r>
            <a:r>
              <a:rPr lang="en-US" sz="2400" dirty="0" smtClean="0"/>
              <a:t>encounter </a:t>
            </a:r>
            <a:r>
              <a:rPr lang="en-US" sz="2400" dirty="0"/>
              <a:t>in the text </a:t>
            </a:r>
            <a:r>
              <a:rPr lang="en-US" sz="2400" b="1" dirty="0" smtClean="0"/>
              <a:t>T = </a:t>
            </a:r>
            <a:r>
              <a:rPr lang="en-US" sz="2400" b="1" dirty="0"/>
              <a:t>3141592653589793 </a:t>
            </a:r>
            <a:r>
              <a:rPr lang="en-US" sz="2400" dirty="0"/>
              <a:t>when looking for the pattern </a:t>
            </a:r>
            <a:r>
              <a:rPr lang="en-US" sz="2400" b="1" dirty="0"/>
              <a:t>P </a:t>
            </a:r>
            <a:r>
              <a:rPr lang="en-US" sz="2400" b="1" dirty="0" smtClean="0"/>
              <a:t>=26 </a:t>
            </a:r>
            <a:r>
              <a:rPr lang="en-US" sz="2400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Solution: P</a:t>
            </a:r>
            <a:r>
              <a:rPr lang="en-US" sz="2400" dirty="0"/>
              <a:t> mod </a:t>
            </a:r>
            <a:r>
              <a:rPr lang="en-US" sz="2400" dirty="0" smtClean="0"/>
              <a:t>q</a:t>
            </a:r>
            <a:r>
              <a:rPr lang="en-US" sz="2400" dirty="0"/>
              <a:t> = 26 mod 11 = 4  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Now find the exact match of P mod </a:t>
            </a:r>
            <a:r>
              <a:rPr lang="en-US" sz="2400" dirty="0" smtClean="0"/>
              <a:t>q i.e. 4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326012"/>
            <a:ext cx="9780867" cy="10586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633382"/>
            <a:ext cx="8964386" cy="15619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230167"/>
            <a:ext cx="8964386" cy="16278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4891320" y="1628640"/>
              <a:ext cx="1283040" cy="647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1960" y="1619280"/>
                <a:ext cx="1301760" cy="6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39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66" y="155802"/>
            <a:ext cx="9181420" cy="18362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27" y="2092777"/>
            <a:ext cx="9346139" cy="13688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27" y="3940628"/>
            <a:ext cx="9281129" cy="17090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3285000" y="2972880"/>
              <a:ext cx="6849720" cy="474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75640" y="2963520"/>
                <a:ext cx="6868440" cy="49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39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74863"/>
            <a:ext cx="9037464" cy="16845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2241095"/>
            <a:ext cx="8891169" cy="1612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4312783"/>
            <a:ext cx="9002585" cy="15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6" y="171449"/>
            <a:ext cx="9217656" cy="16355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2280556"/>
            <a:ext cx="9114065" cy="1758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149" y="5442857"/>
            <a:ext cx="48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Pattern occurs with shift 6.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1240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549" y="130094"/>
            <a:ext cx="1185645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/>
              <a:t>Apply the Rabin–Karp string matching algorithm using modulo arithmetic (mod 13) to find all occurrences of the pattern in the given text.</a:t>
            </a:r>
            <a:endParaRPr lang="en-US" sz="1600" dirty="0"/>
          </a:p>
          <a:p>
            <a:r>
              <a:rPr lang="en-IN" sz="1600" b="1" dirty="0"/>
              <a:t>Text:        AIMLDAA</a:t>
            </a:r>
            <a:endParaRPr lang="en-US" sz="1600" dirty="0"/>
          </a:p>
          <a:p>
            <a:r>
              <a:rPr lang="en-IN" sz="1600" b="1" dirty="0"/>
              <a:t>Pattern:  </a:t>
            </a:r>
            <a:r>
              <a:rPr lang="en-IN" sz="1600" b="1" dirty="0" smtClean="0"/>
              <a:t>DAA</a:t>
            </a:r>
          </a:p>
          <a:p>
            <a:endParaRPr lang="en-US" sz="1600" dirty="0"/>
          </a:p>
          <a:p>
            <a:r>
              <a:rPr lang="en-IN" sz="1600" dirty="0"/>
              <a:t> </a:t>
            </a:r>
            <a:endParaRPr lang="en-US" sz="1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804"/>
            <a:ext cx="5505450" cy="21050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561" y="592025"/>
            <a:ext cx="5133975" cy="2295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963205"/>
            <a:ext cx="5314950" cy="19335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810" y="2817557"/>
            <a:ext cx="5248275" cy="20859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49" y="4857750"/>
            <a:ext cx="5133975" cy="20002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499" y="4730044"/>
            <a:ext cx="5514975" cy="212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7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285" y="295986"/>
            <a:ext cx="11321143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400" b="1" dirty="0"/>
              <a:t>Time Complexity: </a:t>
            </a:r>
            <a:endParaRPr lang="en-US" sz="24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average and best-case running time of the Rabin-Karp algorithm is O(</a:t>
            </a:r>
            <a:r>
              <a:rPr lang="en-US" sz="2400" dirty="0" err="1"/>
              <a:t>n+m</a:t>
            </a:r>
            <a:r>
              <a:rPr lang="en-US" sz="2400" dirty="0"/>
              <a:t>), but its worst-case time is O(nm).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worst case of the Rabin-Karp algorithm occurs when all characters of pattern and text are the same as the hash values of all the substrings of T</a:t>
            </a:r>
            <a:r>
              <a:rPr lang="en-US" sz="2000" dirty="0" smtClean="0"/>
              <a:t>[ ] </a:t>
            </a:r>
            <a:r>
              <a:rPr lang="en-US" sz="2000" dirty="0"/>
              <a:t>match with the hash value of P</a:t>
            </a:r>
            <a:r>
              <a:rPr lang="en-US" sz="2000" dirty="0" smtClean="0"/>
              <a:t>[ ].</a:t>
            </a:r>
            <a:r>
              <a:rPr lang="en-US" sz="2000" dirty="0"/>
              <a:t> 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/>
              <a:t>Auxiliary Space: </a:t>
            </a:r>
            <a:r>
              <a:rPr lang="en-US" sz="2000" dirty="0"/>
              <a:t>O(1)</a:t>
            </a:r>
          </a:p>
          <a:p>
            <a:pPr fontAlgn="base">
              <a:lnSpc>
                <a:spcPct val="150000"/>
              </a:lnSpc>
            </a:pPr>
            <a:endParaRPr lang="en-US" sz="2000" b="1" dirty="0" smtClean="0"/>
          </a:p>
          <a:p>
            <a:pPr fontAlgn="base">
              <a:lnSpc>
                <a:spcPct val="150000"/>
              </a:lnSpc>
            </a:pPr>
            <a:r>
              <a:rPr lang="en-US" sz="2400" b="1" dirty="0" smtClean="0"/>
              <a:t>Limitations </a:t>
            </a:r>
            <a:r>
              <a:rPr lang="en-US" sz="2400" b="1" dirty="0"/>
              <a:t>of Rabin-Karp Algorithm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/>
              <a:t>Spurious Hit: </a:t>
            </a:r>
            <a:r>
              <a:rPr lang="en-US" sz="2000" dirty="0"/>
              <a:t>When the hash value of the pattern matches with the hash value of a window of the text but the window is not the actual pattern then it is called a </a:t>
            </a:r>
            <a:r>
              <a:rPr lang="en-US" sz="2000" b="1" dirty="0"/>
              <a:t>spurious hit</a:t>
            </a:r>
            <a:r>
              <a:rPr lang="en-US" sz="2000" dirty="0"/>
              <a:t>. </a:t>
            </a:r>
            <a:r>
              <a:rPr lang="en-US" sz="2000" b="1" dirty="0"/>
              <a:t>Spurious hit increases the time complexity of the algorithm</a:t>
            </a:r>
            <a:r>
              <a:rPr lang="en-US" sz="2000" dirty="0"/>
              <a:t>. In order to minimize spurious hit, we use good </a:t>
            </a:r>
            <a:r>
              <a:rPr lang="en-US" sz="2000" dirty="0" smtClean="0"/>
              <a:t>hash function</a:t>
            </a:r>
            <a:r>
              <a:rPr lang="en-US" sz="2000" dirty="0"/>
              <a:t>. It greatly reduces the spurious hit</a:t>
            </a:r>
            <a:r>
              <a:rPr lang="en-US" sz="2000" dirty="0" smtClean="0"/>
              <a:t>.   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/>
              <a:t>https://www.youtube.com/watch?v=qQ8vS2btsxI&amp;t=802s</a:t>
            </a:r>
            <a:endParaRPr lang="en-US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988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943" y="914400"/>
            <a:ext cx="59762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T= 315265</a:t>
            </a:r>
          </a:p>
          <a:p>
            <a:r>
              <a:rPr lang="en-US" sz="2800" dirty="0" smtClean="0"/>
              <a:t>P= 26</a:t>
            </a:r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IN" sz="2800" dirty="0"/>
              <a:t>T</a:t>
            </a:r>
            <a:r>
              <a:rPr lang="en-IN" sz="2800" dirty="0" smtClean="0"/>
              <a:t> </a:t>
            </a:r>
            <a:r>
              <a:rPr lang="en-IN" sz="2800" dirty="0"/>
              <a:t>= "</a:t>
            </a:r>
            <a:r>
              <a:rPr lang="en-IN" sz="3600" dirty="0" err="1" smtClean="0"/>
              <a:t>pabctxjabcjfsabcd</a:t>
            </a:r>
            <a:r>
              <a:rPr lang="en-IN" sz="2800" dirty="0" smtClean="0"/>
              <a:t>”</a:t>
            </a:r>
          </a:p>
          <a:p>
            <a:r>
              <a:rPr lang="en-IN" sz="2800" dirty="0"/>
              <a:t>P = "</a:t>
            </a:r>
            <a:r>
              <a:rPr lang="en-IN" sz="2800" dirty="0" err="1" smtClean="0"/>
              <a:t>abc</a:t>
            </a:r>
            <a:r>
              <a:rPr lang="en-IN" sz="2800" dirty="0" smtClean="0"/>
              <a:t>“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IN" sz="2800" dirty="0"/>
              <a:t>Txt = "</a:t>
            </a:r>
            <a:r>
              <a:rPr lang="en-IN" sz="2800" dirty="0" smtClean="0"/>
              <a:t>DAACABCDBA”</a:t>
            </a:r>
          </a:p>
          <a:p>
            <a:r>
              <a:rPr lang="en-IN" sz="2800" dirty="0" err="1"/>
              <a:t>Ptrn</a:t>
            </a:r>
            <a:r>
              <a:rPr lang="en-IN" sz="2800" dirty="0"/>
              <a:t> = "CAB"</a:t>
            </a:r>
          </a:p>
        </p:txBody>
      </p:sp>
    </p:spTree>
    <p:extLst>
      <p:ext uri="{BB962C8B-B14F-4D97-AF65-F5344CB8AC3E}">
        <p14:creationId xmlns:p14="http://schemas.microsoft.com/office/powerpoint/2010/main" val="355805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0" y="266700"/>
            <a:ext cx="5743575" cy="99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43" y="77272"/>
            <a:ext cx="3626983" cy="13694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40" y="1572986"/>
            <a:ext cx="9061836" cy="17260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59" y="3386137"/>
            <a:ext cx="9104947" cy="3384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209" y="4767652"/>
            <a:ext cx="6750561" cy="1916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436320" y="2108160"/>
              <a:ext cx="11067120" cy="3488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6960" y="2098800"/>
                <a:ext cx="11085840" cy="350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457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55600" y="187560"/>
              <a:ext cx="9714600" cy="6221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240" y="178200"/>
                <a:ext cx="9733320" cy="62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8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" y="1525359"/>
            <a:ext cx="10485903" cy="34167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81655"/>
            <a:ext cx="10447812" cy="12552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21" y="5151663"/>
            <a:ext cx="10510813" cy="9987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511000" y="2863440"/>
              <a:ext cx="70560" cy="276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1640" y="2854080"/>
                <a:ext cx="892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/>
              <p14:cNvContentPartPr/>
              <p14:nvPr/>
            </p14:nvContentPartPr>
            <p14:xfrm>
              <a:off x="2329560" y="2500560"/>
              <a:ext cx="541800" cy="860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20200" y="2491200"/>
                <a:ext cx="560520" cy="10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88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153761"/>
            <a:ext cx="11028373" cy="48210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" y="5301343"/>
            <a:ext cx="10838086" cy="9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9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8297"/>
            <a:ext cx="10515600" cy="756104"/>
          </a:xfrm>
        </p:spPr>
        <p:txBody>
          <a:bodyPr/>
          <a:lstStyle/>
          <a:p>
            <a:r>
              <a:rPr lang="en-US" b="1" dirty="0" smtClean="0">
                <a:cs typeface="Angsana New" pitchFamily="18" charset="-34"/>
              </a:rPr>
              <a:t>3</a:t>
            </a:r>
            <a:r>
              <a:rPr lang="th-TH" b="1" dirty="0" smtClean="0">
                <a:cs typeface="Angsana New" pitchFamily="18" charset="-34"/>
              </a:rPr>
              <a:t>.  The KMP Algorithm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5557" y="998311"/>
            <a:ext cx="11440885" cy="51630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th-TH" dirty="0" smtClean="0">
                <a:cs typeface="Cordia New" pitchFamily="34" charset="-34"/>
              </a:rPr>
              <a:t>The Knuth-Morris-Pratt (KMP) algorithm looks for the pattern in the text in a </a:t>
            </a:r>
            <a:r>
              <a:rPr lang="th-TH" b="1" i="1" dirty="0" smtClean="0">
                <a:cs typeface="Cordia New" pitchFamily="34" charset="-34"/>
              </a:rPr>
              <a:t>left-to-right</a:t>
            </a:r>
            <a:r>
              <a:rPr lang="th-TH" dirty="0" smtClean="0">
                <a:cs typeface="Cordia New" pitchFamily="34" charset="-34"/>
              </a:rPr>
              <a:t> order.</a:t>
            </a:r>
          </a:p>
          <a:p>
            <a:pPr algn="just">
              <a:lnSpc>
                <a:spcPct val="150000"/>
              </a:lnSpc>
            </a:pPr>
            <a:r>
              <a:rPr lang="th-TH" dirty="0" smtClean="0">
                <a:cs typeface="Cordia New" pitchFamily="34" charset="-34"/>
              </a:rPr>
              <a:t>But it shifts the pattern more intelligently than the brute force algorithm.</a:t>
            </a:r>
            <a:endParaRPr lang="en-US" dirty="0" smtClean="0">
              <a:cs typeface="Cordia New" pitchFamily="34" charset="-34"/>
            </a:endParaRPr>
          </a:p>
          <a:p>
            <a:pPr>
              <a:lnSpc>
                <a:spcPct val="150000"/>
              </a:lnSpc>
            </a:pPr>
            <a:r>
              <a:rPr lang="th-TH" dirty="0">
                <a:cs typeface="Cordia New" pitchFamily="34" charset="-34"/>
              </a:rPr>
              <a:t>KMP runs in optimal time: O(m+n)</a:t>
            </a:r>
          </a:p>
          <a:p>
            <a:pPr lvl="1">
              <a:lnSpc>
                <a:spcPct val="150000"/>
              </a:lnSpc>
            </a:pPr>
            <a:r>
              <a:rPr lang="th-TH" dirty="0">
                <a:cs typeface="Cordia New" pitchFamily="34" charset="-34"/>
              </a:rPr>
              <a:t>very </a:t>
            </a:r>
            <a:r>
              <a:rPr lang="th-TH" dirty="0" smtClean="0">
                <a:cs typeface="Cordia New" pitchFamily="34" charset="-34"/>
              </a:rPr>
              <a:t>fast</a:t>
            </a:r>
            <a:endParaRPr lang="th-TH" dirty="0">
              <a:cs typeface="Cordia New" pitchFamily="34" charset="-34"/>
            </a:endParaRPr>
          </a:p>
          <a:p>
            <a:pPr>
              <a:lnSpc>
                <a:spcPct val="150000"/>
              </a:lnSpc>
            </a:pPr>
            <a:r>
              <a:rPr lang="th-TH" dirty="0">
                <a:cs typeface="Cordia New" pitchFamily="34" charset="-34"/>
              </a:rPr>
              <a:t>The algorithm never needs to move backwards in the input text, T</a:t>
            </a:r>
          </a:p>
          <a:p>
            <a:pPr lvl="1">
              <a:lnSpc>
                <a:spcPct val="150000"/>
              </a:lnSpc>
            </a:pPr>
            <a:r>
              <a:rPr lang="th-TH" dirty="0">
                <a:cs typeface="Cordia New" pitchFamily="34" charset="-34"/>
              </a:rPr>
              <a:t>this makes the algorithm good for processing very large files that are read in from external devices or through a network </a:t>
            </a:r>
            <a:r>
              <a:rPr lang="th-TH" dirty="0" smtClean="0">
                <a:cs typeface="Cordia New" pitchFamily="34" charset="-34"/>
              </a:rPr>
              <a:t>stream</a:t>
            </a:r>
            <a:endParaRPr lang="en-US" dirty="0" smtClean="0">
              <a:cs typeface="Cordia New" pitchFamily="34" charset="-34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cs typeface="Cordia New" pitchFamily="34" charset="-34"/>
              </a:rPr>
              <a:t>https://www.youtube.com/watch?v=V5-7GzOfADQ&amp;t=14s</a:t>
            </a:r>
            <a:endParaRPr lang="th-TH" dirty="0">
              <a:cs typeface="Cordia New" pitchFamily="34" charset="-34"/>
            </a:endParaRPr>
          </a:p>
          <a:p>
            <a:pPr algn="just">
              <a:lnSpc>
                <a:spcPct val="150000"/>
              </a:lnSpc>
            </a:pPr>
            <a:endParaRPr lang="th-TH" dirty="0" smtClean="0">
              <a:cs typeface="Cordia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0441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609599" y="334281"/>
            <a:ext cx="8958943" cy="535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3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566057" y="323395"/>
            <a:ext cx="10436718" cy="510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9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6430" y="642257"/>
            <a:ext cx="3799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 = a b c a b a b </a:t>
            </a:r>
            <a:r>
              <a:rPr lang="en-US" sz="3600" dirty="0" err="1" smtClean="0"/>
              <a:t>b</a:t>
            </a:r>
            <a:endParaRPr lang="en-US" sz="3600" dirty="0" smtClean="0"/>
          </a:p>
          <a:p>
            <a:r>
              <a:rPr lang="en-US" sz="3600" dirty="0" smtClean="0"/>
              <a:t>P = a b a b </a:t>
            </a:r>
            <a:r>
              <a:rPr lang="en-US" sz="3600" dirty="0" err="1" smtClean="0"/>
              <a:t>b</a:t>
            </a:r>
            <a:endParaRPr lang="en-IN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34720" y="570240"/>
              <a:ext cx="11397240" cy="6175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360" y="560880"/>
                <a:ext cx="11415960" cy="619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08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Apply the Knuth–Morris–Pratt (KMP) string matching algorithm to find all occurrences of the pattern: BAN in the Text: BANANABANANA. Construct the LPS array and show the step-by-step matching process.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7259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1"/>
            <a:ext cx="4519527" cy="2699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80515" y="326963"/>
            <a:ext cx="22284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= a b a b </a:t>
            </a:r>
            <a:r>
              <a:rPr lang="en-US" sz="3200" b="1" dirty="0" err="1">
                <a:solidFill>
                  <a:srgbClr val="FF0000"/>
                </a:solidFill>
              </a:rPr>
              <a:t>b</a:t>
            </a:r>
            <a:endParaRPr lang="en-IN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37880" y="192960"/>
              <a:ext cx="11942280" cy="6590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20" y="183600"/>
                <a:ext cx="11961000" cy="66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67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1"/>
            <a:ext cx="4519527" cy="2699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80515" y="326963"/>
            <a:ext cx="22284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= a b a b </a:t>
            </a:r>
            <a:r>
              <a:rPr lang="en-US" sz="3200" b="1" dirty="0" err="1">
                <a:solidFill>
                  <a:srgbClr val="FF0000"/>
                </a:solidFill>
              </a:rPr>
              <a:t>b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3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0634" y="76201"/>
            <a:ext cx="3799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 = a b c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P =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64880" y="50760"/>
              <a:ext cx="11908440" cy="670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520" y="41400"/>
                <a:ext cx="11927160" cy="67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785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0634" y="76201"/>
            <a:ext cx="3799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 = a b c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P =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14800" y="134280"/>
              <a:ext cx="10476360" cy="6216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440" y="124920"/>
                <a:ext cx="10495080" cy="62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30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0634" y="76201"/>
            <a:ext cx="3799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 = a b c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P =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61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0634" y="76201"/>
            <a:ext cx="3799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 = a b c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P = a b a b </a:t>
            </a:r>
            <a:r>
              <a:rPr lang="en-US" sz="2400" dirty="0" err="1" smtClean="0">
                <a:solidFill>
                  <a:srgbClr val="FF0000"/>
                </a:solidFill>
              </a:rPr>
              <a:t>b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01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3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" y="0"/>
            <a:ext cx="622700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1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0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08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62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59984"/>
              </p:ext>
            </p:extLst>
          </p:nvPr>
        </p:nvGraphicFramePr>
        <p:xfrm>
          <a:off x="772886" y="475797"/>
          <a:ext cx="1051559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  <a:gridCol w="8088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73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542" y="1183369"/>
            <a:ext cx="10515600" cy="4351338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	b	a	b	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9933534"/>
              </p:ext>
            </p:extLst>
          </p:nvPr>
        </p:nvGraphicFramePr>
        <p:xfrm>
          <a:off x="816428" y="558546"/>
          <a:ext cx="10515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  <a:gridCol w="70104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40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148998"/>
            <a:ext cx="8263961" cy="1603602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6698" y="1855922"/>
            <a:ext cx="2302331" cy="77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38088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n = size of T = 15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m = size of P = 7</a:t>
            </a:r>
            <a:r>
              <a:rPr kumimoji="0" lang="en-US" sz="1050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endParaRPr kumimoji="0" lang="en-US" sz="2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12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85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297"/>
            <a:ext cx="10515600" cy="864961"/>
          </a:xfrm>
        </p:spPr>
        <p:txBody>
          <a:bodyPr/>
          <a:lstStyle/>
          <a:p>
            <a:r>
              <a:rPr lang="en-US" b="1" dirty="0" smtClean="0"/>
              <a:t>String Matching using Finite Automata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89456" y="1128938"/>
            <a:ext cx="11413087" cy="48255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59960" y="1257480"/>
              <a:ext cx="11093040" cy="5017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600" y="1248120"/>
                <a:ext cx="11111760" cy="503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84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625565" y="2958840"/>
            <a:ext cx="6747301" cy="2912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345440" y="458876"/>
            <a:ext cx="11501120" cy="1889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The finite automaton starts in state </a:t>
            </a:r>
            <a:r>
              <a:rPr lang="en-US" sz="2000" b="1" dirty="0">
                <a:solidFill>
                  <a:srgbClr val="333333"/>
                </a:solidFill>
                <a:latin typeface="inter-bold"/>
              </a:rPr>
              <a:t>q</a:t>
            </a:r>
            <a:r>
              <a:rPr lang="en-US" sz="2000" b="1" baseline="-25000" dirty="0">
                <a:solidFill>
                  <a:srgbClr val="333333"/>
                </a:solidFill>
                <a:latin typeface="inter-bold"/>
              </a:rPr>
              <a:t>0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 and reads the characters of its input string one at a time. If the automaton is in state q and reads input character a, it moves from state q to state δ (q, a). Whenever its current state q is a member of A, the machine M has accepted the string read so far. An input that is not allowed is </a:t>
            </a:r>
            <a:r>
              <a:rPr lang="en-US" sz="2000" b="1" dirty="0">
                <a:solidFill>
                  <a:srgbClr val="333333"/>
                </a:solidFill>
                <a:latin typeface="inter-bold"/>
              </a:rPr>
              <a:t>rejected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5895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466634" y="1303608"/>
            <a:ext cx="6709540" cy="44772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189915"/>
            <a:ext cx="120613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inter-regular"/>
              </a:rPr>
              <a:t>The following procedure computes the transition function δ from given pattern P [1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....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m]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6877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8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49520" y="877320"/>
              <a:ext cx="11148480" cy="5892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160" y="867960"/>
                <a:ext cx="11167200" cy="59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7329240" y="6084720"/>
              <a:ext cx="251640" cy="405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9880" y="6075360"/>
                <a:ext cx="270360" cy="4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954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3" y="121921"/>
            <a:ext cx="8974974" cy="2407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9056" y="2666053"/>
            <a:ext cx="2946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inter-bold"/>
              </a:rPr>
              <a:t>Solution:</a:t>
            </a: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q</a:t>
            </a:r>
            <a:r>
              <a:rPr lang="en-US" baseline="-25000" dirty="0">
                <a:solidFill>
                  <a:srgbClr val="333333"/>
                </a:solidFill>
                <a:latin typeface="inter-regular"/>
              </a:rPr>
              <a:t>0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is the initial state.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44" y="3448595"/>
            <a:ext cx="6879460" cy="27780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275760" y="322200"/>
              <a:ext cx="11812320" cy="60789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400" y="312840"/>
                <a:ext cx="11831040" cy="60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4210560" y="954000"/>
              <a:ext cx="7377120" cy="57999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01200" y="944640"/>
                <a:ext cx="7395840" cy="58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306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1" y="448355"/>
            <a:ext cx="5085502" cy="607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11" y="70077"/>
            <a:ext cx="5238750" cy="1666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714" y="70077"/>
            <a:ext cx="3526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Suppose </a:t>
            </a:r>
            <a:r>
              <a:rPr lang="en-US" sz="2000" b="1" dirty="0" smtClean="0"/>
              <a:t>w</a:t>
            </a:r>
            <a:r>
              <a:rPr lang="en-US" sz="2000" dirty="0" smtClean="0"/>
              <a:t> is a string such as,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305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3" y="121921"/>
            <a:ext cx="8974974" cy="2407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9056" y="2666053"/>
            <a:ext cx="2946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inter-bold"/>
              </a:rPr>
              <a:t>Solution:</a:t>
            </a: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q</a:t>
            </a:r>
            <a:r>
              <a:rPr lang="en-US" baseline="-25000" dirty="0">
                <a:solidFill>
                  <a:srgbClr val="333333"/>
                </a:solidFill>
                <a:latin typeface="inter-regular"/>
              </a:rPr>
              <a:t>0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is the initial state.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44" y="3448595"/>
            <a:ext cx="6879460" cy="27780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006080" y="528120"/>
              <a:ext cx="8078760" cy="4697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6720" y="518760"/>
                <a:ext cx="8097480" cy="47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645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1" y="448355"/>
            <a:ext cx="5085502" cy="607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11" y="70077"/>
            <a:ext cx="5238750" cy="1666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714" y="70077"/>
            <a:ext cx="3526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Suppose </a:t>
            </a:r>
            <a:r>
              <a:rPr lang="en-US" sz="2000" b="1" dirty="0" smtClean="0"/>
              <a:t>w</a:t>
            </a:r>
            <a:r>
              <a:rPr lang="en-US" sz="2000" dirty="0" smtClean="0"/>
              <a:t> is a string such as,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359640" y="1155600"/>
              <a:ext cx="11389320" cy="5566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280" y="1146240"/>
                <a:ext cx="11408040" cy="55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215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815015"/>
            <a:ext cx="11252476" cy="35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3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4013</TotalTime>
  <Words>1506</Words>
  <Application>Microsoft Office PowerPoint</Application>
  <PresentationFormat>Widescreen</PresentationFormat>
  <Paragraphs>572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 Unicode MS</vt:lpstr>
      <vt:lpstr>Angsana New</vt:lpstr>
      <vt:lpstr>Arial</vt:lpstr>
      <vt:lpstr>Calibri</vt:lpstr>
      <vt:lpstr>Calibri Light</vt:lpstr>
      <vt:lpstr>Cordia New</vt:lpstr>
      <vt:lpstr>inter-bold</vt:lpstr>
      <vt:lpstr>inter-regular</vt:lpstr>
      <vt:lpstr>Symbol</vt:lpstr>
      <vt:lpstr>Times New Roman</vt:lpstr>
      <vt:lpstr>Office Theme</vt:lpstr>
      <vt:lpstr>String Matching Algorithms</vt:lpstr>
      <vt:lpstr>String-Matching Problem</vt:lpstr>
      <vt:lpstr>PowerPoint Presentation</vt:lpstr>
      <vt:lpstr>PowerPoint Presentation</vt:lpstr>
      <vt:lpstr>The Naive String Matching Algorithm</vt:lpstr>
      <vt:lpstr>The Naive String Matching Algorithm</vt:lpstr>
      <vt:lpstr>The Naive String Matching Algorithm</vt:lpstr>
      <vt:lpstr>The Naive String Matching Algorithm</vt:lpstr>
      <vt:lpstr>The Naive String Matching Algorithm</vt:lpstr>
      <vt:lpstr>PowerPoint Presentation</vt:lpstr>
      <vt:lpstr>PowerPoint Presentation</vt:lpstr>
      <vt:lpstr>Naïve String-Matching Algorithm</vt:lpstr>
      <vt:lpstr>PowerPoint Presentation</vt:lpstr>
      <vt:lpstr>Analysis: Worst-case Example</vt:lpstr>
      <vt:lpstr>Analysis: Worst-case Example</vt:lpstr>
      <vt:lpstr>Worst-case Analysis</vt:lpstr>
      <vt:lpstr>Analysis: Best-case Example</vt:lpstr>
      <vt:lpstr>Best-case Analysis</vt:lpstr>
      <vt:lpstr>Rabin-Karp Approach</vt:lpstr>
      <vt:lpstr>PowerPoint Presentation</vt:lpstr>
      <vt:lpstr>Rabin-Karp Approach</vt:lpstr>
      <vt:lpstr>Rabin-Karp Approach</vt:lpstr>
      <vt:lpstr>The Rabin-Karp algorithm</vt:lpstr>
      <vt:lpstr>The Rabin Karp Algorithm</vt:lpstr>
      <vt:lpstr>The Rabin-Karp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 The KMP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 Matching using Finite Automata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Matching Algorithm</dc:title>
  <dc:creator>Microsoft account</dc:creator>
  <cp:lastModifiedBy>RCPIT</cp:lastModifiedBy>
  <cp:revision>141</cp:revision>
  <dcterms:created xsi:type="dcterms:W3CDTF">2022-05-18T10:19:58Z</dcterms:created>
  <dcterms:modified xsi:type="dcterms:W3CDTF">2026-04-28T10:51:59Z</dcterms:modified>
</cp:coreProperties>
</file>