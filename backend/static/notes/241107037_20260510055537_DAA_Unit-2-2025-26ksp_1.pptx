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5" r:id="rId8"/>
    <p:sldId id="261" r:id="rId9"/>
    <p:sldId id="262"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4" r:id="rId29"/>
    <p:sldId id="285" r:id="rId30"/>
    <p:sldId id="286" r:id="rId31"/>
    <p:sldId id="287" r:id="rId32"/>
    <p:sldId id="288" r:id="rId33"/>
    <p:sldId id="290" r:id="rId34"/>
    <p:sldId id="291" r:id="rId35"/>
    <p:sldId id="292" r:id="rId36"/>
    <p:sldId id="293" r:id="rId37"/>
    <p:sldId id="305" r:id="rId38"/>
    <p:sldId id="294" r:id="rId39"/>
    <p:sldId id="295" r:id="rId40"/>
    <p:sldId id="296" r:id="rId41"/>
    <p:sldId id="297" r:id="rId42"/>
    <p:sldId id="298" r:id="rId43"/>
    <p:sldId id="299" r:id="rId44"/>
    <p:sldId id="300" r:id="rId45"/>
    <p:sldId id="301" r:id="rId46"/>
    <p:sldId id="302" r:id="rId47"/>
    <p:sldId id="306" r:id="rId48"/>
    <p:sldId id="307" r:id="rId49"/>
    <p:sldId id="303" r:id="rId50"/>
    <p:sldId id="304" r:id="rId51"/>
    <p:sldId id="308" r:id="rId52"/>
    <p:sldId id="309" r:id="rId53"/>
    <p:sldId id="310" r:id="rId54"/>
    <p:sldId id="311" r:id="rId55"/>
    <p:sldId id="312" r:id="rId56"/>
    <p:sldId id="313"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98" autoAdjust="0"/>
    <p:restoredTop sz="94660"/>
  </p:normalViewPr>
  <p:slideViewPr>
    <p:cSldViewPr snapToGrid="0">
      <p:cViewPr varScale="1">
        <p:scale>
          <a:sx n="89" d="100"/>
          <a:sy n="89" d="100"/>
        </p:scale>
        <p:origin x="72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372.98804" units="1/cm"/>
          <inkml:channelProperty channel="Y" name="resolution" value="650.78448" units="1/cm"/>
        </inkml:channelProperties>
      </inkml:inkSource>
      <inkml:timestamp xml:id="ts0" timeString="2025-02-04T08:14:52.400"/>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70C0"/>
    </inkml:brush>
  </inkml:definitions>
  <inkml:trace contextRef="#ctx0" brushRef="#br0">1651 8811,'0'0,"-4"-4,-5-2,9 6,-17-2,-5 6,-7 9,-6 9,-1 9,3 4,1 9,2 4,5 2,5 1,10-5,8-4,7-4,7-4,6-10,8-5,6-4,7-8,9-5,-6-8</inkml:trace>
  <inkml:trace contextRef="#ctx0" brushRef="#br0" timeOffset="836.3158">1800 8949,'-10'8,"-3"3,-3 8,0 5,2 7,2 1,5 4,3-4,4-32,7 30,6-4,-13-26,17 22,4-10,-3-11,1-6,-3-6,0-5,-6-5,-1-2,-3-2,-1-4,-2 1,1 0,-4 28,2-28,-2 28,7-25,-7 25,12-16,4 11,2 11,0 11,2 4,-4 6,-3 0,-6 2,-1 2,-6-31,3 27,-3-27,3 24,-3-24,0 16,-2-11,2-5,-7-7,1-9,3-13,-1-5,4-1,3-1,6 3,1 8,-10 25,19-20,-2 10,-17 10,19-2,1 8,-1 10,0 5,4 1,-4 0,1-5,0-3,-1-3,8-3,2-5,3-8,3-7,-5-5,-1-2,-4-2,-4-2,-21 23,12-25,-6 0,-6 25,-3-24,-7 7,-12 8,3 10,19-1,-29 10,6 4,3 8,10-1,10-21,-3 24,7 1,11 2,-15-27,20 23,2-3,-22-20,24 23,-9-3,-2-2,-11-4,-6 3,-9-2,-5-3,-7 2,-3-1,28-13</inkml:trace>
  <inkml:trace contextRef="#ctx0" brushRef="#br0" timeOffset="1009.5949">2654 9027,'1'8,"5"10,-2 5,0 7,-2 0,-2 1,-2-4,-2-2</inkml:trace>
  <inkml:trace contextRef="#ctx0" brushRef="#br0" timeOffset="1181.4496">2534 8831,'1'2,"9"1,6 5</inkml:trace>
  <inkml:trace contextRef="#ctx0" brushRef="#br0" timeOffset="2076.2081">3033 8840,'-8'6,"-15"5,-3 4,-7 9,1 6,-4 2,7 2,29-34,-18 32,4-4,14-28,0 24,12-7,7-9,7-7,5-10,4-5,-3-9,0-2,-3-6,-3-6,-9-3,-1-4,-6-4,-6-1,-2 3,-2 46,-2-46,-1 8,3 38,-4-34,4 34,-4-22,1 13,-3 14,2 11,2 12,1 8,2 4,1 3,5 2,6-2,-1-7,8-6,2-6,7-7,1-6,5-9,-1-4,-1-5,4-5,-6-5,1-3,-4-5,-9-2,-19 27,17-27,-17 27,9-25,-9 25,3-18,-9 11,-6 13,-5 11,-2 5,-3 8,4 3,3-3,8 3,7-33,0 27,11-1,11-4,4-7,3-5,6-8,-5-8,-2-5,-2-5,-3-4,-3-4,-5-2,-15 26,14-29,2 4,-16 25,19-21,3 14,4 14,-3 9,0 8,-6 3,2 2,-7-3,0 2,-12-28,9 26,-9-26,5 25,-5-25,2 19,-4-9,2-10,-9-1,0-10,-1-13,4-5,8-5,6-5,7-2,11 2,0 0,8 9,1 9,-4 6</inkml:trace>
  <inkml:trace contextRef="#ctx0" brushRef="#br0" timeOffset="3072.454">4438 8801,'8'0,"7"4,2 6,4 5,-1 4,-2 4,-4 6,-14-29,9 33,-3 1,-6-34,-3 32,3-32,-6 25,-1-11,-5-12,12-2,-10-8,3-7,4-11,3-4,7 1,12-6,3-2,7 2,10 6,0 8,-3 7,-4 9,-3 9,-9 5,-1 7,-7 4,-12-20,14 25,-9 2,-4 7,-1-34,-6 30,4-3,2-27,-3 24,6-7,6-8,-9-9,14 3,1-7,5-5,-2-6,-1-2,-8-7,3-1,-7-4,-5 29,3-25,-8 1,5 24,-11-21,-7 8,-9 3,-6 7,1 2,32 1,-32 3,32-3,-30 4,8 1,19 0,12-1,10-6,14 0,7-4,2-1,-1 3,-2 2,-6-1,-33 3,31-1,-31 1,26 5,-4 4,-8 7,-6 6,-8 4,-5 2,-1 0,6-28,-7 28,4 2,3-30,3 26,10-8,-13-18,18 12,5-5,3-11,-5-9,-3-3,-4-3,-4-2,-6-4,-3 0,-6 0,-5-1,-4 5,-7 6,-4 4,-2 5,-2 6,29 0,-36 3,36-3,-28 8,8 2,20-10</inkml:trace>
  <inkml:trace contextRef="#ctx0" brushRef="#br0" timeOffset="3353.6721">5500 8478,'0'1,"0"4,-2 14,4 7,-9 9,2 8,-5 6,-1 1,-1 1,-1-3,3-2,4-1,8-6,5-7,-7-32,16 26,4-8,10-8,1-9,-1-9,-30 8</inkml:trace>
  <inkml:trace contextRef="#ctx0" brushRef="#br0" timeOffset="3525.4479">5255 8742,'5'-4,"4"2,12 1,14 2,13-1,10 0,12 2,6-2</inkml:trace>
  <inkml:trace contextRef="#ctx0" brushRef="#br0" timeOffset="3712.8703">6106 8743,'16'17,"0"5,6 6,2 5,-6 3,2-1,-20-35,17 32,-17-32</inkml:trace>
  <inkml:trace contextRef="#ctx0" brushRef="#br0" timeOffset="3915.9486">6340 8726,'-7'19,"-10"6,-3 9,-2 5,-7 7,3 0,0 2,6-4,20-44,-16 40</inkml:trace>
  <inkml:trace contextRef="#ctx0" brushRef="#br0" timeOffset="4276.8766">6465 8890,'14'0,"-14"0,18 0,6-4,-24 4,27-7,-4-4,-23 11,19-15,-8-3,-11 18,7-20,-11 4,4 16,-15-11,-5 4,-8 6,0 9,0 4,3 5,4 6,4 1,5 2,3 3,8-2,4-1,7-1,5-1,8-9,2 1,-2-11,-23-5</inkml:trace>
  <inkml:trace contextRef="#ctx0" brushRef="#br0" timeOffset="4547.2619">6641 8844,'6'-8,"1"-6,5 1,-12 13,16-9,1 8,2 13,3 7,0 5,-5 5,-3-3,-14-26,9 24,-9-24,6 24,-6-24,3 16,-3-16,1 10,-4-7,3-3,-6-10,2-9,4-6,4-4,6-2,10-3,3 1,1-3,-24 36</inkml:trace>
  <inkml:trace contextRef="#ctx0" brushRef="#br0" timeOffset="4703.4756">7071 8569,'0'0,"0"1,0 4,0 14,0 7,2 9,0 10,-4 2,2 2,1 1,-1-1,-1 0,1-49</inkml:trace>
  <inkml:trace contextRef="#ctx0" brushRef="#br0" timeOffset="5062.7732">6938 8819,'10'1,"20"0,5 0,8-1,5 0,-4-5,-4-1,2 3,-9-8,-3-1,-30 12,25-14,-25 14,18-16,-18 16,17-19,-17 19,8-15,-8 5,-8 5,-9 7,2 6,-5 7,4 5,-1 5,8 3,4 0,7 0,6 0,8 1,6-8,3-5</inkml:trace>
  <inkml:trace contextRef="#ctx0" brushRef="#br0" timeOffset="5515.7972">7601 8772,'8'2,"7"8,6 10,-5 5,-5 3,-6 4,-5-32,-4 30,-5-1,-8-5,17-24,-19 19,19-19,-16 10,4-7,12-3,-4-6,8-6,12-9,6-1,7-4,4-2,2-1,-2 1,-3 0,-30 28,25-23,-25 23,19-19,-19 19,10-12,-13 8,-15 9,-4 5,-8 5,30-15,-29 21,5 3,10 5,14 5,10-4,18 3,9-4,5-5,9-2,2-3,-4-10,-49-9,43 3</inkml:trace>
  <inkml:trace contextRef="#ctx0" brushRef="#br0" timeOffset="6125.0259">6099 8803,'0'5,"3"12,0 7,6 1,5 4,-1 3,2-1,-3-1,-12-30,14 23,-14-23,14 21,-14-21,17 15,-3-9,-14-6,15-4,-2-7,3-9,-5-8,4-1,-2-5,-1-1,-3 2,-1-1,-8 34,6-32,-1 5,-5 27,1-25,-1 25,1-18,-1 18,-1-11,1 11,-4-6</inkml:trace>
  <inkml:trace contextRef="#ctx0" brushRef="#br0" timeOffset="7370.0066">2996 9555,'0'0,"-4"-4,-3 0,-10 3,0 4,-6 12,-3 10,-1 3,2 4,2 5,6 2,4-3,13-36,-6 33,6-7,0-26,9 19,5-12,14-9,1-6,-3-8,-2-3,1-2,-9-2,-2-2,-2-1,-12 26,7-28,-3 0,-4 28,6-26,-6 26,3-21,0 12,-3 12,-2 9,7 11,-1 3,-1 3,4 1,-7-30,7 27,5-3,9-7,-21-17,24 11,2-8,6-9,-3-6,-8-7,1 0,-6-3,-3 2,-6-5,-4 2,-3 23,0-21,0 21,-3-22,3 22,-7-20,0 10,7 10,0-1,7 11,3 9,3 2,12 0,-8 1,9 0,-4-4,-22-18,26 15,-3 0,-23-15,23 13,-23-13,13 12,-7-3,-12 5,-7 0,-10-1,-6 2,-6-3,5 1,30-13,-32 13</inkml:trace>
  <inkml:trace contextRef="#ctx0" brushRef="#br0" timeOffset="7589.7839">4088 9528,'3'7,"3"9,-2 9,-2 7,1 6,-3 2,-3 2,1-2,2-40,2 41</inkml:trace>
  <inkml:trace contextRef="#ctx0" brushRef="#br0" timeOffset="8140.7861">4190 9272,'-15'-4,"-13"4,-6 4,-9 1,-4 6,-3 9,-5 4,13 5,-2 2,8 8,4 1,6 8,1 6,8-1,9 3,3 0,7-3,12-3,5-7,10-4,4-4,6-3,5-11,6-6,8-6,1-5,4-7,-1-3,-4-9,1-6,-8-5,1-2,-5-5,-6-4,-6-3,-4-4,-5-2,-6-1,-8 0,-3 2,-7 4,-10 1,1 4,-13-1,2 6,-6 1,-4 2,-2 7,-3 6,-5 0,-2 8,-2 5,-4 5,0 6,-1 5,-3 6,-4 4,-1 8</inkml:trace>
  <inkml:trace contextRef="#ctx0" brushRef="#br0" timeOffset="32933.7878">956 8175,'-5'0,"-9"6,-10 7,-3 3,-6 9,1 7,-1 2,5-4,28-30,-18 34,7-4,11-30,-4 30,14-6,13-3,7-7,-30-14,34 15,2-3,-4 1,-32-13,23 15,-10 5,-14 3,-13 2,-9-1,-7-2,0-5,-5-2,6-9</inkml:trace>
  <inkml:trace contextRef="#ctx0" brushRef="#br0" timeOffset="33136.8989">1138 8208,'6'20,"-1"12,2 6,2 6,1 3,3 4,-1-2,0-2,-12-47</inkml:trace>
  <inkml:trace contextRef="#ctx0" brushRef="#br0" timeOffset="33843.5532">1097 8392,'22'-13,"20"-3,12-4,8-3,0 0,3-1,-14 1,-11 1,-40 22,28-22,-5 5,-13 0,-13 13,-6 5,-5 9,-11 9,-2 6,-1 3,7 5,5 0,16-33,-9 28,15-2,7-6,8-7,11-6,1-10,5-6,0-7,-4-2,-2-8,-10 0,0 1,-12-5,0 3,-10 27,0-24,0 24,0-20,0 20,-2-12,4 16,1 14,4 5,9 11,3 0,-1-4,4-1,0 1,-2-6,-20-24,15 24,-15-24,14 17,-7-8,-8-9,-9-10,-6-6,-7-6,-6-5,4-4,3-10,7-2,12-1,4 2,11 5,2 6,6 9,6 5,8 7,-1 6,0 7,2 8,-6 6,-6 4,-8 2,-4 3,-11 3,-10-3,-3 4,-6-4,-4 3,0-6,23-23</inkml:trace>
  <inkml:trace contextRef="#ctx0" brushRef="#br0" timeOffset="34015.3646">2390 8113,'3'11,"0"14,3 9,-2 6,1 0,-1 0,-4-40,8 43</inkml:trace>
  <inkml:trace contextRef="#ctx0" brushRef="#br0" timeOffset="34452.7648">2373 7886,'-29'13,"-6"12,-5 12,-5 9,7 11,4 1,6 6,12-3,12-2,7-4,13-10,11-7,6-6,8-10,11-9,3-6,7-12,0-13,5-7,-5-2,-3-13,-4-2,-5-5,-7-10,-8-5,-5-1,-7 3,-3 9,-11 4,-6 5,-12 5,-7 3,-11 2,-5 5,-14 6,-2 8,-14 9,-3 11,-6 12,0 11,4 8,8 11,3 6</inkml:trace>
  <inkml:trace contextRef="#ctx0" brushRef="#br0" timeOffset="40526.098">6036 1080,'-1'10,"1"3,4 7,-2 3,-2 5,2 3,2 2,-3 5,5 1,1-2,-7-37,6 32</inkml:trace>
  <inkml:trace contextRef="#ctx0" brushRef="#br0" timeOffset="40697.928">6028 1029,'0'0,"0"0,0 6,7 3</inkml:trace>
  <inkml:trace contextRef="#ctx0" brushRef="#br0" timeOffset="41010.3462">6249 1131,'5'7,"9"8,-2 4,4 4,-2 4,-14-27,13 28,-13-28,9 27,-9-27,10 28,-10-28,5 20,-2-14,-6-16,3-9,-1-6,3-8,5 0,4 0,-11 33,10-30,-10 30,15-25,1 8,-4 13,9 7,-4 10,2 10,0 8,-1 4,-1 4,6 4,0 1</inkml:trace>
  <inkml:trace contextRef="#ctx0" brushRef="#br0" timeOffset="41260.2962">7155 1106,'1'14,"2"11,-3 10,3 7,-6 7,6 0,-1-2,-2-47,0 42,0-42,1 35,2-16</inkml:trace>
  <inkml:trace contextRef="#ctx0" brushRef="#br0" timeOffset="41603.9589">7140 1151,'0'0,"2"0,2 0,-4 0,9 7,1 7,-10-14,13 22,2-1,-15-21,19 25,-1-4,2-6,-20-15,19 4,-2-6,-17 2,15-13,-1-8,1-10,-1 0,-2 0,-12 31,11-31,-11 31,10-26,-10 26,9-16,1 12,-3 13,-1 13,-4 6,0 5,-3 4,5 1,-4-1,6 0,4-3,6-5,7-12</inkml:trace>
  <inkml:trace contextRef="#ctx0" brushRef="#br0" timeOffset="41916.4384">7943 1034,'-5'-3,"-10"5,-3 3,-9 3,-2 3,-1 3,3 2,9 0,7 4,9-2,11 2,6 0,13 0,6 5,2-5,-5-4,-2-1,-29-15,20 17,-20-17,12 12,-12 5,-16 3,-9 1,-8 0,-12-2,-1 0,-1-4,47-15,-34 17</inkml:trace>
  <inkml:trace contextRef="#ctx0" brushRef="#br0" timeOffset="42135.5009">8333 1174,'5'22,"0"8,-2 8,0 7,-4 1,0 2,2-7,0-1,-3-1,2-39,-2 33</inkml:trace>
  <inkml:trace contextRef="#ctx0" brushRef="#br0" timeOffset="42325.6902">8114 1187,'29'-6,"17"-5,15 3,11-1,4 3,3 0,-4 3,-10 3,-5 2,-12-5</inkml:trace>
  <inkml:trace contextRef="#ctx0" brushRef="#br0" timeOffset="42997.4092">6066 890,'0'0,"0"0,0 0,-2 2,2-2,-5 3,5-3,-9 1,9-1,-7 0,7 0,-7 1,7-1,-5-1,5 1,-6-8,6 8,0-5,0 5,3-5,-3 5,3 2,-3-2,3 3,-3-3,0 4,0-4,-3 7,3-7,-6 8,4-1</inkml:trace>
  <inkml:trace contextRef="#ctx0" brushRef="#br0" timeOffset="45063.744">5946 2093,'2'3,"-2"-3,8 11,0 8,2 12,2 3,-1 0,-6-3,-5-31,7 32,-7-32,4 26,-4-26,0 20,-2-8,-1-12,3 0,-6-9,3-9,6-12,0-3,8-1,4-3,4 4,1 5,-20 28,19-21,3 7,1 9,-5 9,1 6,-5 6,0 5,-1 5,0-1,-1 6,3 1,1-1,7-4</inkml:trace>
  <inkml:trace contextRef="#ctx0" brushRef="#br0" timeOffset="45407.4115">6530 2148,'0'11,"3"12,0 5,6 7,8 1,0-6,5-4,1-9,3-9,0-10,-6-5,-20 7,19-14,-6-5,-4-5,-8-1,-5 0,-3-1,-6 1,-5 1,1 4,17 20,-25-18,1 5,24 13,-22-7,-1 13,9 7,11 2,8 5</inkml:trace>
  <inkml:trace contextRef="#ctx0" brushRef="#br0" timeOffset="45594.8692">7081 2136,'0'0,"1"1,-1-1,0 5,3 5,1 6,9-7</inkml:trace>
  <inkml:trace contextRef="#ctx0" brushRef="#br0" timeOffset="46188.4872">7365 2070,'-9'13,"0"11,-7 4,3 9,1 1,7-4,5-5,0-29,8 25,5-4,-13-21,16 15,5-15,2-9,-1-9,2-2,-5-4,4 0,-4 4,4-2,-23 22,23-14,0 9,-2 10,-1 14,-7 10,-7 7,-4 8,-5 8,-4 3,1 4,2 3,-1-4,2-5,0-7,3-46,0 41,0-41,4 30,4-10,6-10,3-10,-2-13,5-13,-4-7,-1-5,-3 0,-12 38,6-37,-10 7,-13 4,-10 8,-6 6,0 3,33 9,-32-4,32 4,-26-2,13-3,15-5,15-3,11-2,7-4,11-2,1 6,-2-2,-5 5,-40 12,38-7,-38 7,28-9</inkml:trace>
  <inkml:trace contextRef="#ctx0" brushRef="#br0" timeOffset="46407.1822">8216 2112,'9'20,"11"8,7 14,4 6,-1 6,0 4,-8 4,-4-1</inkml:trace>
  <inkml:trace contextRef="#ctx0" brushRef="#br0" timeOffset="46643.1268">8520 2134,'-3'9,"-3"14,-2 9,-2 8,-3 9,0 4,2 0,1 3,4 0,4-1,2-5</inkml:trace>
  <inkml:trace contextRef="#ctx0" brushRef="#br0" timeOffset="46861.7708">8965 2292,'28'0,"7"2,4 0,-39-2,39 3</inkml:trace>
  <inkml:trace contextRef="#ctx0" brushRef="#br0" timeOffset="47033.6423">8903 2457,'19'-5,"14"-3,10 2,10 1,4 2,-4 1,-8-2</inkml:trace>
  <inkml:trace contextRef="#ctx0" brushRef="#br0" timeOffset="47533.564">9522 2163,'16'-2,"7"0,8 0,5-2,-36 4,33-1,0-4,-33 5,32-4,-32 4,23-5,-23 5,17-3,-17 3,9-2,-4 4,-5-2,-4 9,2 8,-4 10,-6 13,4-1,-5 7,3 1,2 2,-3 5,4-1,-2 1,2-4,1-1,2-3,0-2,1-9,3-35,-3 30,3-30,-2 28,2-28,-2 20</inkml:trace>
  <inkml:trace contextRef="#ctx0" brushRef="#br0" timeOffset="47783.5076">9500 2609,'2'-4,"5"-4,10 1,9-2,10-3,9 2,1-2,6 3,-2-1,1 2,-4 1,-7 3,-5 2,-35 2,30-2,-30 2,22 0,-1 3,-21-3</inkml:trace>
  <inkml:trace contextRef="#ctx0" brushRef="#br0" timeOffset="48461.6789">7276 2083,'0'0,"0"-1,0 1,2-3,7 3,8 3,3 3,3 0,-3 5,-2 3,-5 1,0 4,0 0,-2 3,-1-3,-10-19,4 23</inkml:trace>
  <inkml:trace contextRef="#ctx0" brushRef="#br0" timeOffset="50128.4111">5866 3453,'2'6,"0"8,-1 10,5 6,-6-30,5 30,-2 2,-3-32,3 29,-3-29,1 24,-1-24,2 14,-5-14,-5-11,4-6,0-5,2-3,3-1,5-5,2-1,6-1,-14 33,17-26,-17 26,19-20,2 11,-3 12,0 11,-2 8,-5 5,-2 5,1 0,0 2,3-1,-13-33</inkml:trace>
  <inkml:trace contextRef="#ctx0" brushRef="#br0" timeOffset="50456.4573">6342 3422,'-8'17,"-1"8,0 5,-2 6,3-2,8-3,5-5,-5-26,6 24,9-7,-15-17,19 4,-3-8,-16 4,18-17,-3-7,-9-4,-2-1,-9 0,-7 3,1 3,11 23,-17-18,0 2,17 16,-25-11,4 4,21 7,-22 4</inkml:trace>
  <inkml:trace contextRef="#ctx0" brushRef="#br0" timeOffset="50643.9146">6671 3531,'0'0,"0"0,-2 4,2-4,0 7,7-3</inkml:trace>
  <inkml:trace contextRef="#ctx0" brushRef="#br0" timeOffset="51308.9361">7102 3309,'-5'3,"-4"11,-6 9,-6 9,-4 6,3 5,7-3,2-1,6-6,7-33,0 28,0-28,7 19,3-10,4-15,3-9,0-4,-4-5,0-1,-4 0,2-6,-3 2,3-4,-11 33,14-28,3 7,-17 21,18-15,4 13,2 19,-2 16,1 5,-7 11,-6 7,2 3,-2 2,-3 9,-4-1,-2 5,-6-8,3-6,-2-6,4-54,-2 42,2-42,0 28,0-28,2 15,2-10,5-19,7-6,-1-7,0-8,-1 3,-6 5,-12-1,-5 4,-10 2,-6 1,-1 2,-4 5,30 14,-31-17,31 17,-21-12,7-2,18-6,15-2,13 1,6 0,4 6,0 4,-42 11,35-10,-35 10,30-6,-30 6,21-3,-21 3,13-3,-13 3,7 4</inkml:trace>
  <inkml:trace contextRef="#ctx0" brushRef="#br0" timeOffset="51812.9222">8087 3342,'0'0,"0"0,-1-1,-11 5,-4 6,-9 1,1 12,-4 0,6-1,22-22,-19 25,8 0,11-25,-1 26,8-2,11-6,6-6,-24-12,27 6,-27-6,24-3,-24 3,21-4,-21 4,10-6,-10 5,-16 8,-7 8,-7 8,5 6,-2 1,27-30,-23 30,10 3,5-1,8-32,1 30,9-3,11-6,5-5,3-9,7-6,3-2,1-6,4 1,2-4,-2-5</inkml:trace>
  <inkml:trace contextRef="#ctx0" brushRef="#br0" timeOffset="52015.9909">8738 3557,'21'2,"11"3,8-1,7 2,-5-2,-5 2,-37-6</inkml:trace>
  <inkml:trace contextRef="#ctx0" brushRef="#br0" timeOffset="52172.2066">8802 3717,'26'0,"14"6,13-4,4 3,0-2,-7-5</inkml:trace>
  <inkml:trace contextRef="#ctx0" brushRef="#br0" timeOffset="53492.5006">8176 3276,'0'0,"6"-3,-6 3,13-6,-13 6,14-5,-14 5,9-1,-9 1,10-1,-15 5,-13 3,-6 0,-5 2,-2-4,3 1,28-6,-26 4,26-4,-21 3,21-3,-17 1,17-1,-12 4,12-4,-8 1,8-1,-3 1,3-1,-3 4,3-4,-2 3,2-3,-2 1,2-1,-1 4,1-4,0 6,0-6,-5 8,5-8,0 15,0-15,-2 14,2-14,-1 18,1-18,-2 18,2-18,-2 14,2-14,-2 12,2-12,-3 9,3-9,-3 9,-2 2,-1 6,6-17,-8 19,1 4,-2 1,4 1,5-25,-4 26,-1 2,2 4,0 1,3-2,-5-1,1-2,3-3,0 0,1-25,-4 25,1-1,3-24,-4 25,4-25,-7 22,7-22,-6 16,6-16,-7 12,7-12,-3 6,3-6,0 2,6-4,12-5,6-2,10 1,5-2,3-2,4 4,-3 4,-5 0,-3 0,-35 4,31-1,-31 1,23 0,-23 0,18 1,-18-1,13 4,-13-4,11 5,-11-5,13 5</inkml:trace>
  <inkml:trace contextRef="#ctx0" brushRef="#br0" timeOffset="53695.5551">7933 3657,'7'-2,"9"-1,8 0,8-3,7 3,5-1,3-1,4 3,-1 0</inkml:trace>
  <inkml:trace contextRef="#ctx0" brushRef="#br0" timeOffset="54539.3014">9197 3408,'13'-1,"6"-3,9-1,3 2,4 1,-2-1,-33 3,32-1,-32 1,25-1,-25 1,14-1,-14 1,10 3,-6 5,-7 9,-1 2,-4 5,-1 4,-2 3,0 0,4 2,-1 4,3 1,5 2,0 1,-3-3,2-1,-2-1,-1-4,1 0,2-4,1-28</inkml:trace>
  <inkml:trace contextRef="#ctx0" brushRef="#br0" timeOffset="54726.8569">9197 3780,'8'-3,"19"-3,9-2,9 1,7 0,6 1,0 3,-4-3</inkml:trace>
  <inkml:trace contextRef="#ctx0" brushRef="#br0" timeOffset="54898.5841">9814 3657,'16'3,"8"-3,8 5,1-5</inkml:trace>
  <inkml:trace contextRef="#ctx0" brushRef="#br0" timeOffset="55086.0401">10080 3454,'0'0,"0"0,2-1,-2 1,1 1,1 5,5 17,-4 2,-5 8,2 0,-3 4,-3-2,6 4,-5 5,6-5</inkml:trace>
  <inkml:trace contextRef="#ctx0" brushRef="#br0" timeOffset="55304.8408">10367 3696,'19'0,"10"-6,6 1,5 2,-2 0,-2-2,-36 5,34-4</inkml:trace>
  <inkml:trace contextRef="#ctx0" brushRef="#br0" timeOffset="55479.7355">10315 3860,'6'-1,"12"-5,1 3,19 0,4-3,7 0,6 1,7-1</inkml:trace>
  <inkml:trace contextRef="#ctx0" brushRef="#br0" timeOffset="55854.6482">11130 3556,'-10'6,"-16"9,-12 9,-1 9,-9 6,2 3,12 3,-2 4,11-1,7-6,12-1,6-41,1 34,12-7,11-4,4-7,3-7,-3-7,1-2,-29 0,26-7,-5-3,-6-7,-9-4,-6-5,0 26,-9-24,-10 3,-13 3,-5 7,-8 4,0 9,-3 2,3 3</inkml:trace>
  <inkml:trace contextRef="#ctx0" brushRef="#br0" timeOffset="57110.669">5792 4986,'4'2,"8"-2,10-2,8 1,13-4,11-1,11 0,9 0,10-3,10-1,8 3,8-3,5 0,5 1,6-1,7-1,1-1,4 2,8-1,9 1,1 2,10-2,5 2,8 3,2-3,8 0,-1 5,-3-1,-4 1,-6 1,-5-2,-6 2,-7 3,-5 0,-7 3,-7 1,-4 4,-13-3,-8 2,-16-1,-10-3,-11 1,-8 0,-10-2,-8-2,-50-1,43 0,-3-2,-40 2,35-6,-3-1,-9-6,-5-2,0 0,-6-3,-3-3,-2-3,0-2,-2-3,4-2,-2-2,0-2,2-2,-2-2,1 2,-5-5,2 0,-1 0,5 0,-2-5,-1-1,-3-1,0-7,-1-4,0-1,2-6,1-2,3 1,-1-3,0-3,2 1,2-2,-4-4,2-3,-3-1,3-8,-2-4,1-1,0-2,3-6,-4-3,4 1,-3-4,3-2,-3-1,-3 6,4-4,1-2,-5 1,-2 2,2 1,-7 5,3 3,-3 7,-2 3,1 5,2 0,-2 11,4 7,1 2,-2 7,3 9,-5 10,-2 6,4 34,-4-30,4 30,-7-19,-8 9,-7 14,-3 5</inkml:trace>
  <inkml:trace contextRef="#ctx0" brushRef="#br0" timeOffset="64748.877">3490 11193,'0'0,"0"0,0 0,0 1,0-1,-2 2,1 6,1-8,3 14,-3 6,3 7,1 2,-3 3,-1-3,4 2,-2-3,-1-2,2 0,-1 3,-1-3,-1 1,0-27,3 25,-3-25,5 25,-5-25,4 23</inkml:trace>
  <inkml:trace contextRef="#ctx0" brushRef="#br0" timeOffset="65476.7928">3581 10986,'-6'-4,"6"4,-13-3,-7 0,-6 2,-3 4,-3 5,-1 5,-1 4,8 3,-6 4,4 1,-1 1,3 6,4-2,2 4,1 3,3 3,0 4,4 4,2 1,3 2,4 1,5 2,8-4,-2-1,11 0,5-7,-1 1,7-6,3-3,2-7,4-9,1-1,1-7,-1-6,4-3,-5-4,3-7,1-2,-2-5,-3 1,2-6,-6 1,1-6,-4-1,-5-4,-1-2,-1-3,-5-4,-1 3,-3-2,1 1,-6-1,-4-3,-8 1,-2-1,1 2,-7-2,1 2,0 3,-5 3,3 1,-4 4,-4 1,-2 4,-1 1,-3 5,-2 3,-2 1,-2 3,0 4,-3 2,0 5,-1 3,-5 4,2 4,0 5,2 4,-6 5</inkml:trace>
  <inkml:trace contextRef="#ctx0" brushRef="#br0" timeOffset="92990.5983">1012 12506,'0'0,"3"0,0 3,1 8,3 3,0 9,-2 9,-2 9,-5 4,-2 10,-6 3,1 2,0-5,2-7,7-48,-5 40,6-9,-1-31,4 25,3-5,-7-20,12 15,5-6,5-7,3-7,4-6,-2-5,-1-8,-3-1</inkml:trace>
  <inkml:trace contextRef="#ctx0" brushRef="#br0" timeOffset="93172.9059">947 12872,'10'-6,"13"-3,10-1,8-3,6 0,3 0,-4 1,-8-2</inkml:trace>
  <inkml:trace contextRef="#ctx0" brushRef="#br0" timeOffset="93333.5197">954 12606,'15'-6,"12"-5,10 0,16-1,9 7,-4 2</inkml:trace>
  <inkml:trace contextRef="#ctx0" brushRef="#br0" timeOffset="94766.3327">1702 12745,'-12'-4,"-5"1,-9 6,-7 7,1 8,-3 8,2 5,4 5,6 2,8-2,15-36,-7 33,7-6,16-7,4-7,9-13,0-7,6-14,-5-4,2-5,-2-9,-4-4,-8-5,-5-9,-6-2,-7-5,-1 3,-8 1,2 5,-2 11,9 44,-10-34,10 34,-12-24,4 10,-1 17,0 12,5 15,0 10,4 10,3 10,2 2,1 3,1 3,12-8,3-4,10-10,5-11,5-18,7-10,-1-11,-2-7,4-9,-3-7,-5-8,-1-5,-4-3,-12-1,-25 44,23-37,-23 37,16-29,-12 10,-13 8,-9 12,-8 13,-6 8,0 10,-1 7,7 2,4 1,22-42,-11 37,5-3,6-34,1 29,9-12,6-10,5-10,-4-12,1-7,-1-7,-2-5,-3-4,-12 38,12-39,-12 39,11-33,-2 11,3 20,-1 13,2 17,-3 14,0 9,2 6,2 3,-2 0,1 4,-6-1,-4-7,-3-2,-5-11,-7-7,-3-5,-8-9,0-7,-1-9,-3-7,0-12,1-4,7-4,3-4,6-2,14-6,8 4,8-5,9-2,11 2,7 0,5-2,3 2,-2 0,1-2,-8 2,-7 1,-39 33,35-33,-35 33,26-28,-26 28,20-23,-16 8,-12 13,-12 10,-5 12,-2 5,5 4,1 5,6-2,6 0,9-32,-1 30,5-4,10-4,5-6,6-10,4-3,-2-11,5-5,-3-9,0-4,0-5,-2-4,-4-3,-1 0,-22 38,19-34,-6 6,-13 28,17-19,-5 7,2 8,1 7,5 7,-4 3,-2 6,4 6,-1 2,-2-2,-1 1,-5-2,-9-24,7 24,-9-1,-9 2,-6-1,-5-3,-13-2,-2-3,-8-8</inkml:trace>
  <inkml:trace contextRef="#ctx0" brushRef="#br0" timeOffset="96774.2171">3646 12638,'0'0,"7"-6,-7 6,7-14,-7 14,7-14,-2 1,-10 7,-9 7,-9 10,-9 6,2 9,-4 4,4 8,2 1,7 3,8-3,10-2,12-4,7-5,13-8,8-5,8-8,2-9</inkml:trace>
  <inkml:trace contextRef="#ctx0" brushRef="#br0" timeOffset="97297.3661">3999 12643,'-6'0,"-6"3,-2 4,-6 7,-3 8,3 5,2 4,5 3,4-1,9-33,-4 31,7-4,-3-27,13 21,1-10,-14-11,19-3,-4-10,2-13,-8-5,-1-5,1-1,-2 3,-7 34,9-33,4 4,4 10,2 12,1 8,0 11,1 7,-1 9,-6 0,0 3,-6 2,1-1,-9-32,0 30,0-30,1 25,-1-25,0 16,-4-11,-4-10,2-11,0-7,6-6,1-1,8-7,2 3,8 6,4 6,3 8,5 10,1 7,-1 6,-2 10,-4 6,-5 2,-4 7,-3-2,-4 1,-9-33</inkml:trace>
  <inkml:trace contextRef="#ctx0" brushRef="#br0" timeOffset="97658.7644">4498 12686,'10'15,"-2"9,2 7,1 6,-7 1,0-4,-4-34,-1 31,1-31,-3 26,2-18,-1-14,5-9,0-5,3-11,1-1,6-5,4-1,2 2,3 4,2 6,-24 26,25-14,1 9,3 13,-7 10,-2 9,-4 5,-8 4,0 2,-4 1,-5 1,-1-1,2-39,-1 33,-2-11</inkml:trace>
  <inkml:trace contextRef="#ctx0" brushRef="#br0" timeOffset="97846.2154">5088 12807,'3'18,"-2"7,1 5,3 3,-5 0,0-33,-1 30</inkml:trace>
  <inkml:trace contextRef="#ctx0" brushRef="#br0" timeOffset="98002.4417">5021 12584,'0'0</inkml:trace>
  <inkml:trace contextRef="#ctx0" brushRef="#br0" timeOffset="98774.4537">5085 12765,'14'-1,"8"-5,6-5,1 4,4-2,-33 9,29-10,-3-3,-26 13,20-15,-10-5,-10 20,-4-19,-9-1,-16 4,-6 11,-3 4,-2 5,-2 8,3 9,3 0,1 7,7 0,6-1,8-2,13 4,7-4,7 0,11-2,10-4,6-3,4-7,5-3,6-6,-3-7,1-4</inkml:trace>
  <inkml:trace contextRef="#ctx0" brushRef="#br0" timeOffset="98966.8249">5580 12624,'0'0,"-6"0,-10 0,-3 4,-5 8,0 5,-2 5,2 2,8 4,7-1,8 2,8-2,9-4,8-3,10-6,7-5,3-9</inkml:trace>
  <inkml:trace contextRef="#ctx0" brushRef="#br0" timeOffset="99187.8933">5857 12432,'-4'21,"-4"12,1 7,2 7,5 5,-3 1,3 1,0-4,0-50,0 44,0-44</inkml:trace>
  <inkml:trace contextRef="#ctx0" brushRef="#br0" timeOffset="99437.8299">5754 12665,'24'-4,"12"-3,6 1,4 1,-1 3,-7 0,-38 2,29 1,-2 7,-9 5,-6 9,-4 7,-4 2,-4 4,2-3,-2-32,1 34,-1-34</inkml:trace>
  <inkml:trace contextRef="#ctx0" brushRef="#br0" timeOffset="99858.7983">6028 12521,'6'3,"5"6,8 8,5 6,0 6,-3 2,0 1,-4 1,-4-1,-13-32,7 29,-7-29,5 24,-5-24,0 15,-3-8,-2-14,4-8,-2-4,0-4,4-2,2 1,2-2,4-2,5-1,-14 29,20-23,4 8,1 8,3 11,-6 8,-5 8,2 5,-8 3,1 2,1-4,-4 3,8-1,4-5,0-7,8-7</inkml:trace>
  <inkml:trace contextRef="#ctx0" brushRef="#br0" timeOffset="100302.261">6739 12532,'-15'4,"-10"7,-1 3,-3 5,29-19,-24 20,8 3,16-23,-10 22,14-2,13-2,12-9,3-9,0-3,-32 3,31-10,0-4,-4-1,-27 15,21-17,-21 17,12-18,-12 18,6-15,-4 11,-3 12,1 16,-3 6,0 9,4 4,0 6,5 1,2 1,5 2,2-1,-3-7,-12-45,7 39,-7-39,5 29,-5-29,1 19,-5-9,-14-7,-4-10,-8-7,-9-6,-1-7,5-6,7-3,18-5</inkml:trace>
  <inkml:trace contextRef="#ctx0" brushRef="#br0" timeOffset="101023.3637">7471 12726,'0'0,"0"0,0 0,0 0,0 0,5-8,2-11,5-7,5-8,-4-6,1-5,-3-5,-1-3,-3-1,-3 3,-2 8,-2 43,1-35,-1 35,1-27,-1 27,1-18,-2 12,-1 15,-3 12,-3 13,-4 8,2 10,0 5,3 1,7-1,5-3,13-7,-2-13,13-6,1-8,9-9,-1-6,3-8,-4-9,-1-6,-6-7,-5-5,-2-2,-23 32,16-32,-16 32,6-28,-6 28,0-20,-9 13,-11 15,0 10,4 3,1 8,15-29,-7 30,8 0,15 0,6-5,6-9,2-7,6-9,1-7,-2-8,-4-3,-3-7,-10-1,-5-8,-10 1,-5 1,-6 4,-8 5,-3 3,-1 7,20 13,-21-12,21 12,-18-6,18 6,-14-3,10 9,4-6</inkml:trace>
  <inkml:trace contextRef="#ctx0" brushRef="#br0" timeOffset="101226.4386">7383 12405,'41'-4,"21"4,17 1,17-1</inkml:trace>
  <inkml:trace contextRef="#ctx0" brushRef="#br0" timeOffset="101917.7888">1018 13808,'10'20,"10"10,3 9,6 8,3 2,0-2,-6-1,3-6,-29-40,25 32</inkml:trace>
  <inkml:trace contextRef="#ctx0" brushRef="#br0" timeOffset="102105.2304">1329 13728,'-5'11,"-3"11,-5 9,-6 9,3 6,-3 5,2 2,4-2,3-2,4-4,6-2,0-43</inkml:trace>
  <inkml:trace contextRef="#ctx0" brushRef="#br0" timeOffset="102434.2806">1520 13992,'13'-3,"3"-6,4-2,0 1,0-3,-20 13,15-17,-5 1,-10 16,7-20,-5 1,-8-1,6 20,-13-14,13 14,-13-10,-5 12,0 11,0 7,4 7,2 8,9-3,6 3,4-3,5 0,7 0,4-7,-23-25,23 22</inkml:trace>
  <inkml:trace contextRef="#ctx0" brushRef="#br0" timeOffset="102684.3167">1871 13889,'12'4,"2"7,5 2,1 5,-2 3,-18-21,15 26,-4 0,-11-26,7 25,-7-25,0 23,0-23,-7 16,4-10,6-12,4-8,4-6,7-3,2-6,9-3,-3-3,3 3</inkml:trace>
  <inkml:trace contextRef="#ctx0" brushRef="#br0" timeOffset="102918.6413">2389 13708,'-4'23,"1"10,-3 10,4 4,1 3,-1-2,1-1,2-5,-1-42,-1 37,1-37,0 29</inkml:trace>
  <inkml:trace contextRef="#ctx0" brushRef="#br0" timeOffset="103231.076">2253 13962,'3'-5,"7"-4,12 0,7 0,8 0,8 2,3-2,-2 1,6-2,-7-1,0-1,-8 0,-8 0,-29 12,24-11,-24 11,18-10,-10 0,-11 2,-8 0,-6 7,0 3,-4 9,1 4,6 6,1 3,-3 4,7 0,10-2,5 3,5-5,6-1,4-5,0-8,2-8</inkml:trace>
  <inkml:trace contextRef="#ctx0" brushRef="#br0" timeOffset="103734.1245">3022 13841,'0'0,"9"3,7 11,0 8,0 3,-6 3,-3 2,-13-2,1 1,5-29,-11 24,11-24,-8 19,8-19,-10 12,11-12,10-11,10-9,1-1,5-3,-5 1,4-3,-3-1,-6-3,-17 30,18-28,-18 28,10-22,-10 22,3-17,-9 9,-10 11,0 8,-4 6,20-17,-14 20,5 6,9 5,4-2,6 0,8-2,5-6,4-3,2-3,-29-15,27 15,1-4,-28-11,25 10,-25-10,17 8,-17-8,12 4,-12-4,5 3,-7 1,-10-2,12-2,-17-3</inkml:trace>
  <inkml:trace contextRef="#ctx0" brushRef="#br0" timeOffset="104677.9465">3789 13591,'0'0,"1"-4,-1 4,2-3,-2 3,0-3,0 3,0-2,0 2,0 0,-5 3,5-3,-3 10,3-10,-7 12,7-12,-11 14,11-14,-10 16,10-16,-8 13,8-13,-4 10,4-10,-4 5,4-6,0 1,4-7,-1-5,-3 12,6-19,-6 19,6-16,-6 16,5-19,-5 19,6-15,-6 15,6-10,-6 10,1-5,1 2,1 7,1 7,-1 5,0 6,0 6,-2 4,-2 3,4 1,-3 2,0 0,3 0,-3-2,4-1,-1-3,1-1,-4-31,6 29,-5-1,-1-28,2 27,-2-27,1 24,-1-24,0 16,0-16,0 15,0-5,0-10,-7 6,-2-4,9-2,-14 3,14-3,-15-1,15 1,-17-2,17 2,-12-2,12 2,-10 0,10 0,-5-2,8 1,14-1,6-1,2 1,9 2,1-2,-3 2,-2-1,-30 1,29 0,-29 0,22 1,-22-1,20 4,-20-4,10 3,-10-3,3 1,-7-3,4 2</inkml:trace>
  <inkml:trace contextRef="#ctx0" brushRef="#br0" timeOffset="104928.2274">4385 13819,'7'0,"5"-1,12 0,5 0,3 3,3-2,-35 0,34 1,-34-1</inkml:trace>
  <inkml:trace contextRef="#ctx0" brushRef="#br0" timeOffset="105084.4417">4412 13968,'2'0,"8"1,6-2,10 4,7-2,5-1,5-2,-2-2</inkml:trace>
  <inkml:trace contextRef="#ctx0" brushRef="#br0" timeOffset="105803.4166">5170 13363,'0'0,"0"0,-1 1,-12 7,-3 3,-7 2,-3 0,0 3,4 2,22-18,-22 16,22-16,-17 16,8 2,9-18,-1 15,7-1,11-2,6 0,2-2,-1 4,1 1,-7 4,-4 6,-9 0,-4 5,-9 2,-5 0,-4-2,-8-3,1-3,-1-8,25-16,-23 16,23-16,-17 10,17-10,-9 9,6-2,15 0,5 4,3 6,-4 5,3 8,-5 8,-2 6,-8 7,-4 2,-7-1,0 1,-5-1,-2-1,2-3,0-3,5-9,6-2,8-6,2-3,5-2,11-3,1-6,9 3,-4-6,3-5,-1-1,0-5,-4-5,-1-2,-4-3,-24 10,28-7,-12 0,-6-6,-15 1</inkml:trace>
  <inkml:trace contextRef="#ctx0" brushRef="#br0" timeOffset="110374.9829">5931 13302,'0'0,"0"0,4 6,-2 4,-1 7,0 5,6 3,-6 4,2-1,-2 1,1 2,-2-31,0 33,0 0,0-33,0 35,1-6,-1-1,0-28,6 23,-6-23,3 21,-3-21,5 13</inkml:trace>
  <inkml:trace contextRef="#ctx0" brushRef="#br0" timeOffset="110578.0517">6196 13536,'0'-1,"9"0,11 0,3 0,7 1,6 4,12 2,-3-5</inkml:trace>
  <inkml:trace contextRef="#ctx0" brushRef="#br0" timeOffset="110953.4861">6724 13407,'0'0,"0"-5,0-4,8-3,4-3,5 5,9 4,0 7,5 7,-1 5,-4 5,-7 3,-3 1,-5 5,-15 1,-6 3,-9-2,-4-1,-2-3,-3-3,28-22,-28 21,28-21,-26 14,6-2,13-2,12-3,14-3,11 4,13-3,5-1,3 3,-2-5,-49-2,45 1</inkml:trace>
  <inkml:trace contextRef="#ctx0" brushRef="#br0" timeOffset="111314.8333">5786 13137,'-1'2,"-11"6,-4 12,-5 9,-5 11,-7 13,1 2,0 8,1 2,6-1,14-6,11-1,16-6,10-5,16-7,16-7,13-6,10-7,11-14,7-8</inkml:trace>
  <inkml:trace contextRef="#ctx0" brushRef="#br0" timeOffset="111627.2527">7230 13223,'17'13,"5"4,3 9,-2 5,-6 6,-8 0,-2 5,-6 0,-9 2,-4 2,-4-3,-5-4,-3 0,0-5,3-1,-2-2,23-31,-23 27,23-27,-16 23</inkml:trace>
  <inkml:trace contextRef="#ctx0" brushRef="#br0" timeOffset="111819.3635">7701 13547,'25'0,"13"4,6 1,-44-5,44 12,-9 0</inkml:trace>
  <inkml:trace contextRef="#ctx0" brushRef="#br0" timeOffset="111962.8943">7601 13728,'0'0,"1"1,6-4,13 4,16 0,8 1,11 5,7 2,-5-1,-11-3</inkml:trace>
  <inkml:trace contextRef="#ctx0" brushRef="#br0" timeOffset="113653.6292">8190 13469,'2'-7,"6"-2,4-8,3 4,3 2,-18 11,21-6,4 4,6 7,-31-5,32 12,-5 4,-27-16,25 25,-5 5,-16 1,-4-31,-8 34,-5 0,-10-7,23-27,-26 23,4-2,22-21,-21 15,21-15,-15 13,15-13,-12 10,12-10,-4 7,7-3,18-2,10-1,10-2,6-5,-4-2,3-7</inkml:trace>
  <inkml:trace contextRef="#ctx0" brushRef="#br0" timeOffset="114111.4646">8740 13416,'0'0,"0"0,0-2,0 2,-4-3,4 3,-7 0,5 8,7 9,14 8,3 5,13 1,2 6,0 6,-2-5,-3 4,-12-3,-6 1,-14-40,4 30,-11-3,-15-5,-4-10,-4-6,-2-3,3-10,2 1,27 6,-23-11,7-7,8 0,7-6,5-5,11-1,7 1,8-2,-2 1,3 2,-2 5,-29 23,27-22,-9 1,-18 21,12-23,-10 2,-2 21,-4-24,-12 3,-14 4,-3 7,-6 4,-5 2,2 4,2 3,-1 3,7 2,34-8</inkml:trace>
  <inkml:trace contextRef="#ctx0" brushRef="#br0" timeOffset="114501.991">9432 13936,'-1'0,"-2"10,-8 12,-14 15,-14 11,-14 11</inkml:trace>
  <inkml:trace contextRef="#ctx0" brushRef="#br0" timeOffset="117301.3668">6107 14208,'0'3,"0"5,-2 7,-4 7,3 6,-2 11,0 6,2 3,-1 2,4 1,-2-2,2-8,0-41</inkml:trace>
  <inkml:trace contextRef="#ctx0" brushRef="#br0" timeOffset="118096.3205">5908 14050,'0'0,"-2"-1,-7 4,-6 9,-11 10,-5 6,-3 12,-4 6,3 6,2 5,8 1,7 3,8-9,12-2,9-5,6-7,10-5,10 1,5-7,5-4,0-9</inkml:trace>
  <inkml:trace contextRef="#ctx0" brushRef="#br0" timeOffset="119020.2024">6358 14477,'0'0,"0"0,4-1,6 1,5 0,12 0,6 1,8-1,-2-1,0 4,-3-1,-5 3,-31-5,24 5,-24-5,22 3,-22-3,14 4,-14-4,12 3,-12-3,4 3,3-6,5-5</inkml:trace>
  <inkml:trace contextRef="#ctx0" brushRef="#br0" timeOffset="119343.0819">7087 14351,'-12'0,"-5"7,-11 7,-7 4,-5 9,-2 4,2 4,0 1,13 2,27-38,-20 34,13-3,8-5,16-4,1-5,8-9,1-3,-27-5,31 1,-7-6,-24 5,28-6,-28 6,18-8,-12-3,-14-1,-10 2,-9-2,-8 3,2-3,33 12,-33-10,6-3</inkml:trace>
  <inkml:trace contextRef="#ctx0" brushRef="#br0" timeOffset="119608.772">7144 14164,'11'6,"5"6,5 7,0 6,0 6,-6 6,-2 3,-3 6,-6 0,-5 0,-6-3,-1 0,-6-5,-4-6,-2-2,-3-3,23-27,-23 23,23-23</inkml:trace>
  <inkml:trace contextRef="#ctx0" brushRef="#br0" timeOffset="119780.5672">7635 14492,'24'-1,"8"1,9 0,5 4,-46-4,37 9,-7-2</inkml:trace>
  <inkml:trace contextRef="#ctx0" brushRef="#br0" timeOffset="119936.7858">7589 14669,'23'-4,"14"1,11 0,6 3,6-1,-7-6</inkml:trace>
  <inkml:trace contextRef="#ctx0" brushRef="#br0" timeOffset="120202.346">8270 14291,'-2'3,"2"10,-2 7,-1 10,0 1,0 6,-1 4,2-3,1 0,-2 1,3-39,2 33,4-4,6-11</inkml:trace>
  <inkml:trace contextRef="#ctx0" brushRef="#br0" timeOffset="120609.459">8626 14372,'-6'0,"-15"0,1 5,-4 4,-4 7,7 4,1 1,5 3,7 2,9-1,6 0,9-2,6-2,7-7,4-3,-4-4,2-7,-31 0,28-6,-2-3,-6-8,-3-2,-17 19,7-23,-6-3,-9-2,-6 2,-8 4,-6 4,-3 3,-2 6,1 3,3 2,29 4,-28 0,28 0,-22 0,10 2,12-4</inkml:trace>
  <inkml:trace contextRef="#ctx0" brushRef="#br0" timeOffset="121343.6663">9595 13425,'4'-5,"5"-3,4-2,5 2,3 2,3 7,-2 6,4 5,-1 9,-3 3,-8 5,-9 5,-6 4,-8 4,-10-1,-2 1,-7 0,-2-4,3-5,5-4,22-29,-16 26,7-1,9-25,-1 27,7 0,15-3,0-2,-21-22,22 14,-22-14,22 7,-22-7,17 4,-11-2,-10 6,-11 2,-7 3,-4 1,3 4,1 4,9 2,3 7,11 3,12 4,7 7,10 0,4 4,3 1,2 2,-3-4,-7-3,-6-5,-8-1,-10-5,-11-4,-7-2,-6-3,-8-4,-9-4,-8 0,-9-4,-15 1,-10-2,-10 1,-13-1,-5-1</inkml:trace>
  <inkml:trace contextRef="#ctx0" brushRef="#br0" timeOffset="136513.7466">1702 15283,'1'0,"6"2,2 6,3 3,4 8,-2 7,-1 4,2 4,-1 3,-5 1,1 3,3-4,-13-37,7 35,-7-35,6 31,-6-31,4 23,-2-13,-5-13,0-11,-1-6,-1-4,4-7,1-1,7-2,3 3,9 4,4 6,3 8,6 9,1 7,-1 9,-2 7,-3 4,-4 2,-5 4,-6-3,-12-26,7 26,-7-26,6 24,-6-24,1 17,-6-13,-1-11,-4-5,2-6,1-6,5 0,3-4,9-2,0 4,10 3,5 8,3 8,0 7,4 7,3 6,-9 8,0 4,-3 2,-7 6,-2 2,-9 4,-5-39,1 35,-1-35</inkml:trace>
  <inkml:trace contextRef="#ctx0" brushRef="#br0" timeOffset="136701.1905">2642 15527,'1'17,"1"8,-4 3,4 7,-2-4,0-31,0 28</inkml:trace>
  <inkml:trace contextRef="#ctx0" brushRef="#br0" timeOffset="137155.4279">2671 15208,'11'8,"7"6,4 6,4 7,-6 5,3-1,-6 2,2 1,-6-3,3 0,-1-3,-8-2,-7-26,8 25,-8-25,2 23,-2-23,-3 20,-7-10,1-10,-1-11,-1-8,5-7,6-3,3-5,0-2,8 0,1 3,6 6,1 7,4 8,2 5,1 7,0 9,-1 7,1 6,-6 6,0 0,-5 5,-8 0,-1 3,-2-4,-4-32,3 32,-3-32</inkml:trace>
  <inkml:trace contextRef="#ctx0" brushRef="#br0" timeOffset="137358.515">3313 15491,'0'15,"-3"6,6 6,-2 1,-1-28,0 28,0-28,2 26</inkml:trace>
  <inkml:trace contextRef="#ctx0" brushRef="#br0" timeOffset="137998.9821">3179 15221,'0'0,"7"-2,12-1,2 2,5 1,-2 7,3 4,-1 10,3 2,-6 9,3-2,-7 2,0-3,-3 1,-1-3,-1-2,-14-25,8 23,-8-23,4 24,-4-24,0 19,-3-8,-5-11,4-12,-2-7,3-5,6-3,-2-1,7 4,3 6,-11 18,15-18,2 10,-17 8,22 1,1 8,0 12,-6 4,-17-25,15 27,-5 2,-10-29,7 29,-7-29,4 24,-2-10,-2-14,1 1,2-8,0-13,1-3,1-2,1 0,4 1,-10 24,11-24,5 5,-16 19,16-12,3 11,-5 10,1 10,-2 5,-4 1,0 3,-1 4,-4-1,2 0,4-4,3-6,3-10,-16-11,19 4</inkml:trace>
  <inkml:trace contextRef="#ctx0" brushRef="#br0" timeOffset="138333.5868">3986 15423,'-3'15,"-2"6,5-21,-4 25,4 1,0-26,9 30,7-7,-16-23,24 17,5-8,-1-10,-7-8,-21 9,19-15,-10-6,-3-6,-5-1,-1 28,2-27,-2 27,-2-26,1 7,-1 14,-1 12,2 8,1 10,0 3,3 0,4 4,3 2,2-4,-12-30,15 31,-15-31,18 22</inkml:trace>
  <inkml:trace contextRef="#ctx0" brushRef="#br0" timeOffset="138838.237">4311 15422,'2'4,"2"4,2 7,1 4,-7-19,7 19,0 5,-7-24,3 24,-3-24,2 19,-2-19,1 14,-1-13,0-1,6-8,1-8,2-6,7-4,0 3,-16 23,17-20,0 7,6 15,-6 6,3 10,-3 1,-3 5,-14-24,16 21,-16-21,8 21,-8-21,4 22,-4-22,0 15,-7-10,7-5,-6-3,-1-10,5-8,-1-2,9-4,1 0,-7 27,12-23,5 7,-17 16,24-11,4 13,4 11,-3 7,-3 7,-3 1,-5 2,-5-5,-6 0,-7-25,6 25,-6-25</inkml:trace>
  <inkml:trace contextRef="#ctx0" brushRef="#br0" timeOffset="140312.3026">5277 15529,'12'-5,"-12"5,16-4,0-5,-16 9,19-10,-5-4,-14 14,4-17,-4 17,-1-18,-12 1,-10 7,-1 5,-2 7,0 5,5 7,2 4,6 2,0 4,7 1,8-1,5 0,8 0,9-2,2-6,14-4,2-10,2-5,3-1,4-2,-8-5,-1-2,2-3,-5-7,-7-3,-32 26,27-30,-8 3,-16 1,-6 4,3 22,-14-15,-5 3,-10 10,-3 7,1 5,1 9,5 3,25-22,-20 24,7 4,12-2,1-26,4 24,14-8,6-6,7-11,-1-4,2-8,-9-6,-7-4,3-6,-8-6,1-1,-4-10,-2-4,-3 2,-1 1,-2 6,0 41,-3-34,3 34,-2-22,1 13,-1 17,-1 15,3 9,-1 8,-1 6,3 3,3 0,0 1,5 0,7-3,2-8,8-8,1-10,10-10,-1-6,2-2,-5-8,-2-6,8-9,-1-8,-7-2,-6-4,-6 1,-12 5,-7 28,-3-26,-7 9,-7 2,-8 8,-2 8,-4 11,2 2,6 9,1 1,8 1,8 1,9-3,5 0,6-5,-14-18,17 12,6-7,-1-8,1-4,-23 7,18-13,0-6,-4-6,-14 25,8-25,-8 25,6-19,-4 6,-2 12,0 16,2 8,-2 9,0 9,3 7,1 8,2 3,-6-1,0 1,-3-4,0-12,3-43,-7 38,-2-6,-4-10,-4-11,-6-12,-3-7,4-6,-1-9,7-1,4 0,6-4,9 3,10 1,8-1,6 0,8 5,11 1,2 2,1 1,-1-2,-3 0,0-4,-5-1,-6-4,-3 2,-9 2,-8-2,-14 25,8-23,-4 4,-9-1,5 20,-10-13,-9 8,-5 8,-3 6,3 9,3 4,2 4,9 7,5-3,10 5,3-3,13 0,2-4,6-2,1-4,4-4,0-4,2-8,-1-3,3-10</inkml:trace>
  <inkml:trace contextRef="#ctx0" brushRef="#br0" timeOffset="140909.3629">7025 15822,'5'-3,"9"-3,3-2,4-5,1-2,1-3,-1-8,1-4,-6 0,3-5,-2 4,-18 31,11-27,-11 27,8-23,-8 23,4-16,-5 15,-11 12,-1 10,-3 8,3 4,0 5,9-5,4 0,7-2,3-4,-10-27,15 23,5-3,2-7,-22-13,24 9,1-9,2-9,-5-5,-3-3,-6-9,-3-3,-10 29,7-30,2 0,-9 30,6-26,-6 26,8-17,4 8,4 10,1 10,3 4,0 6,-2 5,1 0,-5 0,-14-26,10 26,-5 1,-8-2,-7-3,-6-5,-9-7,-7-8,-2-6,-5-10</inkml:trace>
  <inkml:trace contextRef="#ctx0" brushRef="#br0" timeOffset="141096.8239">7075 15273,'0'0,"0"0,1 2,8 6,10 0</inkml:trace>
  <inkml:trace contextRef="#ctx0" brushRef="#br0" timeOffset="141378.0082">8184 15337,'-2'4,"-14"8,-12 9,-10 11,-11 8,-2 7,-3 3,6 2,13 3,8-4,14-1,16 0,12-5,5-3,11-4,12-4,5-8,9-11</inkml:trace>
  <inkml:trace contextRef="#ctx0" brushRef="#br0" timeOffset="141565.4622">8457 15547,'0'0,"0"0,0 0,3 9,-2 13,1 9,1 12,-2 7,-3 3,5 2,1-7</inkml:trace>
  <inkml:trace contextRef="#ctx0" brushRef="#br0" timeOffset="141737.2946">8737 15811,'29'0,"10"0,16 5,7-1,0 0,1-2</inkml:trace>
  <inkml:trace contextRef="#ctx0" brushRef="#br0" timeOffset="142031.1973">9288 15687,'6'-6,"4"-6,5 2,7 5,8 5,0 11,1 7,0 8,-8 3,-11 6,-6 3,-12 1,-9-3,-9 0,24-36,-32 28,1-5,31-23,-26 20,26-20,-18 11,12-4,24-1,12-3,10-2,10 0,2-4,-2-5,3-7</inkml:trace>
  <inkml:trace contextRef="#ctx0" brushRef="#br0" timeOffset="142257.9128">9751 15399,'4'-5,"7"-5,11 8,7 9,7 14,5 15,9 15,-7 13,-2 5,-7 2,-14 8,-12 0,-18-1,-13-4,-18-3,-15-6,-22-13,-19-7</inkml:trace>
  <inkml:trace contextRef="#ctx0" brushRef="#br0" timeOffset="146332.1563">9705 15482,'-4'-4,"-9"-6,-6 3,-8 4,-7 2,-6 7,-5 7,-7 3,1 2,-1 8,-2 5,11 3,6 0,9 3,12 1,8 1,9 1,8 1,5-1,7-2,5-7,5 2,2-10,-4-6,-29-17,29 12,-3-5,-26-7,23 0,-4-7,-19 7,9-13,-7-5,-7-10,-8-1,0 2,-3 2,-7 0,1 3,1 1,21 21,-19-19,19 19,-16-18,16 18,-10-15,9 5,1 10,9-7</inkml:trace>
  <inkml:trace contextRef="#ctx0" brushRef="#br0" timeOffset="147212.8521">9176 15708,'1'-7,"-1"7,3-11,3 0,10 4,8 0,2 11,3 6,7 6,3 7,-3 3,-2 6,-6-3,-3 5,-7 1,0-2,-7-4,-3 1,-5-3,-6-2,3-25,-12 23,-4-5,-12-3,-1-7,-2-5,-3-5,3-5,1-8,1-3,3-6,1-2,5 1,5-5,4 2,2-1,8-4,6-2,11 1,11-3,8 4,6-1,6 2,1 2,3 5,-6 0,-3 2,-2-1,-10 2,-2 0,-28 22,25-18,-4-1,-21 19,16-18,-16 18,13-16,-13 16,5-17,-5 17,0-14,-9 5,-9 5,-3 4,-6 2,-2 5,-2 0,0 9,-5 3,-3 7,-9 6,4 6,-4 2,4 5,4-4,8 2,9-4,8-3,11-3,7-1,8-1,0-5,12-4,6-5,3-4,3-4,1-6,-1-2,-4-7,-7-6,-6-5,-1-3,-8-3,-4-4,-10 3,-3 4,-8-3,-8 1,-4 2,-7-1</inkml:trace>
  <inkml:trace contextRef="#ctx0" brushRef="#br0" timeOffset="154378.3279">10408 5034,'0'0,"0"0,0 0,0 4,0 7,0 11,1 2,-2 2,-1 3,3 6,2 3,-2 4,-2 5,1 5,-2 1,2 5,-3 3,3 4,2 2,-6 9,3 0,-4 3,-3 7,3 3,2 3,-3 0,0 2,5 0,0 5,-1 2,-3 2,3 6,-2 4,-3-2,4 2,1-1,3 5,-4-7,2 10,-5-3,0-1,0 3,1-1,-1 0,-1 3,-1 6,-1 0,4 6,-4 1,5 7,-5 3,8 1,-4 4,5 4,2 0,8 4,-6 2,2-2,2 5,-2 3,-1 5,2 1,6 4,-3 0,1 1,-3 6,9 1,1 3,2 3,-2 2,1-1,-3 5,0 3,-2 2,0 7,-7 4,3 4,-1 3,1 11,0 8,3 7,-1 11,2 13,1 11,-5 17,-4 14,-11 19,-7 4</inkml:trace>
  <inkml:trace contextRef="#ctx0" brushRef="#br0" timeOffset="160025.3154">12377 822,'-2'-1,"2"1,-9-1,-2 2,11-1,-15 5,-5 0,20-5,-20 10,20-10,-15 10,15-10,-9 15,5 3,11 4,6-4,9-7,1 0,-23-11,20 14,0-3,-20-11,12 16,-3 3,-12 3,-5 1,-9-1,-3 0,-9-1,-2-3,-3 0,3-1,31-17,-30 15,5-4</inkml:trace>
  <inkml:trace contextRef="#ctx0" brushRef="#br0" timeOffset="160216.6417">12526 878,'4'19,"0"7,-3 11,1 7,4 1,-2 4,3 1,2 4,-8 2</inkml:trace>
  <inkml:trace contextRef="#ctx0" brushRef="#br0" timeOffset="160903.9889">12564 1116,'19'-8,"13"-2,8-3,6-3,3-1,-6-1,-6-1,-6-4,-7 1,-24 22,17-24,-17 24,10-19,-9 9,-12 13,-6 12,-3 14,-2 5,1 1,4 3,3 0,9-6,5-32,7 30,6-6,7-3,7-6,4-9,3-6,-1-7,-7-7,1-4,-4-2,-23 20,17-25,-3 2,-14 23,10-25,-10 25,6-18,-6 18,5-4,1 12,1 13,1 7,1-1,0 6,0-3,5 1,-4 4,2 3,3-2,-15-36,12 35,-12-35,12 28,-12-28,11 20,-5-5,-4-15,-7-9,-7-6,-6-9,-4-4,0-6,-1-7,5-5,8-1,8-4,8 4,7 8,4 6,-17 33,21-24,1 12,0 9,-22 3,25 4,-6 8,-3 12,-13 3,-4 4,-14 5,-4 3,-9-5</inkml:trace>
  <inkml:trace contextRef="#ctx0" brushRef="#br0" timeOffset="161247.6639">13693 960,'5'-5,"6"-4,7-1,-18 10,22-10,-22 10,18-2,-5 7,-4 10,-10 5,-4 3,-12 3,-1 1,-9 7,1-5,26-29,-27 23,27-23,-19 20,13-8,21-6,12-3,14-9,6-3,3 0,2-11</inkml:trace>
  <inkml:trace contextRef="#ctx0" brushRef="#br0" timeOffset="161732.7563">13869 689,'-17'-4,"-10"2,-6 6,-3 3,1 7,-1 5,3 6,-3 4,4 11,-3 6,3 4,2 7,5 0,7-4,9-2,9-3,10-8,7-4,11-4,8-6,8-9,4-6,7-5,6-3,5-9,-2-8,-1-4,0-6,-12-5,-3-3,-6-7,-5-7,-3-6,-7-3,-8 0,-8 4,-8 3,-6 4,-6 8,-7 5,-9 9,-12 4,-10 8,-7 4,-3 9,-2 6,5 1,1 9,3 10,5-4</inkml:trace>
  <inkml:trace contextRef="#ctx0" brushRef="#br0" timeOffset="166466.7927">14944 777,'0'0,"-4"-4,-7 0,-8 6,-4 1,-3 11,-5 6,-3 6,-2 6,2 4,2 0,8 0,7 0,16-5,12-2,8-4,12-10,10-4,7-6</inkml:trace>
  <inkml:trace contextRef="#ctx0" brushRef="#br0" timeOffset="167206.7907">15073 845,'-15'10,"-4"7,-1 7,-3 5,7 0,5 0,7-4,4-25,1 26,5-2,-6-24,14 16,2-7,-2-11,2-9,-16 11,16-17,-6-5,-3-3,-3 0,-3-5,-1 30,0-28,0 28,1-24,-1 24,3-16,-3 16,8-6,2 17,2 6,2 5,-14-22,12 27,-1-2,-11-25,14 23,-5-9,-9-14,8 1,2-10,-2-7,-1-3,4-5,-11 24,10-25,4 1,-14 24,14-19,-3 9,-11 10,14 0,-5 9,-9-9,8 17,7 3,-15-20,26 20,8-7,12-14,3-9,-49 10,45-15,-9-4,-36 19,23-25,-9 0,-14 25,0-23,-10 6,-5 7,-4 4,-2 13,21-7,-15 13,5 3,5 5,11-3,6-2,6-3,7 0,-1-3,-24-10,22 13,-22-13,17 12,-9 1,-18 4,-8 1,-4-1,-2-2,24-15,-25 8,7-8</inkml:trace>
  <inkml:trace contextRef="#ctx0" brushRef="#br0" timeOffset="167355.6341">15743 869,'0'0,"-1"8,-1 14,2-22,-1 25,-1 6,-1 8,3-39</inkml:trace>
  <inkml:trace contextRef="#ctx0" brushRef="#br0" timeOffset="167532.5326">15725 715,'4'2,"9"0,13 0,4-2</inkml:trace>
  <inkml:trace contextRef="#ctx0" brushRef="#br0" timeOffset="168314.9355">16113 704,'-6'0,"-11"1,-8 8,-9-2,-5 16,5 1,4 2,10 0,5-1,5 1,10-26,0 20,8-2,12-6,2-9,-22-3,28-10,0-5,-2-13,-2-2,0-2,-9-4,-5 1,3-5,-5-2,-2 1,-6 41,9-37,-9 37,6-30,-3 10,1 15,-2 12,-2 11,-2 10,4 2,-4 7,4 0,3-1,9-3,-1-4,11-10,4-6,3-3,-4-9,-27-1,25 0,-2-4,-23 4,18-11,-10-7,-9-1,1 19,-9-16,9 16,-18-11,-4 9,22 2,-21 8,4 6,17-14,-9 21,8-1,13 4,11-4,8-7,2-3,3-7,3-3,-39 0,35-11,-7 0,-28 11,20-23,-20 23,17-19,-4 4,-13 15,17-10,-17 10,16-4,3 9,3 11,-22-16,22 20,-2 5,-20-25,18 25,-18-25,14 20,-14-20,10 14,-10-14,4 6,1-11,-5 5,0-15,6-5,1-5,3-1,5-3,-4 3,4 1,4 4,3 1</inkml:trace>
  <inkml:trace contextRef="#ctx0" brushRef="#br0" timeOffset="168627.3722">17213 803,'11'-8,"4"-4,4-2,-19 14,18-20,-18 20,20-18,-20 18,15-16,-8 2,-7 14,-2-3,-8 9,-10 9,-3 9,7 1,-1 0,17-25,-10 27,8-3,6-3,8-3,8-2,11-6</inkml:trace>
  <inkml:trace contextRef="#ctx0" brushRef="#br0" timeOffset="169017.9058">17577 668,'-14'13,"-7"5,-5 4,3 4,23-26,-20 26,6 0,14-26,-7 29,9-4,9-6,-11-19,21 11,5-13,-1-17,-1-3,-8-2,-7-8,-6 1,-2-5,-6 3,-4-7,-1-3,3 5,0 3,7 35,-3-30,3 30,-4-24,4 24,2-14,0 11,0 16,0 7,5 10,-2 8,3 3,-2 6,7 6,3 2,9-4</inkml:trace>
  <inkml:trace contextRef="#ctx0" brushRef="#br0" timeOffset="169633.476">17952 714,'0'0,"-5"4,-9 13,14-17,-15 19,15-19,-15 22,15-22,-14 21,14-21,-9 19,8-12,1-7,5-3,4-6,-9 9,12-14,-12 14,13-14,1 4,4 14,-1 7,-4 9,0 8,-4 6,0 4,-3 5,-1-4,-6 10,-2 0,-6 6,-8-4,-1-9,-2-9,20-33,-23 20,3-15,1-20,4-8,7-6,6-6,6-2,5-6,6 7,8-8,2 7,5 4,3 2,2 1,-1 6,-2 0,-32 24,30-22,-30 22,24-21,-24 21,17-18,-17 18,7-15,-11 6,-9 9,-9 9,-2-3,0 10,2 5,6 0,9 1,5 1,12-1,13 3,7-3,6-1,3-2</inkml:trace>
  <inkml:trace contextRef="#ctx0" brushRef="#br0" timeOffset="169899.0369">18699 670,'-7'6,"-11"9,-4 8,-5 9,-6 7,-2 3,6 3,7-6,9-2,10 2,15-5,6-1,12-3,8-4</inkml:trace>
  <inkml:trace contextRef="#ctx0" brushRef="#br0" timeOffset="170117.7502">18890 817,'0'9,"0"13,0 4,2 6,1 6,-1-6,0 6,-2-38</inkml:trace>
  <inkml:trace contextRef="#ctx0" brushRef="#br0" timeOffset="170554.5333">19173 910,'6'2,"-6"-2,11 0,-11 0,11-1,-11 1,14-3,-14 3,11-3,-11 3,5 0,-5 0,-2-3,2 3,-3-1,3 1,-5-1,5 1,-10-1,10 1,-5-2,5 2,-7-2,7 2,-6 0,6 0,-5-1,5 1,-4 0,4 0,-1 1,1-1,0 0,9-1,7-1,2 4,9-1,3 5,5 1,5 0,2 3</inkml:trace>
  <inkml:trace contextRef="#ctx0" brushRef="#br0" timeOffset="170915.4461">19623 796,'-9'6,"-7"5,-2 4,-9 7,-4 4,2 7,-4 2,4 1,29-36,-22 36,10-3,12 0,11-9,9-6,6-7,1-6,0-10,-1 3,0-3,-26 5,26-10,-3-1,-23 11,15-14,-5-1,-8-3,-2 18,-8-12,-3-1,11 13,-19-5,19 5,-17-1</inkml:trace>
  <inkml:trace contextRef="#ctx0" brushRef="#br0" timeOffset="171168.8603">19934 717,'25'11,"11"12,9 7,1 5,-3 6,-4 5,-11 3,-9-2,-10 0,-11 4,-15-3,-7 1,-10-1,-12 0,-10 0,-7 5</inkml:trace>
  <inkml:trace contextRef="#ctx0" brushRef="#br1" timeOffset="175239.927">3449 11161,'0'0,"1"-3,-1 3,-1-4,1 4,0-4,0 4,1 1,7 5,2 8,0 4,-1 5,1 4,-5 3,0 3,-1 2,1-1,-1-1,4 4,-2 0,6 0,-3-1,1 2,0-3,-1-1,-9-34,5 31,-5-31,6 28,-6-28,4 26,-4-26,3 20,-3-20,2 16,-2-10</inkml:trace>
  <inkml:trace contextRef="#ctx0" brushRef="#br1" timeOffset="175963.5263">3707 10989,'-6'-10,"-7"0,-5 0,-1 2,-5 6,-5 4,-4 6,1 4,-3 5,1 0,-3 4,6 2,-6 5,7 2,3 4,-1 1,8 1,1 3,-1 4,4 3,3 0,9 3,1-4,3 7,3-2,5 0,-2 0,7 1,3-4,6-2,1-2,6-4,2-5,0-3,2-6,2-7,4-5,-3-8,-1-3,2-8,-3-1,2-11,0-1,-6-8,5-5,-5-3,-1-5,0-5,-9 0,-2-1,-8-7,0 2,-4 2,-3-2,-3 2,-2 1,1 1,-8 3,3 1,-4 3,-4 3,-4 1,1 1,-6 4,3 1,-6 6,1 2,1 5,2 3,-6 5,28 9,-24-6,-2 3,-5 9,1 4,0 3,1 9,1 7,1 8</inkml:trace>
  <inkml:trace contextRef="#ctx0" brushRef="#br1" timeOffset="178020.3803">15792 2029,'0'9,"2"7,4 9,3 5,1 9,-1 4,2-2,-3 5,-3-3,-5-43,2 48,-2-48,0 40</inkml:trace>
  <inkml:trace contextRef="#ctx0" brushRef="#br1" timeOffset="178504.6669">15881 1837,'-24'1,"-12"7,-4 5,-6 6,3 5,-2 10,5 1,4 11,-3 4,8 2,4 7,5 1,7-3,11 2,8-3,10-3,8-9,10-9,2-10,1-1,3-9,5-5,3-10,-2-1,-1-12,3-4,2-4,-7-8,3-3,2-4,-9-7,-2-4,-6-6,-7-7,-4 1,-8-1,-12 7,-4 0,-9 12,-3 3,-8 6,-4 9,-11 9,3 8,-5 7,-9 7,0 4,-2 3,0 8,1 0</inkml:trace>
  <inkml:trace contextRef="#ctx0" brushRef="#br1" timeOffset="179082.6261">13942 3637,'0'0,"-2"-14,2 14,-3-17,-8 2,-1 8,-5 12,-3 9,-4 18,1 10,-3 6,8 10,-1-3,8 0,5-2,10-7,5-4,5-10,4-6,3-10,-21-16,23 11,-2-11,-3-7,-18 7,11-16,-3-2,-5-4,-3 22,-4-22,-6 4,10 18,-11-17,-8 8,19 9,-23-4,23 4,-17 1,17-1,-13 4,12-9</inkml:trace>
  <inkml:trace contextRef="#ctx0" brushRef="#br1" timeOffset="179571.1561">13942 3303,'-15'3,"-4"5,-9 7,-3 11,-6 14,-6 10,-2 11,2 11,2 11,4 2,10 3,6 3,11-3,6-8,9-5,6-9,8-10,5-10,-1-12,8-11,7-9,-1-11,4-9,1-10,4-12,-6-7,3-9,-5 0,-1-8,-5-4,-3-7,-4-4,-4-2,-5-1,-6-2,-2 5,-7 6,-10 6,-3 11,-8 6,0 8,-8 6,-3 7,-4 4,1 8,-5 9,-1 4,2 8,-2 2,2 8</inkml:trace>
  <inkml:trace contextRef="#ctx0" brushRef="#br1" timeOffset="180387.1877">15635 2545,'0'0,"0"0,-3 3,3-3,-10 9,-4 4,-9 7,-3 1,2-2,-9-3,4 4,-1 2,-5 0,5 2,0 5,-4-1,0 3,-5 3,-1 4,-8 2,-1 0,-2 1,2-3,-4-4,8 3,-4-3,3 0,-4 0,7 4,-8-3,6 0,-3 2,5-4,-1 0,2-1,3 1,1-7,0 1,4 2,3-2,2-1,1-1,3 0,0-3,1-2,24-20,-24 19,24-19,-19 19,19-19,-19 15,19-15,-14 10,14-10,-8 6</inkml:trace>
  <inkml:trace contextRef="#ctx0" brushRef="#br1" timeOffset="181289.0485">14512 2644,'1'1,"2"6,0 6,1 2,2 10,-4 5,1 4,5 3,-4-2,0 6,2-1,-6-40,6 34,5-5</inkml:trace>
  <inkml:trace contextRef="#ctx0" brushRef="#br1" timeOffset="181667.4133">14783 2644,'-2'7,"-4"6,-7 8,8 4,5-25,-2 32,3-4,-1-28,6 27,8-4,0-7,6-10,1-6,-6-9,2-5,-17 14,13-17,-1-3,-12 20,7-25,-6 1,-11-2,2 1,8 25,-13-20,-6 3,-5 6,1 5,-6 8,3 9,1 0,4 3,21-14,-16 18,7 1</inkml:trace>
  <inkml:trace contextRef="#ctx0" brushRef="#br0" timeOffset="189146.3652">8903 14491,'0'0,"0"1,2 3,1 7,-3-11,5 14,2 5,-7-19,6 26,2 1,-8-27,9 26,5-2,-14-24,12 16,6-6,1-8,3-7,2-6,8-4,2-8,4 0,3-3,-4-3,2 2,0 4,1-1,-40 24,37-18,-5 4,-32 14,28-11,-28 11,23-8,-23 8,16-4,-7 6,-9-2</inkml:trace>
  <inkml:trace contextRef="#ctx0" brushRef="#br1" timeOffset="191823.6124">8888 14451,'0'0,"0"0,1 4,4 10,-5-14,6 18,6 4,1 8,-2 0,2-2,-1-1,-2-3,2-3,-12-21,11 20,-11-20,13 16,-13-16,17 14,0-5,-1-8,4-4,-5-5,6-12,5-2,1-4,7-2,7 1,2-3,2 2,0 6,-1-1,-2 5,-7 2,-1 4,-34 12,31-12,-5 2,-26 10,25-8,-25 8,22-4,-22 4,14-3,-14 3,9-2,-11 5,-13 6</inkml:trace>
  <inkml:trace contextRef="#ctx0" brushRef="#br1" timeOffset="198522.761">10945 5423,'5'-3,"10"-6,9-2,7-4,6-4,0-2,-2 4,-35 17,30-23,-6 3,-3-3,-21 23,7-19,-10 7,-11 3,-3 10,0 9,-2 4,-2 7,4 7,-6 2,4 7,6-5,3-2,6-3,6-5,10-2,6-7,17-7,10-13</inkml:trace>
  <inkml:trace contextRef="#ctx0" brushRef="#br1" timeOffset="198919.8852">11565 5158,'-12'14,"-9"7,0 9,0 7,21-37,-16 36,16-36,-7 33,16-10,8-15,10-16,1-7,2-13,-4-4,-9-4,-4-1,-5-5,-4 0,-7-1,-3 0,-7-3,3 6,-1 5,11 35,-12-27,12 27,-9-19,4 16,-1 16,3 12,3 13,-2 4,-3 5,6 2,3 1,2 0,12-7,5-6,10-9,17-11</inkml:trace>
  <inkml:trace contextRef="#ctx0" brushRef="#br1" timeOffset="199076.1917">12133 4906,'-9'0,"-6"-4,15 4,-18-4,18 4,-18-1,18 1</inkml:trace>
  <inkml:trace contextRef="#ctx0" brushRef="#br0" timeOffset="201642.2256">11065 5433,'11'-8,"7"-1,6-7,1-3,1-1,-26 20,24-22,-6-1,-18 23,11-24,-9 2,-11 5,-8 7,-4 9,0 5,-1 13,-4 2,0 9,-3 4,4 1,10 1,6 1,9-35,-4 31,12-4,15-5,9-10,15-6,12-11,11-12,2-6</inkml:trace>
  <inkml:trace contextRef="#ctx0" brushRef="#br0" timeOffset="202037.3809">11727 5148,'-17'9,"-3"4,-9 4,-1 9,-1 6,5-1,26-31,-23 28,23-28,-13 27,3-6,14-10,11-11,7-11,0-9,5-9,-5-4,-3-3,-4 1,-4-4,-5 1,-8-4,-5 0,-1 0,-1 5,-4 2,-2 7,15 28,-19-21,19 21,-14-12,1 13,1 16,7 9,2 12,0 3,4 1,6 1,3 3,9 0,9-6,10-8,14-7,12-15,3-10</inkml:trace>
  <inkml:trace contextRef="#ctx0" brushRef="#br0" timeOffset="202842.1484">12232 5060,'2'-5,"-2"5,-6-11,-2 3,-13 12,-3 9,-10 14,1 7,-1 5,5-5,29-34,-23 35,23-35,-14 29,14-29,-7 23,12-9,8-14,6-12,-2-6,-17 18,20-19,-3-3,-3-2,-14 24,15-20,-4 7,5 12,1 9,-1 7,3 11,1 7,-6 4,0 3,-2 5,-7-2,-5 5,-9-3,1-1,-11-8,19-36,-24 31,0-13,24-18,-26 9,2-11,10-19,8-6,9-8,15-3,10-5,7-7,9 0,7-1,2 2,-5 11,-4 4,-44 34,38-29,-38 29,28-26,-28 26,21-22,-10 2,-10 11,-9 10,-7 11,-5 11,2 2,-2 6,8 4,12-35,-6 32,9-6,12 0,4-14,7-7,6-9,-3-3,4-10,-2 4,-9-5,-7-3,-3-4,-2-6,-6 3,2-1,-6 29,6-26,-6 26,4-22,4 8,10 11,-18 3,18 10,4 10,2 8,0 5,-24-33,19 31,-11 1,-9-3,-9-5,-7-3,-9-1,-1-1,-3 1</inkml:trace>
  <inkml:trace contextRef="#ctx0" brushRef="#br0" timeOffset="215170.0887">13358 5108,'-4'6,"-3"12,-1 8,4-1,1 6,6 0,8-5,2-1,7-1,4-7,3-6,2-6,3-3,-3-7,-29 5,24-11,1-2,-25 13,22-22,-6 2,-8 0,-8 20,0-21,0 21,-6-16,6 16,-9-10,9 10,-12 0,12 0,-7 10,7-10,0 14,7 1,11-1,3-9,1-7,3-5,-25 7,24-6,-5-7,-19 13,11-14,-4-5,-8-2,-7 0,8 21,-15-19,-1 1,-4 4,20 14,-14-15,6 0,19-3,7 1,12 6,6 6,2 6,-3 6,-6 2,-29-9,28 17,-6 5,-4 2,-4 3,-3 4,-5-2,-4 0,-2-29</inkml:trace>
  <inkml:trace contextRef="#ctx0" brushRef="#br0" timeOffset="215341.9597">13787 4920,'0'0,"2"0,6 0</inkml:trace>
  <inkml:trace contextRef="#ctx0" brushRef="#br0" timeOffset="215498.1375">14062 4666,'6'16,"-1"8,0 11,4 5,0 4,0 3,1 3,2 3,-7-4,3 11</inkml:trace>
  <inkml:trace contextRef="#ctx0" brushRef="#br0" timeOffset="215968.6958">13988 5011,'22'-9,"5"-2,8-8,8 0,3 0,-5-1,-4-2,-5-3,-7 0,-25 25,17-24,-10 2,-7 22,1-21,-1 21,-4-14,-3 8,3 11,-2 15,5 13,0 3,3 7,5 4,1-5,-5-5,-3-37,7 38,-7-38,8 28,-8-28,5 18,-5-13,-8-16,3-10,-1-5,0-6,4-4,6 2,-2 4,-2 30,8-20,7 8,0 12,12 13,-1 9,-3 1,-1 7,0 0,-2-2,1 5,6-6,-2-11</inkml:trace>
  <inkml:trace contextRef="#ctx0" brushRef="#br0" timeOffset="216171.7709">15151 4639,'6'22,"-2"13,5 18,-4 11,-2 6,-6 3,0-4,3-69,-7 58</inkml:trace>
  <inkml:trace contextRef="#ctx0" brushRef="#br0" timeOffset="216984.0795">15005 4947,'1'-4,"9"-8,11 1,11-3,9 0,7 0,1 2,-3-5,4 0,-7-5,-2-2,-8 2,-33 22,26-22,-26 22,17-21,-17 21,10-14,-10 6,-9 9,9-1,-13 11,-4 6,17-17,-17 29,1 6,6 4,10-39,-3 40,1-6,3-5,-1-29,0 26,0-26,1 18,-1-18,-1 13,1-13,-1 8,1-6,0-2,2-6,-2 6,3-9,-3 9,4-12,-4 12,5-9,-5 9,3-5,-3 5,7 0,-7 0,7 2,-7-2,5 9,-5-9,0 13,-1 2,1-15,-4 20,-4 4,8-24,-5 24,5-24,-4 24,4-24,-2 22,2-22,-1 18,1-18,0 12,0-12,0 6,0-6,-1 4,1-4,1 0,-1 0,1-6,-1-7,-3-8,-1-3,2-1,1-1,1 26,3-27,4 6,-7 21,18-24,-2 5,-16 19,22-15,-2 7,4 7,-3 8,3 6,-9 4,1 4,-9 1,0 4,5-1,-12-25,3 26,-3 0,0-26</inkml:trace>
  <inkml:trace contextRef="#ctx0" brushRef="#br0" timeOffset="217285.4409">15805 4973,'14'-8,"8"2,4-5,3-3,-29 14,25-18,-3 0,-6-6,-16 24,5-21,-10 2,-5 6,-8 8,-5 9,0 8,-7 6,1 7,4 3,5 3,9-2,8 1,6-3,6 1,11-2,0-4,11-1,3-5,7-8</inkml:trace>
  <inkml:trace contextRef="#ctx0" brushRef="#br0" timeOffset="217472.9888">16402 4862,'12'20,"1"9,5 6,6 5,-2 1,-22-41,21 36</inkml:trace>
  <inkml:trace contextRef="#ctx0" brushRef="#br0" timeOffset="217644.8485">16673 4839,'-2'7,"-6"13,0 11,-11 9,-3 5,-6 2,5-5,4 1,19-43</inkml:trace>
  <inkml:trace contextRef="#ctx0" brushRef="#br0" timeOffset="217957.2568">16871 4957,'22'-4,"3"-2,8-2,-33 8,33-8,-5-3,-28 11,26-21,-26 21,21-22,-12 2,-12 4,-8 7,-7 11,-2 8,-7 8,8 6,2 5,2 1,3-1,5 2,4-5,5-1,-2-25,7 26,7-3</inkml:trace>
  <inkml:trace contextRef="#ctx0" brushRef="#br0" timeOffset="218400.9238">17184 4884,'12'7,"10"9,5 12,1 8,-5 2,-8-4,-15-34,10 37,-10-37,5 28,-5-28,-2 21,-8-12,1-14,2-9,-2-10,11-1,3-4,10-2,6-3,4-4,7-2,7 4,3 2,-7 8,3 3,-5 2,-33 21,24-22,-24 22,23-21,-1-3,-22 24,22-24,-7 0,-15 24,18-25,-18 25,10-18,-3 9,-5 16,2 11,-5 15,-3 8,1 10,1 3,-3 1,4 2,-4 0,5-57</inkml:trace>
  <inkml:trace contextRef="#ctx0" brushRef="#br0" timeOffset="218638.3292">17633 4899,'21'-6,"9"-1,9-2,5-1,-4 6,-5 2,-3 2,-6 7,-8 7,-8 4,-10 6,-4 8,1 4,-2 3,-5-1,10-38</inkml:trace>
  <inkml:trace contextRef="#ctx0" brushRef="#br0" timeOffset="218810.0988">17901 4626,'-6'-1,"6"1,-10 3,-3 4,4 7,9-2</inkml:trace>
  <inkml:trace contextRef="#ctx0" brushRef="#br0" timeOffset="219559.923">18180 4769,'-17'11,"-11"11,-6 7,2 0,6 6,4-3,22-32,-13 30,10-1,12-1,16-7,11-7,15-8,-1-4,2-6,-7-6,-4-3,-14-5,-2 1,-25 17,19-20,-5 4,-14 16,12-17,-12 17,6-12,-6 12,6-12,4 5,4 3,-14 4,18-5,2-1,-20 6,25-11,-9-2,-16 13,10-17,-10 17,6-16,-6 16,0-14,-9 9,9 5,-17 3,-1 9,-10 11,4 2,24-25,-16 26,11 1,14-3,6-5,9-5,8-4,2-6,5-4,1-6,-2-2,-5-1,-4-5,-6-1,-5-5,-3 0,-15 20,13-24,-13 24,9-21,-9 21,3-21,-3 21,0-13,0 13,0-6,5 11,-2 10,6 6,5 6,3 1,-17-28,14 26,3-3,-17-23,14 23,-10-7,-11-1,-4-1,-11-2,-8-2</inkml:trace>
  <inkml:trace contextRef="#ctx0" brushRef="#br0" timeOffset="220514.0172">19411 4637,'0'1,"0"-1,1 8,0 10,-1 14,-2 3,2 2,-5 2,3-1,0 1,-1 3,-4-4,7-38</inkml:trace>
  <inkml:trace contextRef="#ctx0" brushRef="#br0" timeOffset="220904.6045">19912 4757,'-14'9,"-2"9,-5 5,-3 5,-2 1,7 4,3-4,16-29,-11 25,11-25,-5 23,10-5,10-9,3-11,3-6,-21 8,21-12,-4-8,-17 20,15-25,-2-2,-13 27,8-29,-8 29,9-25,2 13,-4 14,-1 13,2 9,-2 7,4-3,-3 3,-2 0,-5-31,8 28</inkml:trace>
  <inkml:trace contextRef="#ctx0" brushRef="#br0" timeOffset="221236.3083">20077 4934,'3'17,"1"3,-4-20,6 24,-6-24,6 23,-6-23,4 22,-2-10,-2-12,1-3,0-8,5-6,0-4,0-1,-6 22,14-21,2 3,-16 18,17-17,4 6,-1 13,-20-2,20 9,-2 8,-2 11,7-2,-3-2,3 1,7-8</inkml:trace>
  <inkml:trace contextRef="#ctx0" brushRef="#br0" timeOffset="221662.5893">20731 4856,'0'0,"-2"0,-6 0,-14 7,-2 6,-6 6,-4 4,6 2,8 3,20-28,-15 27,8 0,10-3,11-7,4-6,8-10,4-6,-1-7,1-7,-3-4,-10-4,3-4,-8-6,-1 2,-1-6,-4-4,-3-2,0-3,2 5,-5 45,3-41,-3 41,4-32,-4 32,4-22,-1 16,1 16,-1 16,-1 6,-4 7,-1 1,0 7,-1-1,1 3,9 2,6-3,15-8</inkml:trace>
  <inkml:trace contextRef="#ctx0" brushRef="#br0" timeOffset="222037.5027">21590 4723,'-13'9,"-5"8,-11 5,-6 12,0 5,3 1,-5 3,3 1,7-4,10-3,10-7,7-30,3 26,13-7,12-4,0-11,-28-4,30-4,-2-9,-7-8,-6-3,-15 24,3-26,-8 6,-13 1,-5 7,-4 7,-1 9,-3 5,3 10,28-19</inkml:trace>
  <inkml:trace contextRef="#ctx0" brushRef="#br0" timeOffset="233926.393">11863 6316,'1'1,"9"-4,8 2,15-6,12 1,7-1,6 3,1 6</inkml:trace>
  <inkml:trace contextRef="#ctx0" brushRef="#br0" timeOffset="234082.6091">11939 6531,'31'-7,"14"0,17-3,14 0</inkml:trace>
  <inkml:trace contextRef="#ctx0" brushRef="#br0" timeOffset="244566.7379">13103 5882,'-12'15,"-7"10,-14 10,-3 15,-11 8,-2 5,-1 2,11 4,4-4,13-6,9-5,14-9,6-7,13-8,10-5,11-7,9-8,8-12</inkml:trace>
  <inkml:trace contextRef="#ctx0" brushRef="#br0" timeOffset="244771.839">13462 5936,'0'0,"-1"5,0 11,-1 8,-2 12,5 7,2 7,0 2,-6 3,6-2,-1 6</inkml:trace>
  <inkml:trace contextRef="#ctx0" brushRef="#br0" timeOffset="244959.3072">13862 6178,'24'-5,"12"-1,9 2</inkml:trace>
  <inkml:trace contextRef="#ctx0" brushRef="#br0" timeOffset="245241.2148">14338 5966,'16'-2,"6"-1,4 4,7 2,-1 2,-6 3,-4 6,-5 1,-8 8,-9 2,-9 2,-13 4,-7 1,-4 0,1-7,32-25,-31 19,31-19,-20 16,16-4,20-4,17-2,10-5,15-6,-4-6</inkml:trace>
  <inkml:trace contextRef="#ctx0" brushRef="#br0" timeOffset="245522.3576">14864 5698,'21'13,"4"6,8 7,-1 3,-5 8,-3 3,-7 5,-6 0,-10 2,-9 0,-12-1,-4-2,-7-2,-10 0,-2-1,2 0,41-41,-43 37</inkml:trace>
  <inkml:trace contextRef="#ctx0" brushRef="#br0" timeOffset="245709.8043">15432 6035,'7'1,"13"0,5 1,12 2,6 6</inkml:trace>
  <inkml:trace contextRef="#ctx0" brushRef="#br0" timeOffset="245850.4278">15473 6241,'10'0,"18"0,13 2,12 1</inkml:trace>
  <inkml:trace contextRef="#ctx0" brushRef="#br0" timeOffset="246948.1754">15955 5950,'0'-7,"1"-7,7 1,-2-9,-6 22,13-19,8 4,-21 15,33-7,0 6,1 11,-8 9,-6 6,-8 2,-9 4,-8 7,-6-2,-5 3,-2-3,18-36,-24 29,24-29,-20 22,20-22,-20 18,13-6,11-8,15 0,8-9,12-8,11-2,5-6</inkml:trace>
  <inkml:trace contextRef="#ctx0" brushRef="#br0" timeOffset="247401.2002">16459 5868,'0'0,"-1"0,1 4,6 9,1 6,16 6,3 1,8 5,0-2,5 2,-2 0,-4 1,-12-2,-7-2,-14-28,7 26,-12-5,-9-2,-9-6,-3-6,-3-4,-2-7,31 4,-33-10,7-1,7-12,8 0,9-4,9-4,6-5,9-3,-3 2,6 1,-25 36,23-33,-3 4,-6 4,-14 25,8-22,-6 4,-8 0,6 18,-14-14,-9 5,-7 11,-8 3,-4 9,5 7,-1 0,38-21</inkml:trace>
  <inkml:trace contextRef="#ctx0" brushRef="#br0" timeOffset="247825.7622">17315 6267,'0'0,"-1"0,-7-1,8 1,-12-2,12 2,-12-2,12 2,-13-6,13 6,-14-8,14 8,-8-9,9 5,12 3,10 9,-2 3,1 8,-22-19,14 23,-8 4,-11 5,-1 3,-17-3,-7 2,-4-1,-7-2</inkml:trace>
  <inkml:trace contextRef="#ctx0" brushRef="#br0" timeOffset="250130.1753">11988 6119,'1'2,"-1"-2,3 13,8 3,7 6,6-1,3 0,-1-1,3-6,-29-14,31 14,-2-2,-29-12,22 13,-2-1,-20-12,8 18,-13 2,-17 12,-7 5,-6 10,-4 4,4 4,9 6,12 3</inkml:trace>
  <inkml:trace contextRef="#ctx0" brushRef="#br0" timeOffset="274776.539">18240 5631,'-6'3,"-9"6,-9 9,-4 6,-8 8,-6 9,-1 5,-3 9,2 2,3 4,5-3,12 0,10-6,14-1,8-9,12-4,12-4</inkml:trace>
  <inkml:trace contextRef="#ctx0" brushRef="#br0" timeOffset="275858.5147">18612 5749,'-7'5,"-5"5,-12 5,-1 9,-15 5,-3 7,-1 10,-1 2,5-1,13-4,27-43,-20 40,15-5,13-4,9-4,6-8,-23-19,30 17,-3-11,-27-6,23-1,-4-8,-4-9,-15 18,5-21,-7 1,-12-3,-4 5,-5 3,-8 3,1 7,30 5,-33-1,3 5,30-4,-23 9,13-1</inkml:trace>
  <inkml:trace contextRef="#ctx0" brushRef="#br0" timeOffset="276343.4356">18681 5984,'3'0,"13"-4,12 2,14 1,11 0,6-1,1-1,-5-5,-9 4,-8-2,0-4,-38 10,31-6,-31 6,27-6,-27 6,24-11,-24 11,17-14,-17 14,10-13,-10 13,4-11,-5 4,1 7,-6 2,-1 7,2 6,-1 2,10 4,8-4,0 3,0-4,3 2,-15-18,15 17,-15-17,13 16,1 0,-14-16,10 18,-10-18,3 17,-9-4,-6 2,12-15,-19 14,-3-3,-8-4</inkml:trace>
  <inkml:trace contextRef="#ctx0" brushRef="#br0" timeOffset="276515.2797">19256 5889,'14'-6,"6"0,11 2,6 1,0-3,2-2</inkml:trace>
  <inkml:trace contextRef="#ctx0" brushRef="#br0" timeOffset="276741.1014">19679 5690,'18'15,"7"7,2 5,1 8,-7-1,-11 4,-8 0,-2 0,-8-4,-9 2,3-4,-12 0,-7-3,-4 2,-4 1,41-32</inkml:trace>
  <inkml:trace contextRef="#ctx0" brushRef="#br0" timeOffset="276991.0586">20071 6037,'14'-1,"8"1,7 1,9 1,0 4,-2-2,-36-4,39 5</inkml:trace>
  <inkml:trace contextRef="#ctx0" brushRef="#br0" timeOffset="277131.588">20028 6197,'5'1,"13"0,13 0,15 3,9 2,5-5</inkml:trace>
  <inkml:trace contextRef="#ctx0" brushRef="#br0" timeOffset="280322.1275">12346 6045,'-3'14,"1"6,2 6,-10 4,3 5,-2 3,-1 0,-3-1,4-2,1-3,1-4,7-28,-4 27,3-2,1-25,4 23,-4-23,8 15,4-4,9-5,1-8,2-9,1-4,3-2,-28 17,27-20,-1-1</inkml:trace>
  <inkml:trace contextRef="#ctx0" brushRef="#br0" timeOffset="280509.5776">12326 6253,'3'-3,"11"-2,4-2,8 2,1-4,-27 9</inkml:trace>
  <inkml:trace contextRef="#ctx0" brushRef="#br0" timeOffset="280665.7832">12338 6074,'12'-7,"11"-3,3 0,9 2</inkml:trace>
  <inkml:trace contextRef="#ctx0" brushRef="#br0" timeOffset="281655.7737">17460 5875,'-2'8,"-2"9,1 6,-4 6,6 5,-7 1,1 3,-9-6,6-3,-2-3,12-26,-8 23,8-23,-4 24,4-24,2 20,5-1,-7-19,15 15,4-9,13-2,6-7,3-2,4 1,-2 0,3-1,-8-2,-4 1</inkml:trace>
  <inkml:trace contextRef="#ctx0" brushRef="#br0" timeOffset="281843.2254">17455 6145,'0'0,"1"-2,1 0,8-4,9 0,6 1,10 0,1-1,-1 3,-2-3</inkml:trace>
  <inkml:trace contextRef="#ctx0" brushRef="#br0" timeOffset="282019.2001">17436 5893,'18'-4,"13"-2,12 1,8 5,3-4,-1 5</inkml:trace>
  <inkml:trace contextRef="#ctx0" brushRef="#br0" timeOffset="285336.2948">20609 6038,'4'-3,"5"-3,4 2,5 5,6 1,4 8,-2 3,3 4,-8 4,-12 0,-5 4,-4 0,-8 6,-12-5,2-2,-4-4,1-4,21-16,-21 11,21-11,-15 10,4-2,10-2,13 0,9-6,11-4,13 0,11-7,8 3,4-9</inkml:trace>
  <inkml:trace contextRef="#ctx0" brushRef="#br0" timeOffset="285601.8643">21167 5996,'0'0,"-2"-1,1 6,-1 6,2-11,8 21,6 4,11 13,4-4,-1 0,-1-2,-27-32,25 29,-8-5,-17-24,8 24,-8-24,3 19,-15-1,-16-6,-6-1,-7-4,-5-3</inkml:trace>
  <inkml:trace contextRef="#ctx0" brushRef="#br0" timeOffset="285742.4538">21276 5978,'31'1,"14"2,8 3,4 3</inkml:trace>
  <inkml:trace contextRef="#ctx0" brushRef="#br1" timeOffset="293633.0214">19677 6570,'0'0,"2"0,-1 2,7 2,5 11,2 6,3 8,-2 7,0 3,1 1,3-7,-2-5,-18-28,21 19,-1-2,5-11,-1-4,2-6,4-8,8-8,2-8,14-2,6-7,8-1,5-2,5 6,-3 3,2 11,-10 6,-14 3,-53 11,45-7,-11 8,-34-1,27 3,-11 7,-10 3</inkml:trace>
  <inkml:trace contextRef="#ctx0" brushRef="#br1" timeOffset="295305.6046">11069 7717,'-17'3,"-6"3,-6 11,1 1,2 5,26-23,-21 26,10-1,6 3,16-8,7-1,6-1,9-6,4-4,-4 5,-33-13,31 11,-6 1,-25-12,20 14,-9 2,-10 5,-11-2,-8 0,-8-4,-4 0,5-5,-2-4</inkml:trace>
  <inkml:trace contextRef="#ctx0" brushRef="#br1" timeOffset="295508.6799">11386 7706,'1'20,"0"10,1 9,5 4,1 1,5-1,2 4</inkml:trace>
  <inkml:trace contextRef="#ctx0" brushRef="#br1" timeOffset="296211.3076">11239 7906,'24'-11,"15"-5,13-3,7-1,-2-1,1-1,-7 0,-51 22,42-21,-42 21,30-24,-30 24,17-22,-11 9,-13 13,-8 12,-1 8,16-20,-17 28,5 2,12-30,-4 34,8-7,10-6,8-13,3-9,3-6,-4-8,2-6,-3-1,-4 1,-4-3,-2-1,-13 25,5-23,-5 23,4-21,-2 9,4 14,6 8,-1 11,7 6,2 4,-2 1,2 1,-1 2,-6-1,0 6,-13-40,5 35,-5-35,4 30,-4-30,2 18,-4-11,-8-20,-3-9,-5-5,0-10,2-3,7-6,4-3,7-6,7 1,5 5,5 10,3 7,3 10,2 9,1 6,-28 7,25-1,-6 5,-19-4,14 14,-7 7,-12 10,-7 0,-8 3,-8-2,2-2,-5-3,31-27</inkml:trace>
  <inkml:trace contextRef="#ctx0" brushRef="#br1" timeOffset="296694.054">12741 7464,'0'0,"-3"-3,-7-9,10 12,-7-19,5 2,8-6,8 7,-14 16,25-9,3 11,6 11,-3 7,-7 4,-8 1,-6 0,-10 3,-8-2,-6-4,14-22,-22 22,22-22,-23 20,23-20,-21 15,13-8,17-1,14-4,7-2,-30 0,32 3,-4 4,-5 4,-23-11,12 14,-12 1,-15 5,-12-2,-8 0,-5-3,0-2,-8-3,6-5</inkml:trace>
  <inkml:trace contextRef="#ctx0" brushRef="#br1" timeOffset="297134.8276">12789 7167,'-19'7,"-13"9,-13 11,-8 13,-7 15,0 8,6 8,9 5,16-2,15-4,15-8,12-14,12-7,8-11,10-8,5-5,5-7,6-9,3-6,3-10,2-14,-1-1,-3-8,-7-7,-8-4,-6 0,-12-7,-9-10,-11 1,-9 1,-10 1,-10 7,-1 9,-13 9,-10 11,-6 8,-2 11,-10 8,5 5,2 7,6 4,2 9,11 7</inkml:trace>
  <inkml:trace contextRef="#ctx0" brushRef="#br1" timeOffset="297454.6961">13945 7274,'-10'3,"-17"7,-3 5,-14 9,0 4,-2 10,6 5,2 4,6-1,14-6,11-6,11-7,17-4,9-8,12-6,13-8,9-11</inkml:trace>
  <inkml:trace contextRef="#ctx0" brushRef="#br1" timeOffset="298208.0198">14077 7327,'-11'15,"-11"9,4 3,2 5,5-2,11-30,-7 27,9-1,5-6,-7-20,15 15,-2-12,5-10,-5-5,-3-7,1-5,0 0,-4-3,2-5,7 5,-4 2,-12 25,17-20,3 12,-20 8,24 6,1 7,-1 9,-24-22,20 28,-20-28,18 30,-18-30,11 27,-11-27,4 23,-4-23,-2 13,-5-14,7 1,-8-12,2-7,1-8,10-1,3 2,4 2,-12 24,17-19,1 10,8 11,0 6,-6 7,-2 4,-3 1,-4-1,-11-19,10 21,6-3,0-2,9-8,4-8,2-8,0-7,0-2,-4-2,-6-1,-5-4,-16 24,11-23,-9 0,-14 0,-5 5,17 18,-21-11,-4 5,25 6,-23 3,7 9,8 8,7 3,7 7,4-3,8 0,3-5,0 4,-3-5,-18-21,19 20,-19-20,11 18,-11-18,5 16,-8-2,3-14</inkml:trace>
  <inkml:trace contextRef="#ctx0" brushRef="#br1" timeOffset="298395.4637">14973 7410,'3'15,"-2"9,0 2,-2 7,1-33</inkml:trace>
  <inkml:trace contextRef="#ctx0" brushRef="#br1" timeOffset="298536.0352">14803 7143,'6'1,"11"5,13 1</inkml:trace>
  <inkml:trace contextRef="#ctx0" brushRef="#br1" timeOffset="299319.6636">15395 7248,'0'0,"-8"6,-13 11,-3 8,-7 8,4 3,8 1,19-37,-13 37,11-6,17-9,2-8,9-7,1-10,4-8,1-4,2-4,-7-1,-4-8,-3-3,-5-4,-2-5,-2-6,-1-1,-4 1,-6 46,3-41,-3 41,3-30,-3 30,2-20,-2 18,5 16,1 10,-2 8,7 4,0-2,1-5,9 0,7-5,10-8,3-4,4-5,-3-11,-6-2,-4-8,-32 14,27-17,-9-4,-18 21,13-21,-10 0,-11 7,-9 9,-1 6,-5 12,1 8,6 3,5 5,3-1,4 1,11-2,8-9,5-4,8-5,5-4,2-10,1-5,-5-2,-1 1,-30 11,21-19,-2-4,-19 23,12-26,-12 26,15-24,-4 10,-11 14,11 2,1 11,4 13,-2 6,-14-32,13 28,-13-28,13 25,-13-25,9 18,-9-18,6 10,-3-6,-2-11,1-7,3-3,3-4,2-2,5-4,11 1</inkml:trace>
  <inkml:trace contextRef="#ctx0" brushRef="#br1" timeOffset="299711.3981">17112 7427,'11'-7,"4"-4,-15 11,18-9,-18 9,18-14,-18 14,13-14,-12 0,-12 8,-6 6,-7 5,-3 9,-1 10,10 3,2 4,8 1,8 1,6-3,12-3,9-4,7-9</inkml:trace>
  <inkml:trace contextRef="#ctx0" brushRef="#br1" timeOffset="300138.9726">17549 7310,'-20'6,"-8"13,1 6,-3 2,1 7,29-34,-23 34,10-5,9-4,15-6,7-10,6-9,6-9,1-9,-1-4,-6-6,-1-1,-4-6,-6-4,-3-3,-1-7,-7-2,-2-5,-2 2,-2 6,4 48,-7-40,7 40,-7-28,2 15,1 16,-1 17,-1 9,1 10,0 8,-3 2,4 1,5 0,5-2,4-9,10-4,9-12,11-11</inkml:trace>
  <inkml:trace contextRef="#ctx0" brushRef="#br1" timeOffset="300818.2318">17975 7215,'-6'6,"-11"11,-11 7,7 4,-7 4,28-32,-24 34,8-5,16-29,-3 28,6-9,16-8,4-10,3-10,-1-6,-2-3,-1-3,-6-3,-16 24,16-24,-16 24,13-19,0 8,1 16,-1 16,-6 12,0 12,-3 0,-3 7,1-4,-4 3,0-5,-8 0,-9-6,19-40,-20 32,20-32,-17 22,0-12,10-17,5-10,4-8,10-3,6-8,8 2,9-10,4 0,9 5,7 6,-2 1,-5 5,-8 4,-9 5,-31 18,22-17,-22 17,11-17,-9 5,-2 12,-9-8,-9 9,-14 10,0 4,0 6,32-21,-29 28,11-2,15 4,14-3,11-3,10-7,8-1,0-5,-1-5,0-3,-39-3,37 5,-37-5,32 4,-32-4,24 4,-24-4,17 5,-17-5,8 5</inkml:trace>
  <inkml:trace contextRef="#ctx0" brushRef="#br1" timeOffset="301545.6676">19198 7153,'-24'17,"-17"3,-6 10,-7 7,-1 5,7 4,3 4,12 0,10-2,10-6,10 0,10-7,10-2,9-5,9 1,3-9,2-1,5-5,-4-3,2-3,0-3,-4-2,-7 3,-32-6,29 1,-29-1,23 1,-23-1,14 1,-14-1,8 1,-9-1,1 0</inkml:trace>
  <inkml:trace contextRef="#ctx0" brushRef="#br1" timeOffset="302629.01">19669 7330,'-24'17,"-10"10,-4 7,-5 5,6 3,14 3,8-1,2-4,14-4,10-7,-11-29,18 25,10-8,-28-17,36 8,-1-7,0-5,-11-6,-24 10,21-14,-11-3,-8-2,-8-2,6 21,-12-18,-9 0,-6 7,-2 8,1 6,1 2,27-5,-23 10,7 4</inkml:trace>
  <inkml:trace contextRef="#ctx0" brushRef="#br1" timeOffset="302832.1332">19894 7578,'17'-1,"8"-2,12 6,13 1,8 2,5-4</inkml:trace>
  <inkml:trace contextRef="#ctx0" brushRef="#br1" timeOffset="303129.0805">20492 7413,'-5'3,"-11"2,16-5,-17 10,0 2,17-12,-16 18,7 5,12 4,9 5,11-2,1-1,4-2,-1-2,-7-2,-20-23,15 20,-15-20,10 22,-9-1,-7-3,-2 2,-11-8,-3-3,-4-5,-2-5,-5-7</inkml:trace>
  <inkml:trace contextRef="#ctx0" brushRef="#br1" timeOffset="303285.2979">20579 7471,'27'1,"11"0,8 1,-1-5</inkml:trace>
  <inkml:trace contextRef="#ctx0" brushRef="#br1" timeOffset="303519.6176">20880 7242,'18'16,"4"12,6 4,4 10,-1 4,-5 4,-3 0,-10 0,-10-2,-5-2,-10-5,-12 0,-2-3,-3-2,-6-4,-3-3</inkml:trace>
  <inkml:trace contextRef="#ctx0" brushRef="#br1" timeOffset="303738.3137">21245 7715,'18'-1,"9"2,8 4,6-5,-41 0</inkml:trace>
  <inkml:trace contextRef="#ctx0" brushRef="#br1" timeOffset="303910.1495">21211 7900,'0'0,"7"2,13 6,11-1,8 0,13 1,1-2</inkml:trace>
  <inkml:trace contextRef="#ctx0" brushRef="#br1" timeOffset="304488.191">21714 7689,'5'-7,"8"0,-13 7,16-10,8 2,4 8,3 6,-4 6,-7 6,-20-18,13 22,-10 5,-10 5,-5-3,-4 0,16-29,-23 27,23-27,-22 20,22-20,-19 19,19-19,-12 15,15-6,20-3,7-5,8-2,4-3,1-2,-5-5,0-6,-8-1,-30 18,31-19,-7-3,-5 2,-19 20,12-20,-12 20,8-17,-8 17,2-17,-2 17,4-12,-1 6,-3 6,9-3,5 7,0 1,2 5,-16-10,12 13,-5 5,-7-18,3 20,-5 3,-8 1,-5-3,15-21,-15 21,4-1,11-20,-16 19,16-19,-11 14</inkml:trace>
  <inkml:trace contextRef="#ctx0" brushRef="#br1" timeOffset="304738.0804">22246 7687,'0'0,"0"0,4 0,-4 0,11-2,4 0,11 4,6-1,3-1,-1-1,1-1,-5-1,-30 3,27-1,-27 1</inkml:trace>
  <inkml:trace contextRef="#ctx0" brushRef="#br1" timeOffset="306191.1966">14389 8356,'1'15,"1"7,-2 7,-2 10,-2 1,1 5,2 2,-2-2,1 0,2-45,-1 41</inkml:trace>
  <inkml:trace contextRef="#ctx0" brushRef="#br1" timeOffset="306638.4228">14513 8129,'-18'0,"-10"2,-16 6,-10 9,-6 12,-3 10,3 15,1 7,5 10,10 8,10 0,12-4,10-6,18-7,11-10,15-6,6-7,8-10,9-7,4-13,4-9,3-9,2-9,0-7,2-6,-9-6,-5-1,-8-9,-9-4,-8-2,-8-5,-8-3,-12 0,-7 4,-7 4,-9 8,-9 7,-1 10,-13 6,-8 9,-7 10,-3 9,-4 8,-2 6,0 9</inkml:trace>
  <inkml:trace contextRef="#ctx0" brushRef="#br1" timeOffset="307110.2739">14128 8797,'0'0,"-7"0,-8 7,-16 11,-6 13,-16 6,-12 11,-7 6,-7 5,-12 0,-4 9,-1-2,-6 0,2-3,-1 0,8-4,4 1,5-4,3 4,8-6,5 0,1 3,5-6,9-5,5-3,4-6,8-10</inkml:trace>
  <inkml:trace contextRef="#ctx0" brushRef="#br1" timeOffset="307625.6833">12043 9989,'-15'17,"-1"10,-8 10,-7 11,2 8,2-1,6 2,8-3,15-7,8-12,4-7,7-9,7-5,1-7,2-6,-2-7,-7-5,-2-2,-7-2,-13 15,9-17,-6-2,-1-2,-11 3,-5 5,-8 5,-1 5,-11 8,-1 3,2 7,-2-1,35-14,-30 12</inkml:trace>
  <inkml:trace contextRef="#ctx0" brushRef="#br1" timeOffset="308109.997">11904 9781,'-44'26,"-6"14,-5 17,-2 12,3 6,9 10,8 3,14 1,13-3,11-8,8-19,12-5,10-9,12-9,5-8,9-3,1-10,6-7,1-11,1-8,6-8,1-10,-1-6,-2-5,-5-6,-8-5,-4-4,-7-7,-6-1,-12 0,-6 0,-10 6,-7 6,-11 5,-7 4,-5 6,-9 6,-9 3,0 7,-12 6,-2 7,-8 7,-1 7,0 5,-2 6,3 4,4 4,2 6</inkml:trace>
  <inkml:trace contextRef="#ctx0" brushRef="#br1" timeOffset="309267.7403">12171 10875,'-5'-20,"2"-5,-2-4,2-2,3 31,-4-27,4 27,-5-25,5 25,-4-18,3 6,5 13,1 8,2 11,0 4,4 8,3 6,3 5,6 2,6 7,1-3,5 3,3 3,4 1,-8-3,4 4,4 2,-4-3,-4-1,5 1,-2-2,-3-2,4-1,-5-4,2 1,-7-7,1 1,-4-3,2-4,-27-35,18 32,-1-2,-17-30,13 27,-13-27,13 24,-13-24,10 17,-5-8</inkml:trace>
  <inkml:trace contextRef="#ctx0" brushRef="#br1" timeOffset="309626.9997">13236 12085,'-15'10,"-6"5,-7 2,3 3,25-20,-23 22,7 4,8 2,8 2,9-8,4-1,6 2,3-4,3 0,-25-19,27 21,-4-1,-4 3,-19-23,13 22,-9 2,-11-1,-8-3,-4-5,-8-1,1-8,-7-5,-1-8</inkml:trace>
  <inkml:trace contextRef="#ctx0" brushRef="#br1" timeOffset="309783.2206">13113 12180,'4'-7,"13"-1,7-1,8-3,9-2,4 2,1 0,1-6,-2 3</inkml:trace>
  <inkml:trace contextRef="#ctx0" brushRef="#br1" timeOffset="310251.8656">13384 11762,'-30'2,"-12"7,-13 6,-7 5,-4 11,1 5,3 8,7 10,5 6,9 8,11 3,10 1,11-1,4-4,8-1,8-6,8-6,12-6,9-6,10-5,5-5,11-9,-2-5,4-13,-6-9,1-5,-8-8,3-6,-6-6,-2-7,-5-5,-7-9,-5-5,-4-5,-11-4,-9 1,-8 2,-5 4,-8 7,-6 5,-9 5,-5 4,-6 7,-5-1,-3 8,-5 3,0 5,-5 7,-2 5,-3 5,-2 0</inkml:trace>
  <inkml:trace contextRef="#ctx0" brushRef="#br1" timeOffset="310970.4811">11659 11692,'2'-3,"0"-7,-2 10,9-7,4-2,9 3,1 6,3 7,-6 6,-5 6,-3 4,-6 6,-6 3,-6 4,-2-4,-2-2,10-30,-13 25,13-25,-12 19,12-19,-7 14,6-3,13-8,8-9,6-4,7-8,4-7,0-1,0-2,-5-2,-5 2,-2-2,-10 2,5 1,-20 27,13-26,-13 26,11-20,-11 20,3-15,-3 15,-2-11,2 11,-5-7,2 10,0 7,6 3,5 3,6 2,4-1,4 0,1 1,-1-1,-22-17,21 19,-21-19,20 19,-6 3,-7 1,-7-23,-1 22,-13-3,-13 0,-3-9</inkml:trace>
  <inkml:trace contextRef="#ctx0" brushRef="#br1" timeOffset="311126.6456">12142 11530,'22'-12,"12"-5,4-2,5-3,-1-2</inkml:trace>
  <inkml:trace contextRef="#ctx0" brushRef="#br1" timeOffset="311579.6666">12499 9042,'10'23,"2"4,1 10,5 1,1 1,0 1,-19-40</inkml:trace>
  <inkml:trace contextRef="#ctx0" brushRef="#br1" timeOffset="311938.9557">12774 9028,'-6'15,"-2"6,-1 1,2 7,6 2,4 1,-3-32,12 30,3-4,6-6,3-10,5-6,-6-10,2-7,-4-8,-21 21,21-22,-5-5,-6-5,-8-1,-5 1,-5 4,-7 5,-2 8,17 15,-23-10,-3 7,-7 11,2 8,0 9,4 2</inkml:trace>
  <inkml:trace contextRef="#ctx0" brushRef="#br0" timeOffset="330398.4858">11245 13515,'2'0,"5"-4,6-2,10-3,7-5,1 3,6-3,-2 1,-3 1,2-3,-34 15,30-17,-6 3,-13-6,-11 20,0-20,-8 2,-13 2,-13 7,-4 6,-9 8,1 7,5 7,1 4,4 6,6 1,10 1,7 0,7 0,14 0,3-1,11-2,9-5,11-2,7-8</inkml:trace>
  <inkml:trace contextRef="#ctx0" brushRef="#br0" timeOffset="330840.5069">11890 13394,'-14'4,"-5"5,-10 7,3 5,-2 3,4 3,24-27,-14 26,7-2,7-24,6 21,10-8,9-15,8-9,-2-11,-1-4,-6-6,-5-2,-5-6,-2 0,-6-4,0-3,-2 2,-5 1,-2 8,-4 1,7 35,-11-30,11 30,-9-20,-2 8,0 16,5 13,-4 14,2 6,0 10,5 2,7 1,6 0,5 2,3-4,7-1,3-7,8-7,1-15</inkml:trace>
  <inkml:trace contextRef="#ctx0" brushRef="#br0" timeOffset="331728.4598">12441 13311,'-11'0,"-8"0,-3 8,-7 3,-7 9,2 4,6 2,2 1,7 0,19-27,-5 26,5-4,8-5,4-8,9-8,-21-1,22-8,3-4,2-7,-3-2,-4-1,-20 22,18-25,-18 25,16-24,-16 24,14-19,-4 9,-1 15,-5 14,-3 10,5 7,1 6,1 2,0 3,4 5,-4 5,-8 4,-9-8,1-6,-4-11,-3-7,-3-8,-4-7,22-14,-25 5,-2-7,-1-13,7-4,6-6,9-3,10-2,13-1,7 0,9 1,9-1,5 0,5 1,-4 1,3 0,-7 3,-2-3,-5 0,-8 1,-29 28,22-24,-22 24,17-22,-10 7,-12 5,-10 11,-3 10,-3 10,-1 1,0 3,7 2,8-2,0-3,7-22,4 21,5-2,8-5,7-9,7-7,-1-5,4-6,-3-5,0-1,0-5,-6-2,0-5,-5 3,-20 28,15-27,-15 27,13-19,-1 7,-3 14,-1 5,2 8,2 6,2-2,2 2,-16-21,16 22,-16-22,13 24,-3 0,-10-24,6 25,-13-3,7-22,-16 20,-10-4,26-16,-33 8</inkml:trace>
  <inkml:trace contextRef="#ctx0" brushRef="#br0" timeOffset="332009.7384">13850 13339,'-10'2,"-8"6,-6 2,-4 6,3 7,4 6,2-2,8 5,7-2,5-1,13-2,5 1,15-10,5-7,4-7,5-7</inkml:trace>
  <inkml:trace contextRef="#ctx0" brushRef="#br0" timeOffset="332525.3323">14173 13455,'-3'-7,"-4"2,-6-2,-1 4,-7 2,0 6,-4 9,3 3,-1 1,23-18,-16 22,6 1,10-23,-3 20,10 0,-7-20,17 11,5-7,0-8,-5-7,2-4,-6-1,0-3,-2 0,2 0,3 0,-16 19,15-13,-1 4,6 10,-4 9,5 9,-6 6,-2 5,-7 1,0-2,-6-4,0-25,-1 24,1-24,-5 19,5-19,-6 13,-5-10,5-13,3-7,3-4,4-6,4 2,5-4,2-1,8-1,-23 31,27-24,4 5,4 13,0 11,-4 7,-6 6,-5 3,-9 5,1 1,-6 2,-6-29,0 30,0-30</inkml:trace>
  <inkml:trace contextRef="#ctx0" brushRef="#br0" timeOffset="332885.0466">14693 13423,'8'15,"-1"8,1 6,1 2,0 3,-9-34,3 31,-3-31,-2 28,2-28,-3 20,-1-14,0-13,5-11,2-3,3-5,1 1,2-3,2 2,-11 26,15-25,5 5,7 9,-1 12,-7 11,-1 9,0 5,-6 3,4 4,-5 0,-4-2,-1 1,-6-32,1 29,-1-29</inkml:trace>
  <inkml:trace contextRef="#ctx0" brushRef="#br0" timeOffset="333197.4835">15213 13530,'24'-4,"4"1,6-3,2-3,-1 0,-7-3,-28 12,27-12,-12-5,-15 17,7-15,-14 1,-12 4,-8 7,-3 7,1 6,0 4,3 6,5 3,11 4,6 0,5 0,7 1,7-6,10-3,8-7</inkml:trace>
  <inkml:trace contextRef="#ctx0" brushRef="#br0" timeOffset="333431.7902">15742 13447,'-9'5,"-12"9,-4 2,1 8,-2 3,8 2,9-2,9 0,8-4,10-3,8-7,8-6,6-9,5-4,0-6,-5-6,-2-4,-8-5</inkml:trace>
  <inkml:trace contextRef="#ctx0" brushRef="#br0" timeOffset="333622.2948">16074 13148,'0'0,"0"0,0 8,-10 8,-1 10,4 13,-4 5,-2 8,8 3,-2 0,5-3,1-1,4-8,3-5,5-4,-11-34,11 28</inkml:trace>
  <inkml:trace contextRef="#ctx0" brushRef="#br0" timeOffset="333939.7013">15870 13495,'23'-3,"11"2,13-3,12-1,5 0,1-1,-3-3,-11-1,-51 10,45-12,-45 12,30-13,-13 0,-17 13,3-10,-15 6,-14 10,-3 6,0 8,1 3,28-23,-23 26,10 2,11 3,15 0,19-5,7-7,10-10</inkml:trace>
  <inkml:trace contextRef="#ctx0" brushRef="#br0" timeOffset="334317.5406">16652 13491,'-11'11,"-3"5,14-16,-16 22,7 1,9-23,3 24,11-10,16-8,2-12,4-8,-7-8,-2-4,-7-4,-6-1,-8-7,-2-3,-3-1,-7-2,-1 1,-2 5,9 38,-7-35,7 35,-8-25,2 13,-2 15,4 17,4 9,-6 12,5 10,1 4,4 0,6 2,8 3,8-6,5-7</inkml:trace>
  <inkml:trace contextRef="#ctx0" brushRef="#br0" timeOffset="335041.4354">17419 13603,'10'-5,"14"-5,6-5,5-3,-2-9,-2-5,1-2,-4-5,-4-5,-6-6,0-6,-5 3,-2-1,-3 3,0 11,-7 7,-1 33,-4-24,-4 11,-5 12,-3 10,-3 17,1 12,-6 11,2 11,6 2,0 1,5-2,7-4,9-8,10-6,8-6,1-9,6-12,1-8,0-13,3-7,-1-5,-6-5,-1-7,-2-3,-5 1,-19 31,17-29,-17 29,13-21,-13 21,7-11,-8 12,1-1,-5 10,-1 6,6-16,-4 21,4 1,10 0,8-7,6-5,6-4,1-7,0-4,0-2,-4-4,-4-3,-23 14,22-17,-4 0,-18 17,14-22,-8 3,-6 19,-1-20,1 20,-5-19,5 19,-10-20,1 0,9 20,-6-21,-3 4,-5 5,14 12,-18-3</inkml:trace>
  <inkml:trace contextRef="#ctx0" brushRef="#br0" timeOffset="335274.9637">17308 13269,'6'-3,"14"-3,22-3,21-1,17 3,12 4,9 2</inkml:trace>
  <inkml:trace contextRef="#ctx0" brushRef="#br0" timeOffset="335556.1456">18057 13269,'-15'6,"-10"6,-3 9,0 4,3 8,7 2,8-2,12-1</inkml:trace>
  <inkml:trace contextRef="#ctx0" brushRef="#br0" timeOffset="336698.1143">18813 13204,'-5'28,"-3"9,3 5,3-1,1 0,3 3,7-4,-9-40,9 40</inkml:trace>
  <inkml:trace contextRef="#ctx0" brushRef="#br0" timeOffset="336901.1886">19082 13603,'0'13,"-4"8,-2 4,0 4,0 3,-3-4,9-28</inkml:trace>
  <inkml:trace contextRef="#ctx0" brushRef="#br0" timeOffset="337511.5461">18451 12636,'16'18,"-2"6,8 1,11 10,-6-1,7 1,-3 2,-1-5</inkml:trace>
  <inkml:trace contextRef="#ctx0" brushRef="#br0" timeOffset="337714.6272">18819 12658,'-13'15,"-6"10,-1 5,-1 8,2 1,4 2,1-1,5-4</inkml:trace>
  <inkml:trace contextRef="#ctx0" brushRef="#br0" timeOffset="337996.0546">18998 12801,'8'-4,"11"-4,7-4,5-4,2 1,-6 1,-27 14,22-14,-6 0,-9-3,-7 17,-2-15,-8 0,-9 10,-4 4,-3 12,3 5,-1 4,5 5,6 4,6 1,8 0,9 1,4-4,10-6</inkml:trace>
  <inkml:trace contextRef="#ctx0" brushRef="#br0" timeOffset="338277.3806">19318 12692,'6'6,"5"12,5 3,6 7,1 4,-23-32,24 32,-7-3,-17-29,15 27,-15-27,5 18,-7-11,2-7,-11-5,4-9,0-8,6-3,6-2,12 1,6-4,11-3,5 2,0 0</inkml:trace>
  <inkml:trace contextRef="#ctx0" brushRef="#br0" timeOffset="338434.0904">19768 12478,'0'2,"-2"8,1 8,-2 11,-2 13,-5 5,3 6,1 1,1-1,5-53</inkml:trace>
  <inkml:trace contextRef="#ctx0" brushRef="#br0" timeOffset="338668.398">19646 12725,'20'-8,"11"1,9 1,8 3,2 5,-6 2,-4 4,-11 6,-11 2,-6 3,-3 1,-3 4,-5-1,-5 4,4-27,-5 27,5-27</inkml:trace>
  <inkml:trace contextRef="#ctx0" brushRef="#br0" timeOffset="338840.2774">19896 12545,'0'0,"1"1,3 6,-4-7</inkml:trace>
  <inkml:trace contextRef="#ctx0" brushRef="#br0" timeOffset="339505.1104">20233 12705,'-22'8,"-8"6,1-1,1 8,6 0,5 3,13-2,9-1,14 1,5-9,10-2,3-5,-37-6,36-1,-2-6,-34 7,32-12,-2-1,-30 13,24-15,-24 15,19-14,-6 0,3 0,-2 3,5 2,1 5,8 0,2 0,-4 1,-26 3,30-11,-30 11,24-10,-24 10,15-11,-7-1,-14 3,-9 7,-7 6,-9 5,31-9,-30 13,3 5,27-18,-24 19,10 1,14-20,0 22,11-1,18-6,7-5,5-8,-4-6,-3-2,-7-2,-27 8,24-12,-6-2,-3-5,-15 19,16-18,-4 4,-12 14,11-12,-1 11,3 17,0 5,3 8,1 3,-3-1,-14-31,10 29,-10-29,6 27,-7-2,-16-2,-5-10,-14-7,-2-9</inkml:trace>
  <inkml:trace contextRef="#ctx0" brushRef="#br0" timeOffset="340106.3416">19578 13279,'-7'3,"7"-3,-20 8,-3 2,-1 7,9 7,7 0,12 1,8 0,7-1,8 3,1-1,2-2,-3 0,-27-24,26 22,-8-4,-9-1,-12-2,3-15,-13 10,-9-5,-12-3,-5-4,-4-2,3-8</inkml:trace>
  <inkml:trace contextRef="#ctx0" brushRef="#br0" timeOffset="340263.2741">19625 13259,'29'-1,"14"3,8 4,8 1,-5 4</inkml:trace>
  <inkml:trace contextRef="#ctx0" brushRef="#br0" timeOffset="340435.1106">20032 13743,'-4'16,"-2"9,-3 1,4 1,5-27,-2 29</inkml:trace>
  <inkml:trace contextRef="#ctx0" brushRef="#br0" timeOffset="340795.7939">20800 13381,'-9'1,"-17"6,-10 3,-7 7,-8 6,3 6,2 6,7 3,8 4,13-3,12-3,12 0,9-7,11-4,5-7,2-4,-5-7,-28-7,29 3,-29-3,22-3,-9-7,-10-4,-13 1,-8 1,-10 5,-7 1,-4 6,-4 1,2 1,41-2</inkml:trace>
  <inkml:trace contextRef="#ctx0" brushRef="#br0" timeOffset="341935.039">11334 14534,'0'0,"0"1,0 9,-5 14,1 7,-1 3,-1 6,-1 1,1-1,5 1,3-4,-2-37,3 37,9-3,5-7,3-6,1-4,4-9,1-2,-1-4,-25-2,28-8,1 0,-1-7,-10-3,-3-6,-15 24,5-26,-11 2,-15 6,-3 0,24 18,-34-10,0 5,34 5,-40 0,40 0,-34-2,34 2,-25-2,14-4,19-2,11-2,17 1,9-1,-3 0,7-1,-5-2,-9-2,-5 1</inkml:trace>
  <inkml:trace contextRef="#ctx0" brushRef="#br0" timeOffset="342095.7036">11296 14513,'0'0,"1"0,12-1,16-4,20 2,9 1,4 2,1 2</inkml:trace>
  <inkml:trace contextRef="#ctx0" brushRef="#br0" timeOffset="342251.9242">12015 14654,'20'4,"5"-1,7 2,2 0,-34-5</inkml:trace>
  <inkml:trace contextRef="#ctx0" brushRef="#br0" timeOffset="342393.4286">12007 14839,'11'2,"14"-2,9-1,0 1,-34 0</inkml:trace>
  <inkml:trace contextRef="#ctx0" brushRef="#br0" timeOffset="342847.4746">11751 14925,'-16'4,"-9"-2,-8 3,-7 3,-6-1,-3 4,-2 0,-3 0</inkml:trace>
  <inkml:trace contextRef="#ctx0" brushRef="#br0" timeOffset="351358.7582">13086 14272,'0'0,"-1"-3,-2 2,-13 7,-3 7,-4 11,-11 8,-2 6,2 6,0 7,4-3,13 2,3 0,10-2,7-6,10-5,3-5,9-1,2-4,1-4,2-4,1 0,-4-5,-3-1,-24-13,21 6,-2-5,-19-1</inkml:trace>
  <inkml:trace contextRef="#ctx0" brushRef="#br0" timeOffset="351577.5555">13311 14359,'0'4,"5"11,-5 7,2 9,-2 5,1 4,4 2,-7 7,6-3,0 6,1-3</inkml:trace>
  <inkml:trace contextRef="#ctx0" brushRef="#br0" timeOffset="351780.6746">13723 14715,'17'-2,"9"0,10 0,3-2,3 2,-2-1,0-6</inkml:trace>
  <inkml:trace contextRef="#ctx0" brushRef="#br0" timeOffset="352160.6215">14210 14491,'2'-5,"4"-5,5-4,-11 14,13-17,5 5,10 1,-28 11,28-2,-3 7,2 9,-11 8,-1 5,-12 4,-10 2,-7 1,-8-2,-3-3,0-4,1-6,24-19,-22 18,22-18,-15 13,15-13,-12 7,10-1,14-2,6-4,15-5,3 3,7-4,3 0,-46 6,50-11</inkml:trace>
  <inkml:trace contextRef="#ctx0" brushRef="#br0" timeOffset="352457.4813">14611 14256,'13'7,"9"-1,5 10,7 4,-7 12,3 6,-6 3,-3 1,-10 1,-6-2,-6-1,-5-3,-8 2,-2-6,-8 2,1-4,-5-2,0-2,4 1,24-28</inkml:trace>
  <inkml:trace contextRef="#ctx0" brushRef="#br0" timeOffset="352707.3794">15232 15008,'-15'18,"-8"7,-8 6,-10 3</inkml:trace>
  <inkml:trace contextRef="#ctx0" brushRef="#br0" timeOffset="353957.6864">12506 14010,'-1'2,"1"-2,-6 7,-6 7,-12 9,-4 1,3 3,-2 0,5-4,22-23,-16 22,16-22,-13 20,13-20,-5 17,8-3,-3-14,16 10,5-3,0 1,2 2,-4 3,-8 7,-4 6,-7 7,-11 5,-2 1,-4 2,0-2,4-6,4-4,1-4,8-1,4-2,7-1,5 1,6-2,-4 6,1 10,-8 7,-5 13,-8 10,1 6,-9 2,-4 5,-3-3,-1-2,2-1,-2-3,7-5,2-5,9-7,4-11,10-4,4-6,7-8,1-6,5-5,-2-7,2-4,-2-5,-1-8,0-5,2-10,-5-3,6-5,-3-1</inkml:trace>
  <inkml:trace contextRef="#ctx0" brushRef="#br0" timeOffset="354348.246">14946 14439,'15'-2,"4"-1,10-2,4 2,7 5,-4 3,-36-5</inkml:trace>
  <inkml:trace contextRef="#ctx0" brushRef="#br0" timeOffset="354490.7938">14960 14621,'4'-2,"17"2,6 1,14 1,5-4</inkml:trace>
  <inkml:trace contextRef="#ctx0" brushRef="#br0" timeOffset="356944.444">15368 14392,'11'-4,"4"0,-15 4,17-4,3 6,1 6,-7 5,0 4,-6 6,-8 3,-4-1,-3 3,-7-2,-1-2,-1-5,16-19,-19 15,19-15,-12 13,12-13,-8 10,4-2,15-2,14-5,9 2,10-9,9-1,2-5</inkml:trace>
  <inkml:trace contextRef="#ctx0" brushRef="#br0" timeOffset="357366.2673">15838 14340,'0'0,"0"0,1 3,2 5,5 6,7 5,5 9,1 4,5 1,-1 3,-2 1,-7-2,-4-2,-7-3,-5-4,-13-6,13-20,-20 16,-3-6,23-10,-28 2,3-8,25 6,-16-12,8-3,10-8,8-4,11-2,5-2,4 0,-3 2,2 4,-9 1,-20 24,19-19,-10 1,-9 18,-1-20,-6 0,-8 0,-1 2,-9 2,1 5,-1 5,25 6,-27-4,27 4,-25 0,5 8</inkml:trace>
  <inkml:trace contextRef="#ctx0" brushRef="#br0" timeOffset="357884.8724">16716 15078,'0'0,"-1"-1,1 1,-3-5,3 5,-7-10,2-4,5 14,-6-15,6 15,-4-14,4 14,4-9,5 7,-9 2,14 10,-4 9,-3 13,-7-2,-9 1,-2-2,-10 2,-6-8,-2-4,-8-1,37-18</inkml:trace>
  <inkml:trace contextRef="#ctx0" brushRef="#br0" timeOffset="371245.2855">17160 14194,'-1'0,"1"0,-4 7,-8 3,-8 11,-5 9,-5 1,1 9,-2-1,4 1,4 2,6 1,0-4,6-2,6 1,10-4,3-1,10-2,1 0,7-5,1-5</inkml:trace>
  <inkml:trace contextRef="#ctx0" brushRef="#br0" timeOffset="371583.4026">17409 14377,'-7'0,"-6"0,13 0,-16 4,3 6,13-10,-11 18,11 5,15 6,1-1,11-3,2-4,-4-1,-1-3,-24-17,19 17,-19-17,14 20,-11 0,-10 2,-12-7,19-15,-23 14,-6-4,-8-3,37-7,-34 4,3-7</inkml:trace>
  <inkml:trace contextRef="#ctx0" brushRef="#br0" timeOffset="371767.0404">17460 14419,'21'0,"7"-1,12 1,6 1,9 2,1-2</inkml:trace>
  <inkml:trace contextRef="#ctx0" brushRef="#br0" timeOffset="371970.1176">17915 14604,'20'0,"7"1,9 2,4-5</inkml:trace>
  <inkml:trace contextRef="#ctx0" brushRef="#br0" timeOffset="372298.1752">18323 14418,'0'2,"-3"11,0 6,-6 5,-2 5,0 5,-4-5,2 1,13-30,-15 29,15-29,-9 25,6-5,3-20,5 13,7-6,11-5,3-7,-26 5,28-7,0-4,-28 11,26-9,-26 9,19-4,-2 10,-5 10,-5 6,-7 2,3 5,-2-3,3-2,-4-24,4 28</inkml:trace>
  <inkml:trace contextRef="#ctx0" brushRef="#br0" timeOffset="372579.3466">18671 14252,'9'11,"8"13,5 6,3 10,0 4,-4 3,-2-3,-9-1,-5 2,-7-5,-6-1,-7-1,-5-3,-3-2,-3-3,-1-8,-3-3,1-1,29-18</inkml:trace>
  <inkml:trace contextRef="#ctx0" brushRef="#br0" timeOffset="372798.0642">19209 14820,'18'5,"7"-1,6 3,-31-7</inkml:trace>
  <inkml:trace contextRef="#ctx0" brushRef="#br0" timeOffset="372954.3126">19150 15002,'26'6,"11"-1,9 6,3 1,-5-3</inkml:trace>
  <inkml:trace contextRef="#ctx0" brushRef="#br0" timeOffset="374008.2041">19616 14684,'0'0,"2"-7,-2 7,5-14,4-4,-9 18,16-15,5 6,6 7,-4 10,-2 5,-1 5,-11 1,-9 1,-4 2,-10 2,-5-3,-6-3,0-4,25-14,-29 11,29-11,-26 10,26-10,-17 6,13 4,21-1,19 1,5-1,14-4,4-2</inkml:trace>
  <inkml:trace contextRef="#ctx0" brushRef="#br0" timeOffset="374336.6646">20059 14591,'7'-3,"-7"3,11-5,11 5,7 7,2 9,-7 5,-5 6,-9 1,-7-2,-6 2,-6-2,9-26,-13 22,-4-4,17-18,-18 16,18-16,-11 11,11-11,-7 7,9 0,14-3,11 0,10 0,8-2,5-1,-2-2</inkml:trace>
  <inkml:trace contextRef="#ctx0" brushRef="#br0" timeOffset="374493.1635">20569 15136,'-5'18,"-11"7,0 4,-5 5</inkml:trace>
  <inkml:trace contextRef="#ctx0" brushRef="#br0" timeOffset="377881.0076">20823 14444,'0'0,"9"-8,5-2,-14 10,18-11,0 2,-18 9,16-11,-16 11,12-7,-12 7,7-5,-6 6,-7 5,-4 6,-7 2,-4 3,0 5,0-1,0 4,4 7,4-4,6-1,4-1,0-1,5-3,-1 1,4 2,1-1,4-2,-10-22,11 22,3-2,-14-20,16 23,5-4,4-5,1-5,2-8,-28-1</inkml:trace>
  <inkml:trace contextRef="#ctx0" brushRef="#br0" timeOffset="378224.7039">21140 14544,'0'0,"-2"0,2 0,-6 3,-2 6,1 6,7-15,-1 19,8 2,6 2,8 4,6-3,0-2,-2-4,-25-18,23 17,-23-17,20 17,-20-17,12 17,-9 0,-12-4,-7-5,-8-4,-7-3,-1-3,-4-4,0-4,6-4</inkml:trace>
  <inkml:trace contextRef="#ctx0" brushRef="#br0" timeOffset="378365.4727">21168 14529,'14'-3,"10"-1,1-2,13 2,1 0,4 3</inkml:trace>
  <inkml:trace contextRef="#ctx0" brushRef="#br0" timeOffset="378599.7934">21568 14674,'0'0,"2"2,8 1,11 0,12-3,7 0,4 0</inkml:trace>
  <inkml:trace contextRef="#ctx0" brushRef="#br0" timeOffset="378928.4324">21910 14504,'10'-1,"10"0,4 3,2 2,1 3,-27-7,25 8,-8 3,-17-11,17 16,-9 6,-7 6,-3 0,-3 3,-2-1,0-4,7-26,-5 26,1 1,4-27,-4 29,2 0,2-29,3 27,-3-27</inkml:trace>
  <inkml:trace contextRef="#ctx0" brushRef="#br0" timeOffset="379100.8801">21898 14705,'16'-4,"8"1,10 0,12 4,3 1,4 1,-3-6</inkml:trace>
  <inkml:trace contextRef="#ctx0" brushRef="#br0" timeOffset="379361.3892">22366 14390,'6'13,"11"7,4 7,4 12,2 0,-3 3,-2 0,-6-1,-8 0,-6-2,-7-1,-8-4,-5-3,-4-4,-4-5,-1-5,-2-3,-4-5</inkml:trace>
  <inkml:trace contextRef="#ctx0" brushRef="#br0" timeOffset="379517.6576">22761 14754,'23'0,"9"3,5 2,0-1</inkml:trace>
  <inkml:trace contextRef="#ctx0" brushRef="#br0" timeOffset="379689.4526">22725 14872,'13'0,"12"2,13 6,11 4,4-1,-1 0</inkml:trace>
  <inkml:trace contextRef="#ctx0" brushRef="#br0" timeOffset="381555.7702">23200 14654,'3'-6,"5"-6,5-8,3 6,4 0,5 3,3 10,0 8,1 7,-5 4,-4 7,-7 3,-7-1,-7 0,-11 2,-4-3,-6-2,-2-4,1-3,23-17,-24 10,24-10,-20 7,20-7,-15 3,9 0,12-3,13 2,16 1,8-3,9-4</inkml:trace>
  <inkml:trace contextRef="#ctx0" brushRef="#br0" timeOffset="381900.1308">23780 14651,'0'0,"-2"7,-3 4,1 8,-6 5,-1 8,-2 3,0-3,13-32,-12 33,12-33,-11 26,6-3,5-23,5 14,9-8,11-8,-25 2,27-4,3-2,-30 6,30-8,-30 8,21-4,-1 10,-8 8,-4 9,-7 3,-1 4,-1 1,-1-3,-5 1,2 0,5-29,-7 25</inkml:trace>
  <inkml:trace contextRef="#ctx0" brushRef="#br0" timeOffset="382479.0716">24108 14125,'18'-6,"11"3,3 7,4 6,-2 11,-10 6,-5 10,-9 5,-10 2,-11 4,-11-3,-3-6,25-39,-26 34,26-34,-24 26,24-26,-20 19,8-4,12-15,-7 17,7-17,1 13,7 2,2 6,-5 1,-7 2,-6 2,-5 1,-1-1,-4-1,2 2,7-2,5-1,12 5,7 1,10 3,11 2,4 1,1 2,-2 0,-8 4,-3-1,-13 1,-11 4,-8 1,-9-3,-12-1,-10-1,-5-6,-14-4,-15-5,-14-6,-16-4,-13-5</inkml:trace>
  <inkml:trace contextRef="#ctx0" brushRef="#br1" timeOffset="386609.1206">17556 14978,'10'-2,"24"-5,22 2,18 2,54 5,11 1,8 2,14 2,4 5,-7 4,4 1,6 5,-2 2,-6 2,-7 1,-13-1,-16-3,-12-1,-16 0,-12 1,-14-2,-70-21</inkml:trace>
  <inkml:trace contextRef="#ctx0" brushRef="#br1" timeOffset="386967.3326">17898 15179,'20'0,"20"0,20 3,25 2,12 0,17 0,13 5,8 4,9 3,8 3,-4 4,-5-1,-6 0,-10-1,-8-3,-16 2,-15 2,-14-6,-10 1,-64-18,48 18</inkml:trace>
  <inkml:trace contextRef="#ctx0" brushRef="#br1" timeOffset="394528.3637">11297 16112,'0'0,"-2"0,-7 1,-11 5,-8 4,-5 4,0-2,33-12,-29 16,7 4,22-20,-12 21,12 4,14 1,13 3,5-1,4-2,-1 1,-3-5,-7-2,-6 1,-19-21,8 19,-10-3,-13 1,-9-1,-8-5,-5-3,37-8,-41 3,2-5,5-15</inkml:trace>
  <inkml:trace contextRef="#ctx0" brushRef="#br1" timeOffset="394747.0622">11518 16092,'3'17,"2"8,-3 8,-3 4,-1 2,2 0,-2 2,0 2,-1 3,1-3,-2 1,4-44</inkml:trace>
  <inkml:trace contextRef="#ctx0" brushRef="#br1" timeOffset="395465.7809">11365 16322,'8'3,"18"2,6-1,13-6,6 0,6-1,-5 0,2-3,-7 0,-2-5,-8 2,-7-3,-30 12,22-8,-22 8,16-7,-10 3,-15 4,-8 5,-6 12,-6 5,5 6,3 2,5 2,7-4,11-2,6-3,7-4,8-4,5-10,4-4,4-7,-2-3,0-7,-3-1,-1-3,-7-2,-23 22,19-24,-19 24,12-22,-12 22,6-18,-6 18,3-13,0 17,0 12,6 9,-3 3,6 5,1-3,-4 4,3-5,-12-29,13 29,-13-29,9 24,-9-24,6 20,-3-11,-7-12,-3-12,0-6,1-8,-3-6,5-3,6-2,6-6,6-1,3 8,-17 39,23-33,8 10,8 12,-2 9,-7 9,-9 5,0 4,-14 5,-7 1,-7 1,-8 1,-11-2,-3 0,-5-7,1-5,-5-4,6-5,32-1</inkml:trace>
  <inkml:trace contextRef="#ctx0" brushRef="#br1" timeOffset="395811.3854">12825 16145,'-7'20,"-5"5,0 4,-5 4,17-33,-16 28,16-28,-13 25,13-25,-8 18,8-11,13-8,3-6,3-4,-19 11,22-13,-1 5,-21 8,20-5,-3 11,-3 9,-4 9,-6 4,0 3,-4-2,1-3,1-1,-2-25,4 25,2-10</inkml:trace>
  <inkml:trace contextRef="#ctx0" brushRef="#br1" timeOffset="396269.3124">12773 15924,'-35'22,"-9"11,-4 10,-2 15,9 4,7 1,14 1,11-1,11-9,9-8,12-3,12-4,7-6,8-7,7-6,1-10,1-5,0-9,0-9,-4-8,-6-3,-2-13,-7-6,-3-10,-9-4,-8-2,-9-1,-8 5,-9 6,-9 7,-6 2,-12 7,-9 1,-9 5,-4 9,-3 4,2 5,8 6,4 3,10 6,6 4,8 6,9 6,6 4,11 1</inkml:trace>
  <inkml:trace contextRef="#ctx0" brushRef="#br1" timeOffset="398049.5199">14066 16192,'-8'0,"-9"5,-10 2,-5 5,-5 7,1 9,-1 3,9 4,3-1,25-34,-15 35,9-6,12-7,12-5,2-7,9-8,3-10,4-6,-3-9,-4-5,-4-4,-3-7,-8-2,-1-6,-8-2,6-3,-9 3,-3 3,-5 1,0 7,-3 7,9 31,-13-22,13 22,-9-15,-1 15,3 19,0 10,5 12,2 8,3 5,3 3,3 0,6 1,4-5,4-7</inkml:trace>
  <inkml:trace contextRef="#ctx0" brushRef="#br1" timeOffset="398713.6954">14267 16215,'5'3,"5"6,3 5,8 9,0 5,-3 3,2 1,-4-5,-5-1,-11-26,8 24,-8-24,2 21,-3-10,-3-16,-1-8,5-6,1-6,4-2,5-2,3-4,5 0,7 8,5 3,7 9,-1 5,2 8,-5 1,1 5,-5 1,-29-7,30 11,-30-11,24 8,-24-8,24 10,-24-10,16 7,-6-10,-12-6,-10-1,-6-1,-9 6,-1 8,1 5,0 4,8 6,-1 3,7 1,13-22,-8 25,5 0,12-1,-9-24,13 18,6-6,9-12,2-6,-3-5,-5-2,0-3,-9-2,-13 18,10-21,-10 21,8-21,-8 21,2-17,-1 9,-4 13,3 11,-3 9,1 4,2 3,4-1,3 1,5-2,3-5,1-1,1-10,1-9</inkml:trace>
  <inkml:trace contextRef="#ctx0" brushRef="#br1" timeOffset="399135.4659">15028 16291,'-3'6,"-2"5,1 7,0 1,4 4,1 2,9-5,4-3,-14-17,19 15,5-9,-24-6,32-2,-5-9,-27 11,21-18,-21 18,15-19,-15 19,10-15,-10 15,1-12,-1 12,-2-5,6 11,4 2,8 2,6-5,1-2,5-6,-2-3,-3-5,0 0,-6-4,-1-2,-7-5,-3-3,-5-2,-6-3,-2 2,7 28,-13-24,-2 6,15 18,-16-16,16 16,-20-5,2 6</inkml:trace>
  <inkml:trace contextRef="#ctx0" brushRef="#br1" timeOffset="403979.6141">16288 16328,'0'0,"0"0,0 0,0 0,1 1,8-2,5-2,3-3,9 2,4-4,-30 8,30-7,-2-3,-28 10,26-13,-10-2,-16 15,6-18,-9 2,-10 0,-8 8,-2 6,-4 3,-3 6,2 8,0 2,6 7,1 1,10 6,8-3,6-3,10-1,12-1,7-6,9-5,9-8</inkml:trace>
  <inkml:trace contextRef="#ctx0" brushRef="#br1" timeOffset="404390.2815">16914 16177,'-20'-5,"-7"2,-6 7,-5 3,-1 5,4 8,3 2,9-1,8 1,6 0,10-5,8-2,9-3,11-6,3-10,2-6,6-6,-5-2,-3-6,-2-4,-7-3,-4-4,-5-4,-8-5,-2-1,-3-1,-7 7,0 8,6 31,-10-24,10 24,-13-18,-2 14,1 16,-3 12,2 9,5 11,3 4,6 0,2 1,10 0,4-5,9-5,9-9,6-7,4-15</inkml:trace>
  <inkml:trace contextRef="#ctx0" brushRef="#br1" timeOffset="405016.1692">17450 16191,'0'0,"-2"0,-10 0,-12 4,-4 6,-5 5,7 3,26-18,-26 19,26-19,-16 17,8-2,19-4,4-8,-15-3,26-1,2-6,0-8,-28 15,24-17,-24 17,17-15,-5 4,-7 12,0 10,-1 9,1 9,-1 3,2 2,1 5,-1 5,-4-1,-4-4,2-39,-12 40,-1-8,-5-10,18-22,-22 13,1-9,1-13,7-6,2-5,8-5,9-4,14-2,6-2,5 2,9 3,7 3,1 5,3 0,-1-2,-50 22,45-18,-6 5,-39 13,31-13,-12 2,-15 0,-10 6,-11 1,-8 6,-8 4,2 6,-1 2,8 5,24-19,-22 22,9 2,11 8,15-4,7-1,10-4,6 1,1-8,0 0,2-5,0-4,-3-4,0-5</inkml:trace>
  <inkml:trace contextRef="#ctx0" brushRef="#br1" timeOffset="405360.4996">18892 16125,'-8'2,"-11"5,-10 6,-9 4,-1 8,-4 5,3 6,4 2,8 0,7-1,5 1,9 1,7-3,7 2,3-3,7-3,8-1,5-9,7-8,7-8,0-10</inkml:trace>
  <inkml:trace contextRef="#ctx0" brushRef="#br1" timeOffset="405704.1776">19207 16188,'0'0,"-7"-1,-3 2,-2 6,-2 7,2 3,3 3,9 4,3 3,8-1,5 2,7-3,3 5,-1-2,-2-2,-6-3,-5-1,-12-22,7 20,-7-20,2 15,-7 2,-9-4,14-13,-19 8,-5-2,24-6,-35-1,1-4,3-7,6-6,25 18</inkml:trace>
  <inkml:trace contextRef="#ctx0" brushRef="#br1" timeOffset="405876.0016">19229 16204,'0'0,"9"-2,16 2,12-2,8 3,6 6,8 0,-6 1</inkml:trace>
  <inkml:trace contextRef="#ctx0" brushRef="#br1" timeOffset="406048.5816">19598 16501,'7'0,"8"0,14 0,9 1,5-2,3-3</inkml:trace>
  <inkml:trace contextRef="#ctx0" brushRef="#br1" timeOffset="406426.0266">20138 16227,'-7'12,"-4"7,-4 7,-7 5,0 0,1 2,5-1,6-4,8-1,10-7,8 3,3-9,11 1,1-3,6-3,-4-6,-2-2,-31-1,26-5,-4-4,-22 9,18-15,-18 15,11-18,-11 18,4-15,-7 4,3 11,-11 0,-3 9,0 12,2 8,7 2,6-3,-1-28,5 28</inkml:trace>
  <inkml:trace contextRef="#ctx0" brushRef="#br1" timeOffset="406692.8576">20541 16150,'13'27,"5"14,1 9,-5 8,-7 3,-11 1,-7-3,-9-4,-7-3,-5-5,-5-10,-4-6,-1-4,3-6,4-8</inkml:trace>
  <inkml:trace contextRef="#ctx0" brushRef="#br1" timeOffset="412352.1353">22241 320,'0'0,"1"4,-1-4,3 7,1 6,-4-13,9 16,-1 7,1 4,-1 5,-4 2,-4 1,0 6,-2-2,-3 7,-1 1,1 7,-3 4,-1-1,0 2,1-1,1 6,-3 7,6-1,-1 1,1 3,2 0,-1 0,6-6,8-1,0 1,2 0,2-1,1 0,-5 2,2 5,1-2,-3 2,-3-1,1 2,5-1,-5 2,3-2,1-2,1 0,6-2,-3 2,5-1,-5 3,-3-5,-2 4,-4-2,-3 3,-2-6,0 2,3 0,1-2,2 5,-1 5,2-3,-2-1,8 4,-10 3,4-2,-5 3,4 1,-7-3,6 4,-2-2,2 1,1 3,4-2,-2 0,4-2,0-4,2 1,4-1,-1-1,0 1,-2 6,-1-1,-1 0,-2 2,1-1,4-6,-1 6,-3-3,9-2,-8 2,-1 4,1 0,0 2,-5 5,1 0,-2 11,3 9,-1 14,4 15,2 24,8 20,-12 24,-1 32,19 36</inkml:trace>
  <inkml:trace contextRef="#ctx0" brushRef="#br1" timeOffset="415633.805">26097 547,'-1'-9,"1"-4,0 13,-1-19,1 0,0 19,2-21,-2 21,1-15,4 6,0 13,-1 8,2 7,2 3,2 12,-4 3,5 7,-6 2,1 8,-5 1,-1-55</inkml:trace>
  <inkml:trace contextRef="#ctx0" brushRef="#br1" timeOffset="416118.1186">26027 294,'-28'18,"-11"7,-15 11,1 10,-5 12,3 5,10 6,10 5,9 2,17-5,10-1,10-14,13-8,7-10,6-8,7-7,-1-6,1-12,-1-9,2-8,-2-11,3-9,-1-4,0-4,-1-11,0-8,-1-6,-6-6,-2-1,-6 3,-6 3,-11 11,-11 8,-13 6,-12 10,-9 7,-10 8,-4 7,-8 10,0 3,-6 12,3 10,-4 5,1 4</inkml:trace>
  <inkml:trace contextRef="#ctx0" brushRef="#br1" timeOffset="416586.7023">25729 1051,'0'0,"1"-3,-1 3,0-5,-3 5,-6 8,-4 4,-9 10,-9 12,-12 9,-10 4,-12 14,-11 7,-2 3,-6 3,5 1,8-8,3 1,9-2,3 2,9-3,1-5,9-5,3-10</inkml:trace>
  <inkml:trace contextRef="#ctx0" brushRef="#br1" timeOffset="416961.6226">24444 2128,'-25'35,"-5"13,-5 11,2 2,1 0,10-5,12-9,5-9,5-7,10-5,-10-26,14 19,6-8,5-8,-25-3,21-8,-21 8,21-9,-21 9,14-14,-14 14,6-8,-10 4,-10 11,-5 4,-4 2,23-13,-21 15,21-15,-19 14,5-10,15-20</inkml:trace>
  <inkml:trace contextRef="#ctx0" brushRef="#br1" timeOffset="417402.6184">24302 2073,'-15'22,"-13"14,-7 19,-1 15,1 12,1 7,11 0,4-3,11-7,6-8,15-12,10-11,7-11,7-11,3-12,2-8,2-10,4-8,6-8,1-12,-2-7,3-4,-7-9,-2-3,-6-4,-9-6,-13-10,-7-1,-8 0,-9 6,-7 9,-9 14,-4 10,-9 9,-2 11,-4 7,-5 10,0 10,-5 5,1 12,5 0,4 3,9 4,31-34</inkml:trace>
  <inkml:trace contextRef="#ctx0" brushRef="#br1" timeOffset="418877.8147">25580 4053,'-12'11,"-5"4,-1 3,18-18,-16 21,6 2,7 3,7-5,7 0,-11-21,15 19,7-2,4-5,-3 3,-23-15,19 15,-5 1,-3 5,-5 0,-12 1,-2 0,-6-1,-7 0,-2-3,-2-4,1-11,7-12</inkml:trace>
  <inkml:trace contextRef="#ctx0" brushRef="#br1" timeOffset="419018.3964">25578 4110,'12'-13,"7"-3,8-2,5-4,9 4,3-2,-2 2,-4-4</inkml:trace>
  <inkml:trace contextRef="#ctx0" brushRef="#br1" timeOffset="419408.9364">25804 3784,'-23'11,"-12"10,-13 11,-8 9,-7 11,1 10,1 8,10 1,9 5,13-3,13 0,15-4,12-8,11-10,6-7,9-14,10-9,7-8,5-8,3-14,5-5,1-9,-2-7,-1-7,-2-3,-10-7,-8 1,-9-7,-13-3,-6-4,-6-5,-12 2,-8 3,-6 10,-8 6,-8 12,-6 8,0 12,-8 6,-2 9,0 8,0 7,-4 4,7 5</inkml:trace>
  <inkml:trace contextRef="#ctx0" brushRef="#br1" timeOffset="421237.3208">26181 4585,'0'0,"-1"1,1-1,1-1,-1 1,0 0,0 0,2 0,-2 0,0-1,0 1,3 0,-3 0,8 3,3 3,7 6,-18-12,20 7,3 5,-23-12,21 13,-21-13,19 11,-19-11,18 8,-18-8,12 5,-8-7,-4 2,-5-10,-8 1,13 9,-16-13,-4 0,20 13,-22-11,2 0,20 11,-17-16,2 0,15 16,-13-19,13 19,-8-20,8 20,-5-22,5 22,-2-17,2 17,-4-14,4 14,-2-9,2 9,-2-2,2 2,-4 2,2 8,3 7,1 3,5 5,4 1,4 6,2 1,13 1,0 1,9 1,1 4,6-2,-1 0,1-1,-2-5,-5 1,-1-5,-4 2,1-2,-8-2,-1 3,2-1,-1-3,-5 0,-3-1,4-3,0-2,0 3,-2-1,2-8</inkml:trace>
  <inkml:trace contextRef="#ctx0" brushRef="#br1" timeOffset="421584.8968">27258 5086,'-3'20,"-5"10,0 6,4 8,5-1,-1 0,3 0,-3-43,6 37,-6-37,10 29,-10-29,12 23,-12-23,15 11,-15-11,18 0,-18 0,16-7,-16 7,13-9,-1-2,-4 10,5 7,-1 10,2 3,1 4,0 2,1-3,-1 2,-15-24,18 20,-18-20</inkml:trace>
  <inkml:trace contextRef="#ctx0" brushRef="#br1" timeOffset="422022.2996">27446 4812,'-32'7,"-8"3,-14 10,-3 9,6 13,-1 6,3 12,8 11,2 8,11 10,5 4,20-4,4-6,13-8,11-7,11-13,11-8,10-4,5-9,2-7,-2-13,-3-11,-3-15,-4-11,-1-10,-2-5,-5-10,-5-8,-2-11,-2-7,-6-10,-10-4,-2-1,-9 7,-7 7,-2 11,-15 9,-5 7,-7 7,-6 9,-6 5,-1 9,-6 8,-2 11,-8 5</inkml:trace>
  <inkml:trace contextRef="#ctx0" brushRef="#br1" timeOffset="422790.5531">24626 2754,'0'0,"-1"-5,1 5,-4-5,4 5,0-4,0 4,0 0,5 6,3 10,2 5,6 6,-3 5,7 3,3 5,1 7,0 4,4 1,1 6,6 1,1 3,4 1,1-2,2 0,-1-3,-3 1,2-4,-5-5,-1 0,-1-7,-7-2,-3-5,-5-1,1-1,-2-4,3-2,0-2,-1 1,4-5,-24-22</inkml:trace>
  <inkml:trace contextRef="#ctx0" brushRef="#br1" timeOffset="423844.1802">27250 5080,'0'0,"0"2,-1 6,1 7,1 4,-2 7,2 6,0-1,-3 3,-1-4,3-30,-7 34,3-2,1 0,2-2,1-30,2 26,6-7,5-2,3-9,6-1,-3-10,5-2,-1-4,-23 9,28-15,-3 3,1-5,-26 17,23-15,-6-2,-17 17,10-16,-4 2,-4-3,-2 17,-6-10,6 10,-9-8,9 8,-11-4,-3 0,14 4,-11 8,3 8,3 13,5 7,6 6,4 4,2 2,2-1,2 1,-6 1,1-1,-11-48</inkml:trace>
  <inkml:trace contextRef="#ctx0" brushRef="#br1" timeOffset="426716.6596">25767 5531,'-7'-6,"-2"1,9 5,-11-11,11 11,-7-11,10-4,12 1,7 4,1 7,2 6,1 5,-6 6,-3 3,-6 3,-3 7,-8-27,1 28,-8 1,-3 0,10-29,-13 25,13-25,-14 22,14-22,-11 18,11-7,10-12,9-9,14-6,7-7,0-5</inkml:trace>
  <inkml:trace contextRef="#ctx0" brushRef="#br1" timeOffset="426982.2942">26127 5318,'10'-8,"7"-2,8 1,9 4,-1 7,-3 10,-3 6,-7 7,-10 6,-7-1,-14 2,-8 0,2-5,17-27,-19 24,19-24,-18 16,18-16,-10 11,12-9,21-12,13-7,11-5,6 2</inkml:trace>
  <inkml:trace contextRef="#ctx0" brushRef="#br1" timeOffset="427898.8594">24208 4005,'0'0,"0"-2,0 2,0-5,5-7,-5 12,8-15,7 0,-15 15,23-11,-23 11,19-7,2 10,-7 7,0 9,-10 6,-2 3,-4-2,-5 6,-2-4,1-3,-2-2,10-23,-9 23,9-23,-11 18,11-18,-8 14,8-14,-4 10,5-8,13-3,0-8,2-4,5 1,-1-2,0-1,4-2,3 1,1-4,0 0,3-3,0-1</inkml:trace>
  <inkml:trace contextRef="#ctx0" brushRef="#br1" timeOffset="428165.2294">24602 3866,'0'0,"0"1,-3 5,3-6,1 12,3 5,6 1,5-1,-15-17,17 16,4-2,2 0,-23-14,20 18,-20-18,20 14,-3 0,-17-14,8 17,-5 1,-6-1,3-17,-9 20,-6-1,-2 1,-3-6</inkml:trace>
  <inkml:trace contextRef="#ctx0" brushRef="#br1" timeOffset="428337.0642">24635 3795,'16'-11,"14"-7,12-5,4 1,2 1</inkml:trace>
  <inkml:trace contextRef="#ctx0" brushRef="#br1" timeOffset="429739.3304">24397 1241,'0'0,"1"11,5 12,0 4,-2 9,2 4,0-4,-1 5,4-4,-1-1,-8-36,9 33,0-9</inkml:trace>
  <inkml:trace contextRef="#ctx0" brushRef="#br1" timeOffset="430085.6972">24638 1259,'-6'16,"-1"4,-1 4,4 6,4-1,8-3,-8-26,15 22,5-6,-20-16,22 7,2-10,0-11,-4-4,-6-3,-3-2,-11 23,2-26,-8-2,-7-1,-9 1,-4 8,-1 7,27 13,-27-7,1 5,-1 13,2 3,8 6,17-20,-10 21</inkml:trace>
  <inkml:trace contextRef="#ctx0" brushRef="#br0" timeOffset="436955.1954">23798 7117,'19'-11,"6"-2,7-1,3 0,-4-5,-31 19,26-18,-26 18,22-21,-16-1,-12 1,6 21,-16-14,-6 6,-8 12,-6 8,6 4,2 11,3 1,4 4,10 0,3 0,10-2,9-1,13-6,7-6,8-5,10-6,11-12,3-7</inkml:trace>
  <inkml:trace contextRef="#ctx0" brushRef="#br0" timeOffset="437346.6032">24413 6879,'-17'5,"-8"8,-7 6,0 5,1 8,5-2,26-30,-20 27,14-2,8-4,8-7,10-10,1-8,6-11,4-6,0-5,-7-5,-4 0,-7-2,-5-7,-5 0,-7-5,-3 1,-1 2,-3 3,11 39,-12-31,12 31,-7-24,1 11,4 14,0 17,2 12,0 13,4 6,-3 9,2 1,6-4,7-1,6-6,6-6,9-6,2-4,2-10</inkml:trace>
  <inkml:trace contextRef="#ctx0" brushRef="#br0" timeOffset="438129.3484">24805 6867,'-16'15,"-6"6,-5 9,3 0,24-30,-22 29,22-29,-12 26,12-26,-2 23,14-14,12-14,2-5,-6-10,1 1,-21 19,13-20,-1 0,-12 20,12-18,-2 8,1 13,4 12,1 13,-1 8,4 5,-1 1,1 5,-7-3,-3 3,-2-4,-10-2,-10-9,-1-5,14-27,-19 19,1-9,18-10,-22-1,5-8,6-5,4-8,8-7,11-10,10-3,10-5,10 2,4 4,1 6,-1 6,-7 6,-39 23,34-23,-34 23,24-17,-10 1,-14 5,-11 11,-9 7,-1 12,-2 4,23-23,-24 29,10 1,14-30,-5 32,12-8,12-7,7-11,2-7,4-7,-2-7,-2-4,-3 0,-4-5,-5-3,0 0,-16 27,12-30,-12 30,12-26,0 7,3 11,3 11,5 13,-2 6,4 9,-4-3,2 3,-3-1,-8-2,-6-5,-6-23,0 23,-7-4,-12 0,-7-5,-6-5</inkml:trace>
  <inkml:trace contextRef="#ctx0" brushRef="#br0" timeOffset="438523.3149">26442 6670,'-17'5,"-5"8,-5 10,0 9,-9 5,6 3,7-5,4 0,13-3,9-2,6-4,11-3,8-9,10-8,4-12,6-6</inkml:trace>
  <inkml:trace contextRef="#ctx0" brushRef="#br0" timeOffset="439007.9049">26700 6724,'-2'-7,"-2"2,-10 10,1 6,-5 7,-4 13,4 2,3 1,4 0,6-4,5-30,3 21,8-1,8-7,-19-13,20 5,1-11,-3-10,-18 16,14-20,-6-6,-5-6,4 0,-7 32,4-28,5 6,-9 22,15-14,4 10,2 17,1 6,-1 4,-4 2,-2-1,-15-24,9 21,-9-21,1 21,-1-21,-4 15,-6-9,10-6,-9-5,3-10,7-7,5-3,6-7,1 4,5 7,3 2,3 11,1 5,-3 10,2 5,-2 6,-2 7,-6 7,0-3,-6 5,-8-34,9 32</inkml:trace>
  <inkml:trace contextRef="#ctx0" brushRef="#br0" timeOffset="439367.1923">27287 6802,'0'9,"0"12,3 7,-2 4,-1 0,0-32,-3 28,3-28,-5 25,-2-16,-4-16,4-6,3-6,3-3,3-1,2-4,6-2,0-2,3 1,3 6,2 8,-18 16,23-4,-2 10,-2 13,-2 8,-5 4,-3 0,-2 4,-2 2,-5-37,3 33</inkml:trace>
  <inkml:trace contextRef="#ctx0" brushRef="#br0" timeOffset="439681.1886">27691 6818,'19'-5,"8"-2,5-2,-32 9,31-8,-4-5,-27 13,18-19,-4 3,-14 16,3-17,-10 4,-5 11,-7 7,-5 9,-1 7,2 4,5 4,5 1,9 0,2-4,8-2,8-5,8-2,9-10,8-10,2-3</inkml:trace>
  <inkml:trace contextRef="#ctx0" brushRef="#br0" timeOffset="439868.6548">28205 6688,'-11'13,"-3"6,-4 5,3 3,15-27,-13 28,6 1,14-4,6-3,11-12,7-9,2-9,0-10</inkml:trace>
  <inkml:trace contextRef="#ctx0" brushRef="#br0" timeOffset="440071.7274">28449 6482,'0'0,"0"0,-1 6,-1 15,1 8,-1 8,1 10,1-1,3 3,-1 0,2-1,1-3,-5-45,4 38,-4-38,3 25</inkml:trace>
  <inkml:trace contextRef="#ctx0" brushRef="#br0" timeOffset="440337.2772">28338 6759,'2'-3,"8"-3,13-1,9-4,11 6,2-5,7 3,-4-4,-2 0,-7-2,-39 13,33-13,-33 13,23-13,-23 13,13-12,-8 2,-11 10,-11 10,17-10,-20 20,-3 7,7 6,16-33,-8 33,14-4,20-11,8-10,11-10</inkml:trace>
  <inkml:trace contextRef="#ctx0" brushRef="#br0" timeOffset="440729.0521">29139 6600,'-12'12,"-6"10,-9 7,3 0,0 4,24-33,-14 30,7-4,13-3,6-9,7-11,4-11,1-7,2-5,-3-4,0-4,-7-1,-6-6,-4-3,-2-4,-4-4,0-1,-6 1,0-1,6 47,-7-40,7 40,-5-29,-2 9,1 19,1 13,1 12,0 9,3 10,-1 3,2 5,1 2,4 3,4-2,8-4,7-14,-24-36</inkml:trace>
  <inkml:trace contextRef="#ctx0" brushRef="#br0" timeOffset="440953.4272">29833 6327,'-2'9,"1"9,-3 14,-2 12,3 10,-3 1,2 2,0 0,1-4,-2 0,5-8,0-45,-1 35,-1-17</inkml:trace>
  <inkml:trace contextRef="#ctx0" brushRef="#br0" timeOffset="441332.5176">29688 6522,'14'-8,"13"1,14-6,2 3,8 4,-6 5,-8 5,-10 9,-5 5,-12 8,-6 5,-8 2,0 4,-2-1,6-36,-3 31,5-2,11-4,7-6,6-13,3-8,0-7,-2-4,-2-6,-4-1,-3-5,-6-2,-3-3,-6-3,-1 1,-9 2,-2 4,-5 7,-9 7,0 4,-5 10,-5 4,1 4,32-10,-32 14,10-2</inkml:trace>
  <inkml:trace contextRef="#ctx0" brushRef="#br0" timeOffset="441598.0461">30733 6384,'15'24,"12"8,6 12,8 9,-5 3,1-3,-8-5,-29-48,26 44,-26-44,15 32,-2-14</inkml:trace>
  <inkml:trace contextRef="#ctx0" brushRef="#br0" timeOffset="441785.6108">31093 6384,'0'5,"-4"10,1 13,-6 9,-2 4,-4 3,-1 2,-3 1,2-2,17-45,-16 43</inkml:trace>
  <inkml:trace contextRef="#ctx0" brushRef="#br0" timeOffset="442066.7966">31370 6543,'18'-5,"8"-5,4-1,-1-6,-29 17,22-18,-22 18,14-18,-12-1,-10 5,-6 11,-7 9,-2 10,-5 8,3 5,6 2,1 2,9 2,4-1,6 0,4-1,7-2,8-7,6-11</inkml:trace>
  <inkml:trace contextRef="#ctx0" brushRef="#br0" timeOffset="442316.8572">31693 6568,'17'28,"1"5,1 3,-19-36,12 32,-12-32,7 28,-7-28,3 18,-3-9,0-9,-1-7,-1-9,4-9,4-1,12-6,2-1,10-5,4 2,5-1</inkml:trace>
  <inkml:trace contextRef="#ctx0" brushRef="#br0" timeOffset="442504.308">32124 6335,'2'25,"-1"8,1 12,-1-1,2 5,-2 1,-3-3,-2 1,4-48,-4 42</inkml:trace>
  <inkml:trace contextRef="#ctx0" brushRef="#br0" timeOffset="442725.2611">31999 6573,'19'-5,"11"0,8 0,4-4,6 5,-6 7,-3 3,-4 7,-10 7,-5 5,-4 6,-6 5,-5 3,-7 0,-2-3,-4-5,8-31</inkml:trace>
  <inkml:trace contextRef="#ctx0" brushRef="#br0" timeOffset="442912.7597">32269 6409,'28'2</inkml:trace>
  <inkml:trace contextRef="#ctx0" brushRef="#br0" timeOffset="443490.9839">32597 6508,'-4'5,"-5"7,-11 6,2 6,-6-2,1 1,5 2,18-25,-13 24,10-4,16-1,6-2,7-7,7-9,-1-1,1-4,-2-4,-31 8,28-13,-4-3,-24 16,23-17,-6-3,-17 20,17-21,-3-1,-1 2,-13 20,8-20,-8 20,10-19,-3 4,-5 11,-11 10,-2 6,-6 4,-5 8,3 2,19-26,-20 26,9-1,8-3,7-1,6-6,10-5,5-3,8-6,1-5,7-2,-5-3,-3 1,-1-8,-5-2,-6-1,-1-4,-1-4,-19 27,18-23,-18 23,17-19,-5 9,1 10,0 9,-3 12,3 7,-2 3,-3-1,-8-30,3 30,-7-3,4-27,-17 27,-13-5,-17-5,-8-6</inkml:trace>
  <inkml:trace contextRef="#ctx0" brushRef="#br0" timeOffset="444403.4961">23780 7652,'3'22,"4"6,2 10,-4 3,3 6,0-1,4 1,-7 2,1-2</inkml:trace>
  <inkml:trace contextRef="#ctx0" brushRef="#br0" timeOffset="444606.4968">24119 8110,'0'15,"1"7,0 5,-2 3,1-30</inkml:trace>
  <inkml:trace contextRef="#ctx0" brushRef="#br0" timeOffset="445918.6897">24459 7597,'0'0,"0"0,0-1,0 1,0 0,-3 10,0 10,1 10,-3 4,-4 6,6-2,-5-3,3-3,5-32,-8 28,8-28,-3 23,3-6,0-17,10 12,6-10,9-11,1-4,-26 13,28-16,-4-2,-24 18,25-15,-25 15,17-11,-1 6,-3 13,1 7,-6 5,1 3,-9-23,9 26,0 2,-2 5,-3 1,-4-34</inkml:trace>
  <inkml:trace contextRef="#ctx0" brushRef="#br0" timeOffset="446121.7755">24919 8035,'5'8,"3"9,-6 4,1 5,-2 1,-1-27</inkml:trace>
  <inkml:trace contextRef="#ctx0" brushRef="#br0" timeOffset="446418.5712">25197 7607,'0'0,"0"0,-1 4,1 8,1 5,5 4,4 4,5-1,2 4,-1-2,6-1,-1 0,-4-4,0-3,-17-18,12 20,-6 0,-9-3,-4 1,-9-1,-4-6,-7-4,-1-3</inkml:trace>
  <inkml:trace contextRef="#ctx0" brushRef="#br0" timeOffset="446559.1752">25264 7583,'11'-2,"12"-7,7 2,8 1,7 5</inkml:trace>
  <inkml:trace contextRef="#ctx0" brushRef="#br0" timeOffset="446746.6216">25675 8044,'2'9,"3"8,-3 9,0 0,1 8,-3-34</inkml:trace>
  <inkml:trace contextRef="#ctx0" brushRef="#br0" timeOffset="447105.9681">26055 7651,'-12'15,"-7"10,-3 9,-4 6,7 1,1-3,6-2,12-36,-5 31,5-7,0-24,12 22,6-12,-18-10,22 0,-22 0,20-3,-20 3,15-7,-15 7,7-10,-8 0,-10 5,-7 2,-3 6,-3 3,24-6,-23 10,23-10,-20 14</inkml:trace>
  <inkml:trace contextRef="#ctx0" brushRef="#br0" timeOffset="447324.6116">26457 7859,'10'-1,"13"-1,5 4,9-1,3 4,0 1</inkml:trace>
  <inkml:trace contextRef="#ctx0" brushRef="#br0" timeOffset="447527.7406">26406 8053,'6'-2,"12"-3,9 1,10-2,7 2,3-1,3 0,-4-4</inkml:trace>
  <inkml:trace contextRef="#ctx0" brushRef="#br0" timeOffset="448310.5976">27157 7403,'-11'14,"-6"5,-6 10,-7 2,2-2,28-29,-25 31,25-31,-20 26,7-5,13-21,1 18,12-7,12-4,5-3,3-5,2 4,-35-3,30 6,-6 6,-13 10,-7 0,-9 6,-5 4,-9 3,-1-2,1-1,-3-4,5-3,8 2,9-27,-1 26,7 2,13 7,7 1,2 2,3 9,-3 1,-4 8,-7 5,-6 9,-11 5,-5 3,-11 3,-8 3,1-3,-4 2,-1-4,-1-5,-2-4,7-8,6-7,12-11,9-4,14-5,6-4,8-6,8-4,7-3,4-4,2 0,3-5,3-4,0-4,0-2,-9-2,-2-1,-10-3,-37 7,33-10,-15 1,-20-7</inkml:trace>
  <inkml:trace contextRef="#ctx0" brushRef="#br0" timeOffset="450276.4515">25865 8472,'0'16,"0"7,-6 9,-1 7,-2 8,-3 4,0 8,-1 0,1-4,-2 0,2-5,12-50,-7 41,9-8,-2-33,12 28,7-10,15-11,1-5,8-8,2-1,4-2,-7-1,-1-2,-8 2</inkml:trace>
  <inkml:trace contextRef="#ctx0" brushRef="#br0" timeOffset="450448.2762">25897 8795,'24'-7,"13"-2,6-2,4 1</inkml:trace>
  <inkml:trace contextRef="#ctx0" brushRef="#br0" timeOffset="450622.9261">25918 8465,'26'-7,"15"3,11 0,7 5,9 6</inkml:trace>
  <inkml:trace contextRef="#ctx0" brushRef="#br0" timeOffset="455692.1309">27858 7355,'-6'5,"-5"6,-11 11,-6 7,-8 9,-3 5,-2 1,1 5,4 6,5-3,10-3,13-2,7-8,12-6,7-3,14-4,6-6,6-5,11-6</inkml:trace>
  <inkml:trace contextRef="#ctx0" brushRef="#br0" timeOffset="455910.8337">28088 7499,'-1'7,"-3"12,4 8,-3 4,0 8,2 1,1 1,0-1,3 0,-3-40</inkml:trace>
  <inkml:trace contextRef="#ctx0" brushRef="#br0" timeOffset="456067.0437">28366 7665,'25'-1,"13"0,7 2,5-1,-2-6</inkml:trace>
  <inkml:trace contextRef="#ctx0" brushRef="#br0" timeOffset="456358.0592">28726 7469,'6'-4,"5"0,5 3,2 6,3 5,2 4,-6 6,-1 7,-10-2,-8 2,-9 1,-3-1,-10-4,24-23,-22 22,22-22,-24 15,24-15,-17 9,10-4,18-5,10-4,9-4,14-5,0-3,-2-5</inkml:trace>
  <inkml:trace contextRef="#ctx0" brushRef="#br0" timeOffset="456593.025">29086 7246,'16'8,"8"6,5 8,3 8,-2 3,-1 6,-5 2,-10 4,-11-4,-7 1,-11-5,-6-2,-4-5,-1-1,-4 0,-4 1,-2-1</inkml:trace>
  <inkml:trace contextRef="#ctx0" brushRef="#br0" timeOffset="456764.8576">29653 7509,'24'8,"4"0,-28-8,27 13</inkml:trace>
  <inkml:trace contextRef="#ctx0" brushRef="#br0" timeOffset="456922.0071">29567 7672,'23'-2,"7"-1,9 1,9 1,-4-8,-5-1</inkml:trace>
  <inkml:trace contextRef="#ctx0" brushRef="#br0" timeOffset="457125.084">30001 7353,'0'0,"0"3,-2 9,-1 13,1 6,0 3,0 7,-3-1,-1-2,1-3,-1 3,6-38,-7 31</inkml:trace>
  <inkml:trace contextRef="#ctx0" brushRef="#br0" timeOffset="460033.2789">29896 7599,'1'-6,"-1"6,3-10,4-3,8-5,3-1,3-1,2 3,2 2,1 3,-2 6,-24 6,27-4,-1 8,-4 7,-4 5,-6 7,-5 2,-4 6,-8 4,-9 4,3-3,-5 0,-2-5,18-31,-19 25,19-25,-14 21,14-21,-10 21,7-6,14-5,11-10,10-4,8-8,3-6,2-4</inkml:trace>
  <inkml:trace contextRef="#ctx0" brushRef="#br0" timeOffset="460489.8406">30421 7405,'1'2,"5"1,3 7,5 10,7 1,6 4,2 3,5 1,-4 1,0-1,-6 4,-7-5,-7-2,-10-26,3 24,-10-5,-10-4,17-15,-25 11,0-8,-9-5,7-7,4-6,8-3,9-2,9-5,1-1,12-6,4-4,4-2,1-2,4 4,-29 36,26-35,-8 2,-18 33,12-30,-12 30,5-26,-10 1,-13 9,-3 10,-7 6,-7 6,-1 10,1 4,1 5,34-25,-25 29</inkml:trace>
  <inkml:trace contextRef="#ctx0" brushRef="#br0" timeOffset="460661.6524">31050 7908,'-12'34</inkml:trace>
  <inkml:trace contextRef="#ctx0" brushRef="#br0" timeOffset="462085.951">31120 7932,'0'0,"-1"0,1 0,-3 3,3-3,-5 5,5-5,-5 5,5-5,-6 3,6-3,-12 1,12-1,-12-2,2-3,10 5,-5-10,5 10,1-11,-1 11,6-12,-6 12,12-6,5 10,-4 8,-3 5,0 4,-5 8,-6-1,-9-3,-4 4,-10-1,-7-4,-6 5,-7-2,0-2</inkml:trace>
  <inkml:trace contextRef="#ctx0" brushRef="#br0" timeOffset="466592.593">28035 8269,'0'0,"0"0,-4 5,-10 3,-6 13,-4 0,4 2,20-23,-17 28,3-2,9-1,8 0,4-3,9-6,5 1,4-1,4-1,1-3,-2-1,-28-11,24 12,-24-12,18 11,-18-11,12 14,-10 1,-9 2,-9-4,-4 1,-4-5,24-9,-30 3,0 0,-2-12</inkml:trace>
  <inkml:trace contextRef="#ctx0" brushRef="#br0" timeOffset="466749.1058">28040 8287,'28'-1,"13"0,3 3,4 9,-1 1</inkml:trace>
  <inkml:trace contextRef="#ctx0" brushRef="#br0" timeOffset="466894.7502">28398 8524,'10'0,"14"1,6-1,6-5</inkml:trace>
  <inkml:trace contextRef="#ctx0" brushRef="#br0" timeOffset="467194.7695">28695 8285,'14'-2,"10"0,3 0,6 2,2-1,0 4,-35-3,30 6,0 4,-30-10,24 11,-8 5,-5 2,-12 3,-3 2,-3 0,-2 1,1 3,1 1,1 1,4 1,2 1,0-31,2 36,-1-1,-1-35,-1 38</inkml:trace>
  <inkml:trace contextRef="#ctx0" brushRef="#br0" timeOffset="467356.5581">28833 8542,'25'-6,"8"-2,14-1,2 3,7-3</inkml:trace>
  <inkml:trace contextRef="#ctx0" brushRef="#br0" timeOffset="467591.0831">29434 8231,'21'16,"6"10,3 13,1 9,-2-1,-9 9,-12-4,-13 1,-19 0,-13-9,-12-6,-14 0,-12-8,-6-11</inkml:trace>
  <inkml:trace contextRef="#ctx0" brushRef="#br0" timeOffset="467856.6424">27770 8214,'-15'10,"-13"13,-13 15,-7 16,1 10,9 7,5-1,15-2,12-3,15-6,13-3,20-8,15-7,18-11</inkml:trace>
  <inkml:trace contextRef="#ctx0" brushRef="#br0" timeOffset="468075.3325">29844 8571,'27'5,"13"3,4 1,-3 6,-41-15</inkml:trace>
  <inkml:trace contextRef="#ctx0" brushRef="#br0" timeOffset="468215.9574">29814 8765,'30'4,"13"3,9 3,4-1</inkml:trace>
  <inkml:trace contextRef="#ctx0" brushRef="#br0" timeOffset="470100.4048">30288 8565,'0'-4,"0"4,6-10,1 1,5-5,5 8,6 4,-1 8,1 8,-1 4,-6 2,-5 6,-8 6,-5-2,-10 4,-3-3,-5-4,1-3,19-24,-23 22,23-22,-21 19,21-19,-20 15,20-15,-13 11,11-6,14-5,14-5,13-2,8-4,6-6</inkml:trace>
  <inkml:trace contextRef="#ctx0" brushRef="#br0" timeOffset="470459.6443">30833 8528,'0'0,"-1"4,-1 8,-2 9,-3 7,-4 10,0 1,-5-1,0-1,16-37,-15 34,15-34,-9 27,9-27,-3 22,13-11,10-12,6-5,1-6,0-3,-4 1,-23 14,23-15,-23 15,18-10,-18 10,14-8,-5 8,-1 12,-5 8,-3 4,-1 2,-4 5,-1-3,2 2,2-1,5-4</inkml:trace>
  <inkml:trace contextRef="#ctx0" brushRef="#br0" timeOffset="470600.2463">31377 9079,'-11'29,"-9"12,-7 10,-5 2</inkml:trace>
  <inkml:trace contextRef="#ctx0" brushRef="#br0" timeOffset="487521.4466">27940 9422,'-13'12,"-6"9,-8 13,-3 3,-4 10,5 2,1 3,12 0,2-3,14-5,9-5,9-7,8-8,11-10,4-9</inkml:trace>
  <inkml:trace contextRef="#ctx0" brushRef="#br0" timeOffset="487865.9628">28207 9468,'-4'21,"1"7,-4 11,0 6,-2 3,1-1,1-5,2-5,10-11,-5-26,12 15,4-13,10-12,1-9,-4-1,0-2,-23 22,18-23,-18 23,18-18,-3 8,-1 13,-4 8,-2 6,-1 9,0 4,-6-1,-1 1,3 0,-6 0,2-3</inkml:trace>
  <inkml:trace contextRef="#ctx0" brushRef="#br0" timeOffset="488037.7717">28646 9649,'20'-3,"15"-1,8 0,6-5</inkml:trace>
  <inkml:trace contextRef="#ctx0" brushRef="#br0" timeOffset="488303.3842">29078 9461,'24'-4,"9"2,5 2,2 1,-3 4,-37-5,30 9,-5 7,-8 7,-10 6,-5 1,-5 4,-5 2,1-1,2 3,-6-2,6 1,0-2,3 0,2-35,-4 30</inkml:trace>
  <inkml:trace contextRef="#ctx0" brushRef="#br0" timeOffset="488475.1701">29066 9825,'20'-6,"17"-2,10 0,12-1,3-4,-1-6</inkml:trace>
  <inkml:trace contextRef="#ctx0" brushRef="#br0" timeOffset="488709.4934">29640 9394,'11'11,"4"8,7 4,5 9,0 7,2 7,-11 5,-5 2,-11-3,-6-6,-6 1,-7-6,-7-1,-3-4,-7-4,-4-5</inkml:trace>
  <inkml:trace contextRef="#ctx0" brushRef="#br0" timeOffset="488899.2478">30132 9817,'19'1,"2"5,10 2,-31-8,33 13</inkml:trace>
  <inkml:trace contextRef="#ctx0" brushRef="#br0" timeOffset="489055.9591">30097 10013,'25'-1,"11"1,9 2,6 1,-2-5,-8 1</inkml:trace>
  <inkml:trace contextRef="#ctx0" brushRef="#br0" timeOffset="490261.8076">30702 9649,'2'7,"4"6,-3 10,0 7,2 3,0 2,-1 0,-5 4,2 0,-1-39,3 35</inkml:trace>
  <inkml:trace contextRef="#ctx0" brushRef="#br0" timeOffset="490724.276">31051 9637,'11'6,"10"10,4 3,4 11,-1 5,-2 2,-5 0,-8 0,-10-7,-6-3,3-27,-9 22,9-22,-18 15,-1-6,19-9,-19-1,1-11,5-5,2-6,10-1,3 0,10-3,1-5,4 1,1-3,3 2,2 3,-23 29,17-29,-1 4,-16 25,9-20,-9 20,-1-21,-9 5,-10 3,-5 9,-6 8,0 9,-3 0,2 3,2 5,5 2,4 1,5 4,7-1,9-1</inkml:trace>
  <inkml:trace contextRef="#ctx0" brushRef="#br0" timeOffset="490896.1031">31598 10147,'-11'24,"-9"9,-4 7,-10 5</inkml:trace>
  <inkml:trace contextRef="#ctx0" brushRef="#br0" timeOffset="492868.1653">28157 10424,'-1'11,"-1"9,-3 8,-6 9,0 2,-7 1,18-40,-21 40,6-3,5-1,8-9,10-8,-8-19,18 13,5-10,10-9,3-4,-2-4,-5-2,-29 16,27-16,-27 16,23-12,-23 12,16-9,-3 14,-6 14,-3 7,-7 2,2 3,-2-1,1 1,2 4,-1 2,1-3,0-34</inkml:trace>
  <inkml:trace contextRef="#ctx0" brushRef="#br0" timeOffset="493041.6808">28573 10745,'17'1,"11"-1,6 0,13 4</inkml:trace>
  <inkml:trace contextRef="#ctx0" brushRef="#br0" timeOffset="493416.7625">29041 10542,'5'-7,"4"2,7 1,6 3,-22 1,24 5,0 7,0 4,-8 4,-16-20,8 21,-11 2,3-23,-8 20,8-20,-8 17,8-17,-6 16,9-2,8-2,-11-12,19 11,2 1,-21-12,21 14,-2 5,-8 3,-10-1,-9-2,-9 1,-9-6,0-5,-7 0,-1-7,4-6</inkml:trace>
  <inkml:trace contextRef="#ctx0" brushRef="#br0" timeOffset="493666.6636">29555 10318,'30'14,"7"11,6 7,-3 5,-8 8,-14 1,-6 2,-11 6,-17 1,-11-1,-11 1,-14-3,-9-8,-11-8,-6-12,-3-10</inkml:trace>
  <inkml:trace contextRef="#ctx0" brushRef="#br0" timeOffset="493947.9176">28017 10234,'-36'19,"-17"13,-8 16,-7 13,0 9,9 12,12-3,15-7,16-9,15-8,13-8,8-4,14 0,8-7,15-6,15-5,18-7</inkml:trace>
  <inkml:trace contextRef="#ctx0" brushRef="#br0" timeOffset="494197.8562">30205 10707,'28'5,"6"2,5 4,1-4,-40-7</inkml:trace>
  <inkml:trace contextRef="#ctx0" brushRef="#br0" timeOffset="494354.1219">30113 10924,'23'2,"12"5,8-1,12 4,2-2,-1-5</inkml:trace>
  <inkml:trace contextRef="#ctx0" brushRef="#br0" timeOffset="496383.8261">30773 10539,'1'5,"-1"10,0 5,-1 11,-1 3,-5 6,1 1,-2 5,4-1,-2 0,1-3,3-1,2-41</inkml:trace>
  <inkml:trace contextRef="#ctx0" brushRef="#br0" timeOffset="496713.2023">31110 10596,'6'-2,"8"0,6 4,1 7,-1 3,0 12,-8 4,-4 4,-11 4,-3 1,-11-1,-7-2,-4-4,2-6,26-24,-25 16,25-16,-19 11,11-6,16-5,23 1,18-1,13-3,7-2,0 2,-5 0,-7 0,-12 1,-45 2,35-7</inkml:trace>
  <inkml:trace contextRef="#ctx0" brushRef="#br0" timeOffset="497610.9664">32279 7046,'18'1,"14"5,3 5,5 8,-2 5,0 12,-13 7,-13 6,-16 8,-15 7,-14 4,-16 4,-6-1,-4-1,5-8,7-4,14-7,14-5,8-1,19 1,7-1,14-2,9 2,13-4,-1-1,1-3,-1-2,-12 0,-10 2,-11 0,-16 4,-11 3,-17 0,-15 4,-7 2,-2 0,-3 1,7 5,12 0,7 6,13 0,15 8,13 8,8 8,9 3,6 7,0 6,0-1,0 0,-2-1,-5-5,0-3,-7-10,3-2,-1-3,6-1,-4-1,6 4,-4-5,-4-5,-7-2,-4-5,-12 1,-11-6,-9 5,-21-6,-18-6,-25-2,-29 1,-29-3,-26 8</inkml:trace>
  <inkml:trace contextRef="#ctx0" brushRef="#br0" timeOffset="501852.3728">23181 8047,'0'0,"0"0,2-1,-2 1,1 1,-1-1,-1 4,1 7,0 8,-2 2,-1 5,-1 1,4 4,-4 4,2 4,-1 7,-2 2,3 8,0 1,-1 4,3 6,2 2,-2 3,-3 3,2 2,-2 2,2 6,4 1,-5 0,7 4,1-3,-3 4,0 1,-1 2,5 0,-3-2,-1 2,0 2,2-4,-1 0,4 3,-1-3,-5 0,1-2,2 2,-2 0,0 4,-3 0,1-4,-5-2,-3 0,6-1,-2 2,1-3,2 2,-3-2,2 0,-3-3,-2-5,6-3,-1-1,4-2,0-5,6-4,1-7,5-4,2-5,-1-3,7-3,4-5,0-6,6-1,4-3,4-1,5-7,5 3,8-4,6 2,8 1,7 0,-2 3,-1 0,-7 0,-6 2,-6 5,-5-5,-10 4,-4 2,-6 2,-4 3,-3 3,-7 1,-1 6,3 5,0 5,-4 6,4 7,2 6,-3 6,-1 3,0 7,-2 0,1 4,-5 5,0 3,1 6,0 3,1 7,-4 8,1 10,-1 8,3 17,-4 11,-6 11,4 17,-8 17,-5 14,-8 15,-15 9,-6 6</inkml:trace>
  <inkml:trace contextRef="#ctx0" brushRef="#br1" timeOffset="505433.9599">24071 11610,'-6'-2,"-11"-1,-4 1,-10 2,-6 6,-4 4,1 1,5 3,6 2,29-16,-16 16,10 0,12 4,14 0,11 0,7 1,7 0,8 1,-3-1,-4-1,-6 1,-5-2,-10 3,-25-22,11 20,-9-1,-14 5,-14-3,-8-2,-7 2,-4-6,-1 0,2-5,0-4</inkml:trace>
  <inkml:trace contextRef="#ctx0" brushRef="#br1" timeOffset="505621.4043">24456 11629,'-2'7,"5"7,4 11,-2 8,0 5,0 4,1 2,-5 2,1 4</inkml:trace>
  <inkml:trace contextRef="#ctx0" brushRef="#br1" timeOffset="506404.7351">24288 11881,'20'-3,"12"-4,17 0,12-1,7 0,-1 0,-2-1,-7-1,-7-3,-6 1,-45 12,37-13,-37 13,24-10,-24 10,14-11,-14 9,-14 8,-7 11,-5 6,3 4,8 4,8-3,7-1,11-3,8-2,10-7,7-4,2-8,2-7,-1-8,2-3,-5-2,-4-3,-5-2,-9-1,-18 23,13-24,-13 24,8-22,-8 22,4-15,-5 12,2 17,-1 9,2 6,6 7,-1-1,4 2,3 0,-1 0,-2 1,-11-38,14 34,-14-34,10 32,-10-32,8 27,-8-27,9 16,-8-10,-12-19,4-9,-4-11,-2-6,4-6,6-3,6-5,5-1,6 1,7 6,3 6,1 13,4 7,3 10,0 9,2 9,-2 5,-2 5,-4 2,-7 4,-7 1,-12-24,7 23,-7-23,-1 22,-8-1,-13 1,-11-2,-9-3,-3-5,-4-1,3-4,3-3,7-1</inkml:trace>
  <inkml:trace contextRef="#ctx0" brushRef="#br1" timeOffset="507709.5796">26290 11771,'0'0,"-2"1,2-1,-8 4,0 6,3 4,3 4,8 3,4 1,12 0,7 0,0 3,-1 2,0-2,-7-2,-21-23,16 24,-16-24,7 22,-9-5,-14 0,-4-5,-5-4,-3-3,0-5</inkml:trace>
  <inkml:trace contextRef="#ctx0" brushRef="#br1" timeOffset="507850.1576">26328 11789,'30'-7,"15"-3,10-2,2 0,0 2,-7-2</inkml:trace>
  <inkml:trace contextRef="#ctx0" brushRef="#br1" timeOffset="508271.9508">26602 11491,'-32'5,"-18"4,-13 11,-13 9,-7 11,1 8,6 10,12 7,7 9,19 3,16 4,13-6,17-6,13-9,13-10,8-13,13-9,5-8,12-10,4-13,6-6,-3-10,3-6,-5-4,-7-7,-10-9,-9-5,-10-7,-10-8,-7-6,-8-2,-10-3,-6 7,-10 8,-13 12,-6 8,-8 12,-11 8,-6 7,-7 6,-3 6,-3 8,0 8,7 7,-1 9,7 6,6 5</inkml:trace>
  <inkml:trace contextRef="#ctx0" brushRef="#br1" timeOffset="508716.3415">27606 11897,'-9'8,"-19"12,-8 12,0 5,-1 6,7 0,10-1,14 0,12-6,12-6,12-4,13-4,14-9,6-11,4-9</inkml:trace>
  <inkml:trace contextRef="#ctx0" brushRef="#br1" timeOffset="509439.269">28032 11982,'-3'0,"-11"1,-5 8,0 4,-1 8,-1 7,8 0,4 0,9-28,-1 27,5-2,-4-25,16 21,0-4,-16-17,22 7,-3-12,-3-8,-3-5,-7-6,-2 2,-1-2,-3 24,4-24,-4 24,7-22,3 8,2 10,3 7,1 11,-16-14,17 19,-2 6,-3 3,-12-28,7 27,-7-27,7 24,-7-24,3 18,1-12,0-14,-4 8,8-13,4-8,6-8,-18 29,21-26,1 2,0 8,-1 12,-2 7,0 6,-5 6,-14-15,14 17,1 1,5 1,2-4,3-7,5-7,2-6,2-7,0-1,-4-4,-4 2,-26 15,20-18,-5-4,-15 22,8-24,-10 4,2 20,-13-13,-4 8,17 5,-20 4,5 12,6 10,12 1,10 0,9-3,0-3,4-2,0-3,-26-16,21 17,-7 0,-14-17,5 16,-10 0,-19-2,-7-2,-4-8</inkml:trace>
  <inkml:trace contextRef="#ctx0" brushRef="#br1" timeOffset="509626.726">28856 12138,'3'15,"2"5,-1 5,-1 2,-3-27,0 25</inkml:trace>
  <inkml:trace contextRef="#ctx0" brushRef="#br1" timeOffset="510628.9691">28808 11887,'1'3,"12"1,8 0,10 2,8 0,3 2,6-5,-1 5,0 1,-3-1,-44-8,43 12,-43-12,34 10,-12 0,-12 4,-11 5,-9 4,-8 5,-4 3,-1-1,4-2,1-3,18-25,-9 24,9-24,-4 16,10-4,7-14,5-5,4-8,1-7,-4-6,-2-3,-5-6,-2-5,-1-2,-2-5,-3-5,-2 1,-1 2,-2 5,1 46,-1-38,1 38,-2-29,-1 13,1 17,-2 11,3 10,-2 11,6 6,-4 4,2 1,8 3,5-3,4-6,9-4,5-12,4-3,2-9,5-5,1-6,-3-6,-4-4,-10-3,-3-4,-24 18,15-22,-5-2,-10 24,-1-25,-7 6,-8 9,-8 13,-1 8,0 10,3 9,5-2,6 7,9 0,4-2,9-1,4-1,10-5,6-6,3-7,2-13,1-9,-4-8,-2 0,-6-6,0-1,-13-2,-4 0,3-8,-7 5,-4 29,9-28,-9 28,11-19,3 10,-2 14,4 10,5 12,-4 5,3 2,-20-34,16 34,-5-2,-11-32,3 27,-3-27,0 21,0-21,-1 10,-5-14,1-8,2-7,5-5,4-5,8-1,10-9,9-1,5-3</inkml:trace>
  <inkml:trace contextRef="#ctx0" brushRef="#br1" timeOffset="510972.637">31099 12035,'14'-9,"7"-3,3-3,-1-2,-23 17,19-16,-9 1,-10 15,-1-14,-14 6,-14 9,-6 12,-2 7,-6 8,9 3,1 1,9 3,7 1,9-4,11-3,9-3,10-2,13-9,10-13,9-8</inkml:trace>
  <inkml:trace contextRef="#ctx0" brushRef="#br1" timeOffset="511381.9029">31653 11939,'-21'8,"-6"9,-5 4,1 6,2 0,29-27,-20 25,9-2,12-3,10-10,6-8,6-13,5-9,3-5,-2-7,0-2,-1-3,-6-4,-2-2,-3-3,-5-5,-3 0,-2 2,-7 49,4-46,-4 46,3-34,-3 34,-1-20,-3 10,-3 17,0 13,0 13,0 6,0 10,-1 5,2 5,0 3,3 3,2-6,12-9,12-8,6-18</inkml:trace>
  <inkml:trace contextRef="#ctx0" brushRef="#br1" timeOffset="512121.6499">32277 11900,'0'0,"0"-6,-5 0,-13 1,-6 7,-7 7,-6 3,1 5,2 1,5-2,29-16,-23 16,23-16,-14 13,9-1,11-5,9-6,6-4,5-4,-26 7,26-13,-1 3,-25 10,22-10,-6 5,-5 9,-1 7,-2 13,-3 6,-1 9,-3 7,-1 3,-2 1,-1-2,-1-3,-7-3,-2-6,-1-7,-5-3,-3-5,22-21,-26 13,-3-8,-2-10,9-8,3-6,9-6,7-7,15-3,10-4,12-3,9 1,10 1,6 2,7 5,-3 2,-4 6,-7 0,-7 3,-45 22,35-22,-8 2,-27 20,17-18,-9 0,-11 4,-9 3,-14 10,-8 3,-9 8,0 4,-2 4,8 0,10 2,9 0,12 1,11 1,11-3,10 5,8-3,10-2,5 0,3-1,-2-4,5 0,-8-2,-3-1,-44-11,38 10,-38-10,32 13,-32-13,25 13,-9 0,-14 2,-8-2,-15-5</inkml:trace>
  <inkml:trace contextRef="#ctx0" brushRef="#br1" timeOffset="515643.5355">27515 11214,'0'0,"3"-4,-3 4,9-3,7 0,10 2,8 2,5 0,6-2,4 4,4-1,8 0,8 1,3-5,2-2,9 2,7-1,8-3,8 4,7 1,5-4,3-1,5 3,5-1,3 0,3 2,4 1,-4-3,3 4,0 0,2 3,-5 0,2 0,-5-2,-7 3,-6-2,-6 3,-8-6,-6 0,-6-1,-6 0,-6 0,-10-3,-8 0,-5 1,-8-2,-7-1,-3 1,-6 1,-36 5,31-9,-4-1,-27 10,24-13,-24 13,19-15,-4-3,3-6,-9 2,-1-2,-8 24,7-22,0-3,0-7,-1 1,-1-2,-5 33,4-32,1-1,2-3,0 1,3 1,-3 4,-1 4,0 2,-6 24,2-22,0 0,-2 22,2-24,-2 24,0-21,0 21,-1-18,-1 3,2 15,-6-10,-6 1,-11 4,-2 0,-5 3,-3 0,-7-2,-2 1,-3 2,0-2,-3-2,-2-1,-7 0,0 3,-9-1,-4-5,-6 2,-1 1,-4-4,-5 1,-1 4,-5-2,1-1,-4 1,0 0,-3-3,3 1,-5 0,2-1,0 0,0 0,-3-1,3-2,3-1,1 3,3 0,-1-3,3 6,0-3,1 2,6 2,-3 2,0-1,0 1,5-2,0 5,6-1,1 1,2 1,-1 1,5 0,2-2,1 2,4-3,3 4,0-3,6 4,0-2,1 0,8-2,-1 4,2-1,3 2,6 3,2 0,30-6,-28 7,3 4,-2 0,0 4,7 1,-1 3,5 1,0 3,1 2,1 1,0 5,2 2,5 1,0-1,-1 6,4-2,-1 4,1 0,-1 4,1 0,2-6,3 1,-1-40,5 39,3-4,7 4,3-2,1-5,1-3,3 1,6-2,8-3,8-2</inkml:trace>
  <inkml:trace contextRef="#ctx0" brushRef="#br1" timeOffset="518544.669">28282 12841,'-1'5,"-1"8,1 8,-3 7,2 3,4 6,1 1,-4 0,-1-3,4 5,-2-40,1 35</inkml:trace>
  <inkml:trace contextRef="#ctx0" brushRef="#br1" timeOffset="518984.6406">28405 12613,'-27'2,"-15"2,-11 13,-12 9,0 10,0 15,2 10,9 9,8 4,11 2,13-2,15-6,9-6,12-7,12-7,9-3,7-11,8-8,8-8,2-14,6-10,-2-6,0-12,-2-7,-6-5,-5-8,-8-9,-7-5,-11-5,-7-2,-11 3,-8 7,-10 3,-5 9,-14 7,-10 4,-9 7,-10 8,-4 4,0 8,1 9,-1 4,6 10,0 6</inkml:trace>
  <inkml:trace contextRef="#ctx0" brushRef="#br1" timeOffset="519593.9327">26295 14278,'-5'1,"-13"5,-8 6,-8 7,-4 10,-4 9,1 5,3 4,1 5,10-3,10-6,9-3,10-6,8-10,-10-24,18 19,4-8,8-11,0-4,1-5,-4-5,-3-4,-24 18,17-18,-7-6,-12 0,-8 4,-9 4,-9 7,-7 7,-4 8,-2 7,-1 4,2-1,40-16,-33 12</inkml:trace>
  <inkml:trace contextRef="#ctx0" brushRef="#br1" timeOffset="520097.5703">26170 14000,'-40'14,"-17"13,-15 12,-7 13,2 11,5 10,9 8,12 3,14-1,7-2,17-6,14-8,13-9,13-6,13-7,9-5,2-10,13-6,8-10,0-11,6-8,-4-8,-5-5,-6-6,-5-7,-7-7,-3-8,-6-6,-7-6,-7-7,-8-1,-10 1,-8 2,-8 3,-10 4,-6 4,-8 9,-5 5,-6 5,-6 6,-5 4,-3 7,-2 7,-3 7,6 8,-6 10,5 4,4 6,5 5</inkml:trace>
  <inkml:trace contextRef="#ctx0" brushRef="#br1" timeOffset="521155.4413">27511 16276,'-7'5,"-8"4,-8 6,-4 4,-1 1,4 3,5-3,2 0,17-20,-10 19,7 3,9-1,7-1,11 3,4-3,0 0,3 3,0-2,-31-21,25 20,-7 1,-18-21,16 23,-12-2,-10-4,-9 0,-8-9,-10-9,1-8,0-7</inkml:trace>
  <inkml:trace contextRef="#ctx0" brushRef="#br1" timeOffset="521311.6082">27527 16338,'38'-2,"4"1,4-1,-1-4,0-6</inkml:trace>
  <inkml:trace contextRef="#ctx0" brushRef="#br1" timeOffset="521785.212">27565 16084,'-33'6,"-16"6,-10 11,-1 7,-4 7,7 10,4 11,5 5,11 6,8 0,12-2,11-2,15-5,8-5,14-6,8-6,5-5,12-9,3-6,7-6,3-7,-1-8,-4-6,-2-7,-9-6,-4-8,-5-5,-5-8,-8-5,-3-7,-7-6,-12-3,-5-2,-7 0,-7 5,-8 6,-3 8,-8 4,-7 5,-5 3,-1 6,-4 5,1 7,-2 6,3 6,0 6,5 2,3 6,36-14,-27 20,11 2</inkml:trace>
  <inkml:trace contextRef="#ctx0" brushRef="#br1" timeOffset="522363.165">29408 17692,'-5'18,"-6"7,-1 7,-2 6,-2 3,1-4,3-3,12-34,-8 37,8-37,-1 29,11-8,11-9,1-8,3-5,0-4,-4-3,0 0,-21 8,16-10,-16 10,16-13,-16 13,14-12,-5 5,-2 8,-6 7,-2 14,-5 7,1 5,-2 6,3 1,1 1,1-2,2-3,0-37,-2 30,2-30</inkml:trace>
  <inkml:trace contextRef="#ctx0" brushRef="#br1" timeOffset="522894.2559">29546 17492,'-20'-9,"-8"3,-10 1,-8 6,-1 10,-3 9,-1 7,0 11,1 12,5 9,2 9,6 9,6 0,7 0,14 1,11-2,12-2,15-3,7-10,7-4,4-12,9-7,3-9,5-6,3-7,-2-10,-1-10,-1-9,-5-11,0-9,-9-9,-3-10,-4-4,-9-8,-4-2,-7 1,-7 2,-8 4,-10 1,-6 4,-8 2,-7 1,-8 4,-6 2,-3 5,-5 7,3 7,-4 6,2 7,-1 7,1 4,5 6,41-4,-38 8</inkml:trace>
  <inkml:trace contextRef="#ctx0" brushRef="#br1" timeOffset="523641.6344">31226 16582,'0'0,"2"-3,3-3,9 1,1 2,6 4,-21-1,21 7,0 6,-21-13,15 19,-9 3,-10 3,-8-2,-6-4,-4-5,22-14,-23 12,23-12,-19 10,3-2,16-8,-4 10,8 0,10 1,3 1,5 1,-6 4,-16-17,14 21,-8 2,-7 3,-7-1,-7-5,-5-5,-5-4,-2-9,-3-5,5-3,-3-8,6-7,8-5,3-3</inkml:trace>
  <inkml:trace contextRef="#ctx0" brushRef="#br1" timeOffset="524110.7042">31380 16307,'-25'-6,"-9"1,-11 3,-10 5,-8 8,-2 7,-7 9,3 8,6 10,6 9,15 5,10 3,12 0,15-1,14-2,12-1,15 3,12-6,7-5,7-10,6-8,5-7,1-9,4-6,-3-8,-2-10,-9-10,-6-12,-5-9,-2-7,-11-11,-6-1,-10 1,-6 1,-13 1,-6 2,-12 0,-7 2,-8 3,-9 3,-7 4,-4 5,-8 3,-2 5,-4 3,-4 5,-3 3,3 1</inkml:trace>
  <inkml:trace contextRef="#ctx0" brushRef="#br1" timeOffset="524699.0858">28131 13286,'-1'5,"-4"12,-12 7,-10 8,-6 5,-12 4,-5 0,-6 5,-6-1,-7 0,-8 4,-6-2,-5-1,-2 5,-2 1,1 1,3 3,1 0,1 2,-2-1,4-3,2 0,1-4,7 0,5-4,5-4,6-6,4-4,54-32,-43 26,43-26</inkml:trace>
  <inkml:trace contextRef="#ctx0" brushRef="#br1" timeOffset="525152.1262">26170 14986,'0'0,"0"4,6 7,9 9,8 9,5 4,6 7,3 2,2 4,2 6,3 1,-2 7,7 1,1 3,-1 4,-1 0,2 1,-6 2,2 0,-6-1,-3-3,-2-1,-2 0,-8-4,-3-8</inkml:trace>
  <inkml:trace contextRef="#ctx0" brushRef="#br1" timeOffset="525698.8518">27727 16940,'14'11,"10"7,8 9,7 6,6 6,7 5,1 3,5 3,5 3,1 1,4 3,-2 1,1 1,-4-1,-1 3,-3-3,-1 2,-4-5,-2-3,-6-5,-4-6,-5-8,-37-33</inkml:trace>
  <inkml:trace contextRef="#ctx0" brushRef="#br1" timeOffset="526293.1769">29743 17845,'3'-4,"5"-1,6-5,4-1,4-1,1-2,0-1,3-1,2-2,4-2,4-1,4-2,-2-1,4-1,-1 1,-2 0,3-3,-1 2,2-4,-4 2,3-3,-1 0,-2-2,-1 0,-1 2,-1-1,-1 1,0 0,-2 2,0 0,-6 1,1 2,-2 1,-26 24,27-20,-1 1,-26 19,24-18,-24 18,25-15,-25 15,21-11,-21 11,14-9,-14 9,7-4,-8 8,1-4,-10 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B0670E1-EA57-44F2-9935-96B86330167A}"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1863558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B0670E1-EA57-44F2-9935-96B86330167A}"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306378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B0670E1-EA57-44F2-9935-96B86330167A}"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3264744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B0670E1-EA57-44F2-9935-96B86330167A}"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1655726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B0670E1-EA57-44F2-9935-96B86330167A}" type="datetimeFigureOut">
              <a:rPr lang="en-IN" smtClean="0"/>
              <a:t>17-03-2026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2113424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B0670E1-EA57-44F2-9935-96B86330167A}" type="datetimeFigureOut">
              <a:rPr lang="en-IN" smtClean="0"/>
              <a:t>17-03-2026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2044829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0670E1-EA57-44F2-9935-96B86330167A}" type="datetimeFigureOut">
              <a:rPr lang="en-IN" smtClean="0"/>
              <a:t>17-03-2026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2798996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B0670E1-EA57-44F2-9935-96B86330167A}"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3419539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B0670E1-EA57-44F2-9935-96B86330167A}"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3929285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B0670E1-EA57-44F2-9935-96B86330167A}"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158688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B0670E1-EA57-44F2-9935-96B86330167A}"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43B7FB-32AC-493E-BB5D-E745649194F9}" type="slidenum">
              <a:rPr lang="en-IN" smtClean="0"/>
              <a:t>‹#›</a:t>
            </a:fld>
            <a:endParaRPr lang="en-IN"/>
          </a:p>
        </p:txBody>
      </p:sp>
    </p:spTree>
    <p:extLst>
      <p:ext uri="{BB962C8B-B14F-4D97-AF65-F5344CB8AC3E}">
        <p14:creationId xmlns:p14="http://schemas.microsoft.com/office/powerpoint/2010/main" val="367027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0670E1-EA57-44F2-9935-96B86330167A}" type="datetimeFigureOut">
              <a:rPr lang="en-IN" smtClean="0"/>
              <a:t>17-03-2026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3B7FB-32AC-493E-BB5D-E745649194F9}" type="slidenum">
              <a:rPr lang="en-IN" smtClean="0"/>
              <a:t>‹#›</a:t>
            </a:fld>
            <a:endParaRPr lang="en-IN"/>
          </a:p>
        </p:txBody>
      </p:sp>
    </p:spTree>
    <p:extLst>
      <p:ext uri="{BB962C8B-B14F-4D97-AF65-F5344CB8AC3E}">
        <p14:creationId xmlns:p14="http://schemas.microsoft.com/office/powerpoint/2010/main" val="1547288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2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42.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600" dirty="0">
                <a:solidFill>
                  <a:srgbClr val="FF0000"/>
                </a:solidFill>
                <a:latin typeface="Times New Roman" panose="02020603050405020304" pitchFamily="18" charset="0"/>
                <a:cs typeface="Times New Roman" panose="02020603050405020304" pitchFamily="18" charset="0"/>
              </a:rPr>
              <a:t>UNIT –II</a:t>
            </a:r>
            <a:r>
              <a:rPr lang="en-US" sz="6600" dirty="0" smtClean="0"/>
              <a:t/>
            </a:r>
            <a:br>
              <a:rPr lang="en-US" sz="6600" dirty="0" smtClean="0"/>
            </a:br>
            <a:r>
              <a:rPr lang="en-IN" sz="6600" dirty="0">
                <a:solidFill>
                  <a:srgbClr val="FF0000"/>
                </a:solidFill>
                <a:latin typeface="Times New Roman" panose="02020603050405020304" pitchFamily="18" charset="0"/>
                <a:cs typeface="Times New Roman" panose="02020603050405020304" pitchFamily="18" charset="0"/>
              </a:rPr>
              <a:t>Greedy Method</a:t>
            </a:r>
            <a:endParaRPr lang="en-IN" sz="6600" dirty="0"/>
          </a:p>
        </p:txBody>
      </p:sp>
    </p:spTree>
    <p:extLst>
      <p:ext uri="{BB962C8B-B14F-4D97-AF65-F5344CB8AC3E}">
        <p14:creationId xmlns:p14="http://schemas.microsoft.com/office/powerpoint/2010/main" val="4123086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solidFill>
                  <a:srgbClr val="FF0000"/>
                </a:solidFill>
                <a:latin typeface="Times New Roman" panose="02020603050405020304" pitchFamily="18" charset="0"/>
                <a:cs typeface="Times New Roman" panose="02020603050405020304" pitchFamily="18" charset="0"/>
              </a:rPr>
              <a:t>What is Greedy Method</a:t>
            </a:r>
            <a:r>
              <a:rPr lang="en-IN" dirty="0" smtClean="0"/>
              <a:t>?</a:t>
            </a:r>
            <a:endParaRPr lang="en-IN" dirty="0"/>
          </a:p>
        </p:txBody>
      </p:sp>
      <p:sp>
        <p:nvSpPr>
          <p:cNvPr id="3" name="Content Placeholder 2"/>
          <p:cNvSpPr>
            <a:spLocks noGrp="1"/>
          </p:cNvSpPr>
          <p:nvPr>
            <p:ph idx="1"/>
          </p:nvPr>
        </p:nvSpPr>
        <p:spPr>
          <a:xfrm>
            <a:off x="676834" y="1447454"/>
            <a:ext cx="10515600" cy="4351338"/>
          </a:xfrm>
        </p:spPr>
        <p:txBody>
          <a:bodyPr>
            <a:normAutofit fontScale="85000" lnSpcReduction="10000"/>
          </a:bodyPr>
          <a:lstStyle/>
          <a:p>
            <a:endParaRPr lang="en-US" dirty="0" smtClean="0"/>
          </a:p>
          <a:p>
            <a:pPr>
              <a:lnSpc>
                <a:spcPct val="150000"/>
              </a:lnSpc>
            </a:pPr>
            <a:r>
              <a:rPr lang="en-US" sz="2200" dirty="0" smtClean="0">
                <a:latin typeface="Times New Roman" panose="02020603050405020304" pitchFamily="18" charset="0"/>
                <a:cs typeface="Times New Roman" panose="02020603050405020304" pitchFamily="18" charset="0"/>
              </a:rPr>
              <a:t>A Greedy Algorithm is an approach that makes the best possible choice at each step in order to reach an optimal solution. It always selects the locally best option without worrying about future consequences. The main idea is that choosing the best decision at every stage will lead to the best overall result.</a:t>
            </a:r>
          </a:p>
          <a:p>
            <a:pPr>
              <a:lnSpc>
                <a:spcPct val="150000"/>
              </a:lnSpc>
            </a:pPr>
            <a:r>
              <a:rPr lang="en-US" sz="2200" dirty="0" smtClean="0">
                <a:latin typeface="Times New Roman" panose="02020603050405020304" pitchFamily="18" charset="0"/>
                <a:cs typeface="Times New Roman" panose="02020603050405020304" pitchFamily="18" charset="0"/>
              </a:rPr>
              <a:t>A Greedy Algorithm makes the </a:t>
            </a:r>
            <a:r>
              <a:rPr lang="en-US" sz="2200" b="1" dirty="0" smtClean="0">
                <a:latin typeface="Times New Roman" panose="02020603050405020304" pitchFamily="18" charset="0"/>
                <a:cs typeface="Times New Roman" panose="02020603050405020304" pitchFamily="18" charset="0"/>
              </a:rPr>
              <a:t>best possible choice at each step</a:t>
            </a:r>
            <a:r>
              <a:rPr lang="en-US" sz="2200" dirty="0" smtClean="0">
                <a:latin typeface="Times New Roman" panose="02020603050405020304" pitchFamily="18" charset="0"/>
                <a:cs typeface="Times New Roman" panose="02020603050405020304" pitchFamily="18" charset="0"/>
              </a:rPr>
              <a:t> to reach the final solution.</a:t>
            </a:r>
          </a:p>
          <a:p>
            <a:pPr>
              <a:lnSpc>
                <a:spcPct val="150000"/>
              </a:lnSpc>
            </a:pPr>
            <a:r>
              <a:rPr lang="en-US" sz="2200" dirty="0" smtClean="0">
                <a:latin typeface="Times New Roman" panose="02020603050405020304" pitchFamily="18" charset="0"/>
                <a:cs typeface="Times New Roman" panose="02020603050405020304" pitchFamily="18" charset="0"/>
              </a:rPr>
              <a:t>Greedy means choosing the best option immediately without thinking too much about the future.</a:t>
            </a:r>
          </a:p>
          <a:p>
            <a:endParaRPr lang="en-US" sz="2200" dirty="0" smtClean="0">
              <a:latin typeface="Times New Roman" panose="02020603050405020304" pitchFamily="18" charset="0"/>
              <a:cs typeface="Times New Roman" panose="02020603050405020304" pitchFamily="18" charset="0"/>
            </a:endParaRPr>
          </a:p>
          <a:p>
            <a:r>
              <a:rPr lang="en-US" sz="2200" dirty="0" smtClean="0">
                <a:solidFill>
                  <a:srgbClr val="FF0000"/>
                </a:solidFill>
                <a:latin typeface="Times New Roman" panose="02020603050405020304" pitchFamily="18" charset="0"/>
                <a:cs typeface="Times New Roman" panose="02020603050405020304" pitchFamily="18" charset="0"/>
              </a:rPr>
              <a:t>EXAMPLE</a:t>
            </a:r>
          </a:p>
          <a:p>
            <a:endParaRPr lang="en-US" sz="2200" dirty="0" smtClean="0">
              <a:solidFill>
                <a:srgbClr val="FF0000"/>
              </a:solidFill>
              <a:latin typeface="Times New Roman" panose="02020603050405020304" pitchFamily="18" charset="0"/>
              <a:cs typeface="Times New Roman" panose="02020603050405020304" pitchFamily="18" charset="0"/>
            </a:endParaRPr>
          </a:p>
          <a:p>
            <a:pPr marL="0" indent="0">
              <a:buNone/>
            </a:pPr>
            <a:r>
              <a:rPr lang="en-US" sz="2200" dirty="0" smtClean="0">
                <a:latin typeface="Times New Roman" panose="02020603050405020304" pitchFamily="18" charset="0"/>
                <a:cs typeface="Times New Roman" panose="02020603050405020304" pitchFamily="18" charset="0"/>
              </a:rPr>
              <a:t>      Buying maximum chocolates with limited money.</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6400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0000"/>
                </a:solidFill>
                <a:latin typeface="Times New Roman" panose="02020603050405020304" pitchFamily="18" charset="0"/>
                <a:cs typeface="Times New Roman" panose="02020603050405020304" pitchFamily="18" charset="0"/>
              </a:rPr>
              <a:t>Key Characteristics of Greedy Method</a:t>
            </a: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Greedy algorithms make decisions step-by-step.</a:t>
            </a:r>
          </a:p>
          <a:p>
            <a:r>
              <a:rPr lang="en-US" dirty="0" smtClean="0">
                <a:latin typeface="Times New Roman" panose="02020603050405020304" pitchFamily="18" charset="0"/>
                <a:cs typeface="Times New Roman" panose="02020603050405020304" pitchFamily="18" charset="0"/>
              </a:rPr>
              <a:t>do not reconsider previous choices, and aim for fast and efficient solutions.</a:t>
            </a:r>
          </a:p>
          <a:p>
            <a:r>
              <a:rPr lang="en-US" dirty="0" smtClean="0">
                <a:latin typeface="Times New Roman" panose="02020603050405020304" pitchFamily="18" charset="0"/>
                <a:cs typeface="Times New Roman" panose="02020603050405020304" pitchFamily="18" charset="0"/>
              </a:rPr>
              <a:t>They are easy to understand and implement</a:t>
            </a:r>
          </a:p>
          <a:p>
            <a:r>
              <a:rPr lang="en-US" dirty="0" smtClean="0">
                <a:latin typeface="Times New Roman" panose="02020603050405020304" pitchFamily="18" charset="0"/>
                <a:cs typeface="Times New Roman" panose="02020603050405020304" pitchFamily="18" charset="0"/>
              </a:rPr>
              <a:t>which makes them popular for solving optimization problems.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663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solidFill>
                  <a:srgbClr val="FF0000"/>
                </a:solidFill>
                <a:latin typeface="Times New Roman" panose="02020603050405020304" pitchFamily="18" charset="0"/>
                <a:cs typeface="Times New Roman" panose="02020603050405020304" pitchFamily="18" charset="0"/>
              </a:rPr>
              <a:t>Visual Understanding</a:t>
            </a:r>
          </a:p>
        </p:txBody>
      </p:sp>
      <p:sp>
        <p:nvSpPr>
          <p:cNvPr id="3" name="Content Placeholder 2"/>
          <p:cNvSpPr>
            <a:spLocks noGrp="1"/>
          </p:cNvSpPr>
          <p:nvPr>
            <p:ph idx="1"/>
          </p:nvPr>
        </p:nvSpPr>
        <p:spPr/>
        <p:txBody>
          <a:bodyPr/>
          <a:lstStyle/>
          <a:p>
            <a:r>
              <a:rPr lang="en-US" dirty="0" smtClean="0"/>
              <a:t>Start → Choose Best → Add → Repeat → Stop</a:t>
            </a:r>
            <a:endParaRPr lang="en-IN" dirty="0"/>
          </a:p>
        </p:txBody>
      </p:sp>
      <p:pic>
        <p:nvPicPr>
          <p:cNvPr id="4" name="Picture 3"/>
          <p:cNvPicPr>
            <a:picLocks noChangeAspect="1"/>
          </p:cNvPicPr>
          <p:nvPr/>
        </p:nvPicPr>
        <p:blipFill>
          <a:blip r:embed="rId2"/>
          <a:stretch>
            <a:fillRect/>
          </a:stretch>
        </p:blipFill>
        <p:spPr>
          <a:xfrm>
            <a:off x="5316681" y="2311400"/>
            <a:ext cx="4000500" cy="4000500"/>
          </a:xfrm>
          <a:prstGeom prst="rect">
            <a:avLst/>
          </a:prstGeom>
        </p:spPr>
      </p:pic>
    </p:spTree>
    <p:extLst>
      <p:ext uri="{BB962C8B-B14F-4D97-AF65-F5344CB8AC3E}">
        <p14:creationId xmlns:p14="http://schemas.microsoft.com/office/powerpoint/2010/main" val="3643787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smtClean="0">
                <a:solidFill>
                  <a:srgbClr val="FF0000"/>
                </a:solidFill>
                <a:latin typeface="Times New Roman" panose="02020603050405020304" pitchFamily="18" charset="0"/>
                <a:cs typeface="Times New Roman" panose="02020603050405020304" pitchFamily="18" charset="0"/>
              </a:rPr>
              <a:t>Applications of Greedy Algorithm</a:t>
            </a: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US" dirty="0" smtClean="0">
                <a:latin typeface="Times New Roman" panose="02020603050405020304" pitchFamily="18" charset="0"/>
                <a:cs typeface="Times New Roman" panose="02020603050405020304" pitchFamily="18" charset="0"/>
              </a:rPr>
              <a:t>shortest path algorithms</a:t>
            </a:r>
          </a:p>
          <a:p>
            <a:r>
              <a:rPr lang="en-US" dirty="0" smtClean="0">
                <a:latin typeface="Times New Roman" panose="02020603050405020304" pitchFamily="18" charset="0"/>
                <a:cs typeface="Times New Roman" panose="02020603050405020304" pitchFamily="18" charset="0"/>
              </a:rPr>
              <a:t>data compression techniques</a:t>
            </a:r>
          </a:p>
          <a:p>
            <a:r>
              <a:rPr lang="en-US" dirty="0" smtClean="0">
                <a:latin typeface="Times New Roman" panose="02020603050405020304" pitchFamily="18" charset="0"/>
                <a:cs typeface="Times New Roman" panose="02020603050405020304" pitchFamily="18" charset="0"/>
              </a:rPr>
              <a:t>network design problems. </a:t>
            </a:r>
          </a:p>
          <a:p>
            <a:endParaRPr lang="en-US" dirty="0" smtClean="0"/>
          </a:p>
          <a:p>
            <a:pPr marL="0" indent="0">
              <a:buNone/>
            </a:pPr>
            <a:r>
              <a:rPr lang="en-US" dirty="0" smtClean="0">
                <a:solidFill>
                  <a:srgbClr val="FF0000"/>
                </a:solidFill>
              </a:rPr>
              <a:t> </a:t>
            </a:r>
            <a:r>
              <a:rPr lang="en-US" sz="3600" dirty="0">
                <a:solidFill>
                  <a:srgbClr val="FF0000"/>
                </a:solidFill>
                <a:latin typeface="Times New Roman" panose="02020603050405020304" pitchFamily="18" charset="0"/>
                <a:ea typeface="+mj-ea"/>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simple logic</a:t>
            </a:r>
          </a:p>
          <a:p>
            <a:r>
              <a:rPr lang="en-US" dirty="0">
                <a:latin typeface="Times New Roman" panose="02020603050405020304" pitchFamily="18" charset="0"/>
                <a:cs typeface="Times New Roman" panose="02020603050405020304" pitchFamily="18" charset="0"/>
              </a:rPr>
              <a:t>easy implementation</a:t>
            </a:r>
          </a:p>
          <a:p>
            <a:r>
              <a:rPr lang="en-US" dirty="0">
                <a:latin typeface="Times New Roman" panose="02020603050405020304" pitchFamily="18" charset="0"/>
                <a:cs typeface="Times New Roman" panose="02020603050405020304" pitchFamily="18" charset="0"/>
              </a:rPr>
              <a:t>fast execution</a:t>
            </a:r>
          </a:p>
          <a:p>
            <a:r>
              <a:rPr lang="en-US" dirty="0">
                <a:latin typeface="Times New Roman" panose="02020603050405020304" pitchFamily="18" charset="0"/>
                <a:cs typeface="Times New Roman" panose="02020603050405020304" pitchFamily="18" charset="0"/>
              </a:rPr>
              <a:t>reduced computational complexity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0185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rgbClr val="FF0000"/>
                </a:solidFill>
                <a:latin typeface="Times New Roman" panose="02020603050405020304" pitchFamily="18" charset="0"/>
                <a:cs typeface="Times New Roman" panose="02020603050405020304" pitchFamily="18" charset="0"/>
              </a:rPr>
              <a:t>Problem solving using- fractional knapsack problem,</a:t>
            </a:r>
            <a:endParaRPr lang="en-IN"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nSpc>
                <a:spcPct val="150000"/>
              </a:lnSpc>
            </a:pPr>
            <a:r>
              <a:rPr lang="en-US" dirty="0" smtClean="0">
                <a:latin typeface="Times New Roman" panose="02020603050405020304" pitchFamily="18" charset="0"/>
                <a:cs typeface="Times New Roman" panose="02020603050405020304" pitchFamily="18" charset="0"/>
              </a:rPr>
              <a:t>3 Ways to solve </a:t>
            </a:r>
          </a:p>
          <a:p>
            <a:pPr lvl="1">
              <a:lnSpc>
                <a:spcPct val="150000"/>
              </a:lnSpc>
            </a:pPr>
            <a:r>
              <a:rPr lang="en-US" dirty="0" smtClean="0">
                <a:latin typeface="Times New Roman" panose="02020603050405020304" pitchFamily="18" charset="0"/>
                <a:cs typeface="Times New Roman" panose="02020603050405020304" pitchFamily="18" charset="0"/>
              </a:rPr>
              <a:t>Select Max Profit</a:t>
            </a:r>
          </a:p>
          <a:p>
            <a:pPr lvl="1">
              <a:lnSpc>
                <a:spcPct val="150000"/>
              </a:lnSpc>
            </a:pPr>
            <a:r>
              <a:rPr lang="en-US" dirty="0" smtClean="0">
                <a:latin typeface="Times New Roman" panose="02020603050405020304" pitchFamily="18" charset="0"/>
                <a:cs typeface="Times New Roman" panose="02020603050405020304" pitchFamily="18" charset="0"/>
              </a:rPr>
              <a:t>Select Min Weight</a:t>
            </a:r>
          </a:p>
          <a:p>
            <a:pPr lvl="1">
              <a:lnSpc>
                <a:spcPct val="150000"/>
              </a:lnSpc>
            </a:pPr>
            <a:r>
              <a:rPr lang="en-US" dirty="0" smtClean="0">
                <a:latin typeface="Times New Roman" panose="02020603050405020304" pitchFamily="18" charset="0"/>
                <a:cs typeface="Times New Roman" panose="02020603050405020304" pitchFamily="18" charset="0"/>
              </a:rPr>
              <a:t>Select Profit/Weight Ratio</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3594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5186"/>
          </a:xfrm>
        </p:spPr>
        <p:txBody>
          <a:bodyPr/>
          <a:lstStyle/>
          <a:p>
            <a:r>
              <a:rPr lang="en-US" dirty="0" smtClean="0">
                <a:solidFill>
                  <a:srgbClr val="FF0000"/>
                </a:solidFill>
                <a:latin typeface="Times New Roman" panose="02020603050405020304" pitchFamily="18" charset="0"/>
                <a:cs typeface="Times New Roman" panose="02020603050405020304" pitchFamily="18" charset="0"/>
              </a:rPr>
              <a:t>Algorithm fractional knapsack</a:t>
            </a:r>
            <a:endParaRPr lang="en-US" dirty="0"/>
          </a:p>
        </p:txBody>
      </p:sp>
      <p:sp>
        <p:nvSpPr>
          <p:cNvPr id="3" name="Content Placeholder 2"/>
          <p:cNvSpPr>
            <a:spLocks noGrp="1"/>
          </p:cNvSpPr>
          <p:nvPr>
            <p:ph idx="1"/>
          </p:nvPr>
        </p:nvSpPr>
        <p:spPr>
          <a:xfrm>
            <a:off x="914400" y="1226373"/>
            <a:ext cx="10439400" cy="5631628"/>
          </a:xfrm>
        </p:spPr>
        <p:txBody>
          <a:bodyPr>
            <a:normAutofit fontScale="85000" lnSpcReduction="20000"/>
          </a:bodyPr>
          <a:lstStyle/>
          <a:p>
            <a:pPr lvl="1">
              <a:lnSpc>
                <a:spcPct val="120000"/>
              </a:lnSpc>
            </a:pPr>
            <a:r>
              <a:rPr lang="en-US" dirty="0">
                <a:latin typeface="Times New Roman" panose="02020603050405020304" pitchFamily="18" charset="0"/>
                <a:cs typeface="Times New Roman" panose="02020603050405020304" pitchFamily="18" charset="0"/>
              </a:rPr>
              <a:t>Algorithm </a:t>
            </a:r>
            <a:r>
              <a:rPr lang="en-US" dirty="0" err="1">
                <a:latin typeface="Times New Roman" panose="02020603050405020304" pitchFamily="18" charset="0"/>
                <a:cs typeface="Times New Roman" panose="02020603050405020304" pitchFamily="18" charset="0"/>
              </a:rPr>
              <a:t>FractionalKnapsack</a:t>
            </a:r>
            <a:r>
              <a:rPr lang="en-US" dirty="0">
                <a:latin typeface="Times New Roman" panose="02020603050405020304" pitchFamily="18" charset="0"/>
                <a:cs typeface="Times New Roman" panose="02020603050405020304" pitchFamily="18" charset="0"/>
              </a:rPr>
              <a:t>(p[], w[], n, 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1. For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1 to n</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ratio[</a:t>
            </a:r>
            <a:r>
              <a:rPr lang="en-US" dirty="0" err="1" smtClean="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p[</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w[</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2. Sort items in descending order of ratio</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3. profit = 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4. For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1 to n</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If </a:t>
            </a:r>
            <a:r>
              <a:rPr lang="en-US" dirty="0">
                <a:latin typeface="Times New Roman" panose="02020603050405020304" pitchFamily="18" charset="0"/>
                <a:cs typeface="Times New Roman" panose="02020603050405020304" pitchFamily="18" charset="0"/>
              </a:rPr>
              <a:t>w[</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&lt;= W then</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profit </a:t>
            </a:r>
            <a:r>
              <a:rPr lang="en-US" dirty="0">
                <a:latin typeface="Times New Roman" panose="02020603050405020304" pitchFamily="18" charset="0"/>
                <a:cs typeface="Times New Roman" panose="02020603050405020304" pitchFamily="18" charset="0"/>
              </a:rPr>
              <a:t>= profit + p[</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W </a:t>
            </a:r>
            <a:r>
              <a:rPr lang="en-US" dirty="0">
                <a:latin typeface="Times New Roman" panose="02020603050405020304" pitchFamily="18" charset="0"/>
                <a:cs typeface="Times New Roman" panose="02020603050405020304" pitchFamily="18" charset="0"/>
              </a:rPr>
              <a:t>= W - w[</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Else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profit </a:t>
            </a:r>
            <a:r>
              <a:rPr lang="en-US" dirty="0">
                <a:latin typeface="Times New Roman" panose="02020603050405020304" pitchFamily="18" charset="0"/>
                <a:cs typeface="Times New Roman" panose="02020603050405020304" pitchFamily="18" charset="0"/>
              </a:rPr>
              <a:t>= profit + ratio[</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break</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5. Return profit</a:t>
            </a:r>
          </a:p>
        </p:txBody>
      </p:sp>
    </p:spTree>
    <p:extLst>
      <p:ext uri="{BB962C8B-B14F-4D97-AF65-F5344CB8AC3E}">
        <p14:creationId xmlns:p14="http://schemas.microsoft.com/office/powerpoint/2010/main" val="75305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rotWithShape="1">
          <a:blip r:embed="rId2"/>
          <a:srcRect l="2999"/>
          <a:stretch/>
        </p:blipFill>
        <p:spPr>
          <a:xfrm>
            <a:off x="374073" y="182880"/>
            <a:ext cx="11297974" cy="6290656"/>
          </a:xfrm>
          <a:prstGeom prst="rect">
            <a:avLst/>
          </a:prstGeom>
        </p:spPr>
      </p:pic>
    </p:spTree>
    <p:extLst>
      <p:ext uri="{BB962C8B-B14F-4D97-AF65-F5344CB8AC3E}">
        <p14:creationId xmlns:p14="http://schemas.microsoft.com/office/powerpoint/2010/main" val="679130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838200" y="155864"/>
            <a:ext cx="10612582" cy="6338454"/>
          </a:xfrm>
          <a:prstGeom prst="rect">
            <a:avLst/>
          </a:prstGeom>
        </p:spPr>
      </p:pic>
    </p:spTree>
    <p:extLst>
      <p:ext uri="{BB962C8B-B14F-4D97-AF65-F5344CB8AC3E}">
        <p14:creationId xmlns:p14="http://schemas.microsoft.com/office/powerpoint/2010/main" val="18817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748145" y="365125"/>
            <a:ext cx="10879281" cy="5811838"/>
          </a:xfrm>
          <a:prstGeom prst="rect">
            <a:avLst/>
          </a:prstGeom>
        </p:spPr>
      </p:pic>
    </p:spTree>
    <p:extLst>
      <p:ext uri="{BB962C8B-B14F-4D97-AF65-F5344CB8AC3E}">
        <p14:creationId xmlns:p14="http://schemas.microsoft.com/office/powerpoint/2010/main" val="1612812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anose="02020603050405020304" pitchFamily="18" charset="0"/>
                <a:cs typeface="Times New Roman" panose="02020603050405020304" pitchFamily="18" charset="0"/>
              </a:rPr>
              <a:t>fractional </a:t>
            </a:r>
            <a:r>
              <a:rPr lang="en-US" dirty="0">
                <a:solidFill>
                  <a:srgbClr val="FF0000"/>
                </a:solidFill>
                <a:latin typeface="Times New Roman" panose="02020603050405020304" pitchFamily="18" charset="0"/>
                <a:cs typeface="Times New Roman" panose="02020603050405020304" pitchFamily="18" charset="0"/>
              </a:rPr>
              <a:t>knapsack problem,</a:t>
            </a:r>
            <a:endParaRPr lang="en-US" dirty="0"/>
          </a:p>
        </p:txBody>
      </p:sp>
      <p:sp>
        <p:nvSpPr>
          <p:cNvPr id="5" name="Rectangle 4"/>
          <p:cNvSpPr/>
          <p:nvPr/>
        </p:nvSpPr>
        <p:spPr>
          <a:xfrm>
            <a:off x="742374" y="2502057"/>
            <a:ext cx="184731" cy="646331"/>
          </a:xfrm>
          <a:prstGeom prst="rect">
            <a:avLst/>
          </a:prstGeom>
        </p:spPr>
        <p:txBody>
          <a:bodyPr wrap="none">
            <a:spAutoFit/>
          </a:bodyPr>
          <a:lstStyle/>
          <a:p>
            <a:endParaRPr lang="en-US" dirty="0"/>
          </a:p>
          <a:p>
            <a:endParaRPr lang="en-US" dirty="0"/>
          </a:p>
        </p:txBody>
      </p:sp>
      <p:sp>
        <p:nvSpPr>
          <p:cNvPr id="6" name="Content Placeholder 5"/>
          <p:cNvSpPr>
            <a:spLocks noGrp="1"/>
          </p:cNvSpPr>
          <p:nvPr>
            <p:ph idx="1"/>
          </p:nvPr>
        </p:nvSpPr>
        <p:spPr>
          <a:xfrm>
            <a:off x="355003" y="1592132"/>
            <a:ext cx="10370372" cy="4864136"/>
          </a:xfrm>
        </p:spPr>
        <p:txBody>
          <a:bodyPr/>
          <a:lstStyle/>
          <a:p>
            <a:r>
              <a:rPr lang="en-US" sz="2000" dirty="0">
                <a:latin typeface="Times New Roman" panose="02020603050405020304" pitchFamily="18" charset="0"/>
                <a:cs typeface="Times New Roman" panose="02020603050405020304" pitchFamily="18" charset="0"/>
              </a:rPr>
              <a:t>Item</a:t>
            </a:r>
          </a:p>
          <a:p>
            <a:r>
              <a:rPr lang="en-US" sz="2000" dirty="0">
                <a:latin typeface="Times New Roman" panose="02020603050405020304" pitchFamily="18" charset="0"/>
                <a:cs typeface="Times New Roman" panose="02020603050405020304" pitchFamily="18" charset="0"/>
              </a:rPr>
              <a:t>Weight (kg)</a:t>
            </a:r>
          </a:p>
          <a:p>
            <a:r>
              <a:rPr lang="en-US" sz="2000" dirty="0">
                <a:latin typeface="Times New Roman" panose="02020603050405020304" pitchFamily="18" charset="0"/>
                <a:cs typeface="Times New Roman" panose="02020603050405020304" pitchFamily="18" charset="0"/>
              </a:rPr>
              <a:t>Profit (₹)</a:t>
            </a:r>
          </a:p>
          <a:p>
            <a:pPr marL="0" indent="0">
              <a:buNone/>
            </a:pPr>
            <a:r>
              <a:rPr lang="en-US" dirty="0" smtClean="0"/>
              <a:t>   </a:t>
            </a:r>
            <a:r>
              <a:rPr lang="en-US" sz="1800" dirty="0" smtClean="0">
                <a:latin typeface="Times New Roman" panose="02020603050405020304" pitchFamily="18" charset="0"/>
                <a:cs typeface="Times New Roman" panose="02020603050405020304" pitchFamily="18" charset="0"/>
              </a:rPr>
              <a:t>MAX CAPACITY = 60 KG</a:t>
            </a:r>
          </a:p>
          <a:p>
            <a:pPr marL="0" indent="0">
              <a:buNone/>
            </a:pPr>
            <a:r>
              <a:rPr lang="en-US" sz="1800" dirty="0" smtClean="0">
                <a:latin typeface="Times New Roman" panose="02020603050405020304" pitchFamily="18" charset="0"/>
                <a:cs typeface="Times New Roman" panose="02020603050405020304" pitchFamily="18" charset="0"/>
              </a:rPr>
              <a:t>      N=5 </a:t>
            </a:r>
            <a:endParaRPr lang="en-US" sz="1800"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512525253"/>
              </p:ext>
            </p:extLst>
          </p:nvPr>
        </p:nvGraphicFramePr>
        <p:xfrm>
          <a:off x="2387002" y="1624405"/>
          <a:ext cx="5691990" cy="1237129"/>
        </p:xfrm>
        <a:graphic>
          <a:graphicData uri="http://schemas.openxmlformats.org/drawingml/2006/table">
            <a:tbl>
              <a:tblPr firstRow="1" bandRow="1">
                <a:tableStyleId>{5C22544A-7EE6-4342-B048-85BDC9FD1C3A}</a:tableStyleId>
              </a:tblPr>
              <a:tblGrid>
                <a:gridCol w="948665"/>
                <a:gridCol w="948665"/>
                <a:gridCol w="948665"/>
                <a:gridCol w="948665"/>
                <a:gridCol w="948665"/>
                <a:gridCol w="948665"/>
              </a:tblGrid>
              <a:tr h="468337">
                <a:tc>
                  <a:txBody>
                    <a:bodyPr/>
                    <a:lstStyle/>
                    <a:p>
                      <a:r>
                        <a:rPr lang="en-US" dirty="0" smtClean="0"/>
                        <a:t>I1</a:t>
                      </a:r>
                      <a:endParaRPr lang="en-US" dirty="0"/>
                    </a:p>
                  </a:txBody>
                  <a:tcPr/>
                </a:tc>
                <a:tc>
                  <a:txBody>
                    <a:bodyPr/>
                    <a:lstStyle/>
                    <a:p>
                      <a:r>
                        <a:rPr lang="en-US" dirty="0" smtClean="0"/>
                        <a:t>I2</a:t>
                      </a:r>
                      <a:endParaRPr lang="en-US" dirty="0"/>
                    </a:p>
                  </a:txBody>
                  <a:tcPr/>
                </a:tc>
                <a:tc>
                  <a:txBody>
                    <a:bodyPr/>
                    <a:lstStyle/>
                    <a:p>
                      <a:r>
                        <a:rPr lang="en-US" dirty="0" smtClean="0"/>
                        <a:t>I3</a:t>
                      </a:r>
                      <a:endParaRPr lang="en-US" dirty="0"/>
                    </a:p>
                  </a:txBody>
                  <a:tcPr/>
                </a:tc>
                <a:tc>
                  <a:txBody>
                    <a:bodyPr/>
                    <a:lstStyle/>
                    <a:p>
                      <a:r>
                        <a:rPr lang="en-US" dirty="0" smtClean="0"/>
                        <a:t>I4</a:t>
                      </a:r>
                      <a:endParaRPr lang="en-US" dirty="0"/>
                    </a:p>
                  </a:txBody>
                  <a:tcPr/>
                </a:tc>
                <a:tc>
                  <a:txBody>
                    <a:bodyPr/>
                    <a:lstStyle/>
                    <a:p>
                      <a:r>
                        <a:rPr lang="en-US" dirty="0" smtClean="0"/>
                        <a:t>I5</a:t>
                      </a:r>
                      <a:endParaRPr lang="en-US" dirty="0"/>
                    </a:p>
                  </a:txBody>
                  <a:tcPr/>
                </a:tc>
                <a:tc>
                  <a:txBody>
                    <a:bodyPr/>
                    <a:lstStyle/>
                    <a:p>
                      <a:endParaRPr lang="en-US" dirty="0"/>
                    </a:p>
                  </a:txBody>
                  <a:tcPr/>
                </a:tc>
              </a:tr>
              <a:tr h="384396">
                <a:tc>
                  <a:txBody>
                    <a:bodyPr/>
                    <a:lstStyle/>
                    <a:p>
                      <a:r>
                        <a:rPr lang="en-US" dirty="0" smtClean="0"/>
                        <a:t>10</a:t>
                      </a:r>
                      <a:endParaRPr lang="en-US" dirty="0"/>
                    </a:p>
                  </a:txBody>
                  <a:tcPr/>
                </a:tc>
                <a:tc>
                  <a:txBody>
                    <a:bodyPr/>
                    <a:lstStyle/>
                    <a:p>
                      <a:r>
                        <a:rPr lang="en-US" dirty="0" smtClean="0"/>
                        <a:t>20</a:t>
                      </a:r>
                      <a:endParaRPr lang="en-US" dirty="0"/>
                    </a:p>
                  </a:txBody>
                  <a:tcPr/>
                </a:tc>
                <a:tc>
                  <a:txBody>
                    <a:bodyPr/>
                    <a:lstStyle/>
                    <a:p>
                      <a:r>
                        <a:rPr lang="en-US" dirty="0" smtClean="0"/>
                        <a:t>30</a:t>
                      </a:r>
                      <a:endParaRPr lang="en-US" dirty="0"/>
                    </a:p>
                  </a:txBody>
                  <a:tcPr/>
                </a:tc>
                <a:tc>
                  <a:txBody>
                    <a:bodyPr/>
                    <a:lstStyle/>
                    <a:p>
                      <a:r>
                        <a:rPr lang="en-US" dirty="0" smtClean="0"/>
                        <a:t>40</a:t>
                      </a:r>
                      <a:endParaRPr lang="en-US" dirty="0"/>
                    </a:p>
                  </a:txBody>
                  <a:tcPr/>
                </a:tc>
                <a:tc>
                  <a:txBody>
                    <a:bodyPr/>
                    <a:lstStyle/>
                    <a:p>
                      <a:r>
                        <a:rPr lang="en-US" dirty="0" smtClean="0"/>
                        <a:t>15</a:t>
                      </a:r>
                      <a:endParaRPr lang="en-US" dirty="0"/>
                    </a:p>
                  </a:txBody>
                  <a:tcPr/>
                </a:tc>
                <a:tc>
                  <a:txBody>
                    <a:bodyPr/>
                    <a:lstStyle/>
                    <a:p>
                      <a:endParaRPr lang="en-US" dirty="0"/>
                    </a:p>
                  </a:txBody>
                  <a:tcPr/>
                </a:tc>
              </a:tr>
              <a:tr h="384396">
                <a:tc>
                  <a:txBody>
                    <a:bodyPr/>
                    <a:lstStyle/>
                    <a:p>
                      <a:r>
                        <a:rPr lang="en-US" dirty="0" smtClean="0"/>
                        <a:t>100</a:t>
                      </a:r>
                      <a:endParaRPr lang="en-US" dirty="0"/>
                    </a:p>
                  </a:txBody>
                  <a:tcPr/>
                </a:tc>
                <a:tc>
                  <a:txBody>
                    <a:bodyPr/>
                    <a:lstStyle/>
                    <a:p>
                      <a:r>
                        <a:rPr lang="en-US" dirty="0" smtClean="0"/>
                        <a:t>180</a:t>
                      </a:r>
                      <a:endParaRPr lang="en-US" dirty="0"/>
                    </a:p>
                  </a:txBody>
                  <a:tcPr/>
                </a:tc>
                <a:tc>
                  <a:txBody>
                    <a:bodyPr/>
                    <a:lstStyle/>
                    <a:p>
                      <a:r>
                        <a:rPr lang="en-US" dirty="0" smtClean="0"/>
                        <a:t>120</a:t>
                      </a:r>
                      <a:endParaRPr lang="en-US" dirty="0"/>
                    </a:p>
                  </a:txBody>
                  <a:tcPr/>
                </a:tc>
                <a:tc>
                  <a:txBody>
                    <a:bodyPr/>
                    <a:lstStyle/>
                    <a:p>
                      <a:r>
                        <a:rPr lang="en-US" dirty="0" smtClean="0"/>
                        <a:t>240</a:t>
                      </a:r>
                      <a:endParaRPr lang="en-US" dirty="0"/>
                    </a:p>
                  </a:txBody>
                  <a:tcPr/>
                </a:tc>
                <a:tc>
                  <a:txBody>
                    <a:bodyPr/>
                    <a:lstStyle/>
                    <a:p>
                      <a:r>
                        <a:rPr lang="en-US" dirty="0" smtClean="0"/>
                        <a:t>150</a:t>
                      </a:r>
                      <a:endParaRPr lang="en-US" dirty="0"/>
                    </a:p>
                  </a:txBody>
                  <a:tcPr/>
                </a:tc>
                <a:tc>
                  <a:txBody>
                    <a:bodyPr/>
                    <a:lstStyle/>
                    <a:p>
                      <a:endParaRPr lang="en-US" dirty="0"/>
                    </a:p>
                  </a:txBody>
                  <a:tcPr/>
                </a:tc>
              </a:tr>
            </a:tbl>
          </a:graphicData>
        </a:graphic>
      </p:graphicFrame>
      <p:sp>
        <p:nvSpPr>
          <p:cNvPr id="8" name="Rectangle 7"/>
          <p:cNvSpPr/>
          <p:nvPr/>
        </p:nvSpPr>
        <p:spPr>
          <a:xfrm>
            <a:off x="1104257" y="4546010"/>
            <a:ext cx="5436392" cy="369332"/>
          </a:xfrm>
          <a:prstGeom prst="rect">
            <a:avLst/>
          </a:prstGeom>
        </p:spPr>
        <p:txBody>
          <a:bodyPr wrap="square">
            <a:spAutoFit/>
          </a:bodyPr>
          <a:lstStyle/>
          <a:p>
            <a:r>
              <a:rPr lang="en-US" dirty="0"/>
              <a:t>Total Profit=280+100+150+90=620​</a:t>
            </a:r>
          </a:p>
        </p:txBody>
      </p:sp>
    </p:spTree>
    <p:extLst>
      <p:ext uri="{BB962C8B-B14F-4D97-AF65-F5344CB8AC3E}">
        <p14:creationId xmlns:p14="http://schemas.microsoft.com/office/powerpoint/2010/main" val="149090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Picture 3"/>
          <p:cNvPicPr>
            <a:picLocks noChangeAspect="1"/>
          </p:cNvPicPr>
          <p:nvPr/>
        </p:nvPicPr>
        <p:blipFill>
          <a:blip r:embed="rId2"/>
          <a:stretch>
            <a:fillRect/>
          </a:stretch>
        </p:blipFill>
        <p:spPr>
          <a:xfrm>
            <a:off x="838200" y="365125"/>
            <a:ext cx="10515600" cy="1809750"/>
          </a:xfrm>
          <a:prstGeom prst="rect">
            <a:avLst/>
          </a:prstGeom>
        </p:spPr>
      </p:pic>
      <p:pic>
        <p:nvPicPr>
          <p:cNvPr id="6" name="Picture 5"/>
          <p:cNvPicPr>
            <a:picLocks noChangeAspect="1"/>
          </p:cNvPicPr>
          <p:nvPr/>
        </p:nvPicPr>
        <p:blipFill rotWithShape="1">
          <a:blip r:embed="rId3"/>
          <a:srcRect b="6467"/>
          <a:stretch/>
        </p:blipFill>
        <p:spPr>
          <a:xfrm>
            <a:off x="1061645" y="2559423"/>
            <a:ext cx="8114628" cy="3733801"/>
          </a:xfrm>
          <a:prstGeom prst="rect">
            <a:avLst/>
          </a:prstGeom>
        </p:spPr>
      </p:pic>
    </p:spTree>
    <p:extLst>
      <p:ext uri="{BB962C8B-B14F-4D97-AF65-F5344CB8AC3E}">
        <p14:creationId xmlns:p14="http://schemas.microsoft.com/office/powerpoint/2010/main" val="331401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b="35916"/>
          <a:stretch/>
        </p:blipFill>
        <p:spPr>
          <a:xfrm>
            <a:off x="750570" y="236670"/>
            <a:ext cx="10603230" cy="2302136"/>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3379689732"/>
              </p:ext>
            </p:extLst>
          </p:nvPr>
        </p:nvGraphicFramePr>
        <p:xfrm>
          <a:off x="7304443" y="1249337"/>
          <a:ext cx="2872292" cy="731520"/>
        </p:xfrm>
        <a:graphic>
          <a:graphicData uri="http://schemas.openxmlformats.org/drawingml/2006/table">
            <a:tbl>
              <a:tblPr firstRow="1" bandRow="1">
                <a:tableStyleId>{21E4AEA4-8DFA-4A89-87EB-49C32662AFE0}</a:tableStyleId>
              </a:tblPr>
              <a:tblGrid>
                <a:gridCol w="2872292"/>
              </a:tblGrid>
              <a:tr h="0">
                <a:tc>
                  <a:txBody>
                    <a:bodyPr/>
                    <a:lstStyle/>
                    <a:p>
                      <a:r>
                        <a:rPr lang="en-US" dirty="0" smtClean="0"/>
                        <a:t>Si</a:t>
                      </a:r>
                      <a:r>
                        <a:rPr lang="en-US" baseline="0" dirty="0" smtClean="0"/>
                        <a:t> – Start Activity </a:t>
                      </a:r>
                      <a:endParaRPr lang="en-US" dirty="0"/>
                    </a:p>
                  </a:txBody>
                  <a:tcPr/>
                </a:tc>
              </a:tr>
              <a:tr h="281149">
                <a:tc>
                  <a:txBody>
                    <a:bodyPr/>
                    <a:lstStyle/>
                    <a:p>
                      <a:r>
                        <a:rPr lang="en-US" dirty="0" smtClean="0"/>
                        <a:t>Fi-</a:t>
                      </a:r>
                      <a:r>
                        <a:rPr lang="en-US" baseline="0" dirty="0" smtClean="0"/>
                        <a:t> Finish Activity</a:t>
                      </a:r>
                      <a:endParaRPr lang="en-US" dirty="0"/>
                    </a:p>
                  </a:txBody>
                  <a:tcPr/>
                </a:tc>
              </a:tr>
            </a:tbl>
          </a:graphicData>
        </a:graphic>
      </p:graphicFrame>
      <p:pic>
        <p:nvPicPr>
          <p:cNvPr id="6" name="Picture 5"/>
          <p:cNvPicPr>
            <a:picLocks noChangeAspect="1"/>
          </p:cNvPicPr>
          <p:nvPr/>
        </p:nvPicPr>
        <p:blipFill>
          <a:blip r:embed="rId3"/>
          <a:stretch>
            <a:fillRect/>
          </a:stretch>
        </p:blipFill>
        <p:spPr>
          <a:xfrm>
            <a:off x="750570" y="2312222"/>
            <a:ext cx="6635843" cy="3028950"/>
          </a:xfrm>
          <a:prstGeom prst="rect">
            <a:avLst/>
          </a:prstGeom>
        </p:spPr>
      </p:pic>
      <p:pic>
        <p:nvPicPr>
          <p:cNvPr id="7" name="Picture 6"/>
          <p:cNvPicPr>
            <a:picLocks noChangeAspect="1"/>
          </p:cNvPicPr>
          <p:nvPr/>
        </p:nvPicPr>
        <p:blipFill>
          <a:blip r:embed="rId4"/>
          <a:stretch>
            <a:fillRect/>
          </a:stretch>
        </p:blipFill>
        <p:spPr>
          <a:xfrm>
            <a:off x="7386413" y="2667261"/>
            <a:ext cx="3590925" cy="1924050"/>
          </a:xfrm>
          <a:prstGeom prst="rect">
            <a:avLst/>
          </a:prstGeom>
        </p:spPr>
      </p:pic>
    </p:spTree>
    <p:extLst>
      <p:ext uri="{BB962C8B-B14F-4D97-AF65-F5344CB8AC3E}">
        <p14:creationId xmlns:p14="http://schemas.microsoft.com/office/powerpoint/2010/main" val="3278508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latin typeface="Times New Roman" panose="02020603050405020304" pitchFamily="18" charset="0"/>
                <a:cs typeface="Times New Roman" panose="02020603050405020304" pitchFamily="18" charset="0"/>
              </a:rPr>
              <a:t>Activity Selection Problem </a:t>
            </a:r>
            <a:r>
              <a:rPr lang="en-US" sz="3200" dirty="0" smtClean="0">
                <a:solidFill>
                  <a:srgbClr val="FF0000"/>
                </a:solidFill>
                <a:latin typeface="Times New Roman" panose="02020603050405020304" pitchFamily="18" charset="0"/>
                <a:cs typeface="Times New Roman" panose="02020603050405020304" pitchFamily="18" charset="0"/>
              </a:rPr>
              <a:t>– Example</a:t>
            </a:r>
            <a:endParaRPr lang="en-US" sz="3200"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96589052"/>
              </p:ext>
            </p:extLst>
          </p:nvPr>
        </p:nvGraphicFramePr>
        <p:xfrm>
          <a:off x="988807" y="1510270"/>
          <a:ext cx="3120615" cy="4206792"/>
        </p:xfrm>
        <a:graphic>
          <a:graphicData uri="http://schemas.openxmlformats.org/drawingml/2006/table">
            <a:tbl>
              <a:tblPr/>
              <a:tblGrid>
                <a:gridCol w="1040205"/>
                <a:gridCol w="1040205"/>
                <a:gridCol w="1040205"/>
              </a:tblGrid>
              <a:tr h="949920">
                <a:tc>
                  <a:txBody>
                    <a:bodyPr/>
                    <a:lstStyle/>
                    <a:p>
                      <a:r>
                        <a:rPr lang="en-US" dirty="0">
                          <a:latin typeface="Times New Roman" panose="02020603050405020304" pitchFamily="18" charset="0"/>
                          <a:cs typeface="Times New Roman" panose="02020603050405020304" pitchFamily="18" charset="0"/>
                        </a:rPr>
                        <a:t>Activity</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Start Time</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Finish Time</a:t>
                      </a:r>
                    </a:p>
                  </a:txBody>
                  <a:tcPr anchor="ctr">
                    <a:lnL>
                      <a:noFill/>
                    </a:lnL>
                    <a:lnR>
                      <a:noFill/>
                    </a:lnR>
                    <a:lnT>
                      <a:noFill/>
                    </a:lnT>
                    <a:lnB>
                      <a:noFill/>
                    </a:lnB>
                  </a:tcPr>
                </a:tc>
              </a:tr>
              <a:tr h="542812">
                <a:tc>
                  <a:txBody>
                    <a:bodyPr/>
                    <a:lstStyle/>
                    <a:p>
                      <a:r>
                        <a:rPr lang="en-US" dirty="0">
                          <a:latin typeface="Times New Roman" panose="02020603050405020304" pitchFamily="18" charset="0"/>
                          <a:cs typeface="Times New Roman" panose="02020603050405020304" pitchFamily="18" charset="0"/>
                        </a:rPr>
                        <a:t>A1</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1</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3</a:t>
                      </a:r>
                    </a:p>
                  </a:txBody>
                  <a:tcPr anchor="ctr">
                    <a:lnL>
                      <a:noFill/>
                    </a:lnL>
                    <a:lnR>
                      <a:noFill/>
                    </a:lnR>
                    <a:lnT>
                      <a:noFill/>
                    </a:lnT>
                    <a:lnB>
                      <a:noFill/>
                    </a:lnB>
                  </a:tcPr>
                </a:tc>
              </a:tr>
              <a:tr h="542812">
                <a:tc>
                  <a:txBody>
                    <a:bodyPr/>
                    <a:lstStyle/>
                    <a:p>
                      <a:r>
                        <a:rPr lang="en-US" dirty="0">
                          <a:latin typeface="Times New Roman" panose="02020603050405020304" pitchFamily="18" charset="0"/>
                          <a:cs typeface="Times New Roman" panose="02020603050405020304" pitchFamily="18" charset="0"/>
                        </a:rPr>
                        <a:t>A2</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2</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5</a:t>
                      </a:r>
                    </a:p>
                  </a:txBody>
                  <a:tcPr anchor="ctr">
                    <a:lnL>
                      <a:noFill/>
                    </a:lnL>
                    <a:lnR>
                      <a:noFill/>
                    </a:lnR>
                    <a:lnT>
                      <a:noFill/>
                    </a:lnT>
                    <a:lnB>
                      <a:noFill/>
                    </a:lnB>
                  </a:tcPr>
                </a:tc>
              </a:tr>
              <a:tr h="542812">
                <a:tc>
                  <a:txBody>
                    <a:bodyPr/>
                    <a:lstStyle/>
                    <a:p>
                      <a:r>
                        <a:rPr lang="en-US" dirty="0">
                          <a:latin typeface="Times New Roman" panose="02020603050405020304" pitchFamily="18" charset="0"/>
                          <a:cs typeface="Times New Roman" panose="02020603050405020304" pitchFamily="18" charset="0"/>
                        </a:rPr>
                        <a:t>A3</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4</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6</a:t>
                      </a:r>
                    </a:p>
                  </a:txBody>
                  <a:tcPr anchor="ctr">
                    <a:lnL>
                      <a:noFill/>
                    </a:lnL>
                    <a:lnR>
                      <a:noFill/>
                    </a:lnR>
                    <a:lnT>
                      <a:noFill/>
                    </a:lnT>
                    <a:lnB>
                      <a:noFill/>
                    </a:lnB>
                  </a:tcPr>
                </a:tc>
              </a:tr>
              <a:tr h="542812">
                <a:tc>
                  <a:txBody>
                    <a:bodyPr/>
                    <a:lstStyle/>
                    <a:p>
                      <a:r>
                        <a:rPr lang="en-US">
                          <a:latin typeface="Times New Roman" panose="02020603050405020304" pitchFamily="18" charset="0"/>
                          <a:cs typeface="Times New Roman" panose="02020603050405020304" pitchFamily="18" charset="0"/>
                        </a:rPr>
                        <a:t>A4</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6</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7</a:t>
                      </a:r>
                    </a:p>
                  </a:txBody>
                  <a:tcPr anchor="ctr">
                    <a:lnL>
                      <a:noFill/>
                    </a:lnL>
                    <a:lnR>
                      <a:noFill/>
                    </a:lnR>
                    <a:lnT>
                      <a:noFill/>
                    </a:lnT>
                    <a:lnB>
                      <a:noFill/>
                    </a:lnB>
                  </a:tcPr>
                </a:tc>
              </a:tr>
              <a:tr h="542812">
                <a:tc>
                  <a:txBody>
                    <a:bodyPr/>
                    <a:lstStyle/>
                    <a:p>
                      <a:r>
                        <a:rPr lang="en-US">
                          <a:latin typeface="Times New Roman" panose="02020603050405020304" pitchFamily="18" charset="0"/>
                          <a:cs typeface="Times New Roman" panose="02020603050405020304" pitchFamily="18" charset="0"/>
                        </a:rPr>
                        <a:t>A5</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5</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8</a:t>
                      </a:r>
                    </a:p>
                  </a:txBody>
                  <a:tcPr anchor="ctr">
                    <a:lnL>
                      <a:noFill/>
                    </a:lnL>
                    <a:lnR>
                      <a:noFill/>
                    </a:lnR>
                    <a:lnT>
                      <a:noFill/>
                    </a:lnT>
                    <a:lnB>
                      <a:noFill/>
                    </a:lnB>
                  </a:tcPr>
                </a:tc>
              </a:tr>
              <a:tr h="542812">
                <a:tc>
                  <a:txBody>
                    <a:bodyPr/>
                    <a:lstStyle/>
                    <a:p>
                      <a:r>
                        <a:rPr lang="en-US">
                          <a:latin typeface="Times New Roman" panose="02020603050405020304" pitchFamily="18" charset="0"/>
                          <a:cs typeface="Times New Roman" panose="02020603050405020304" pitchFamily="18" charset="0"/>
                        </a:rPr>
                        <a:t>A6</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8</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9</a:t>
                      </a:r>
                    </a:p>
                  </a:txBody>
                  <a:tcPr anchor="ctr">
                    <a:lnL>
                      <a:noFill/>
                    </a:lnL>
                    <a:lnR>
                      <a:noFill/>
                    </a:lnR>
                    <a:lnT>
                      <a:noFill/>
                    </a:lnT>
                    <a:lnB>
                      <a:noFill/>
                    </a:lnB>
                  </a:tcPr>
                </a:tc>
              </a:tr>
            </a:tbl>
          </a:graphicData>
        </a:graphic>
      </p:graphicFrame>
      <p:sp>
        <p:nvSpPr>
          <p:cNvPr id="5" name="Rectangle 4"/>
          <p:cNvSpPr/>
          <p:nvPr/>
        </p:nvSpPr>
        <p:spPr>
          <a:xfrm>
            <a:off x="4412334" y="3244334"/>
            <a:ext cx="4979092" cy="369332"/>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Selected Activities: </a:t>
            </a:r>
            <a:r>
              <a:rPr lang="en-US" b="1" dirty="0">
                <a:latin typeface="Times New Roman" panose="02020603050405020304" pitchFamily="18" charset="0"/>
                <a:cs typeface="Times New Roman" panose="02020603050405020304" pitchFamily="18" charset="0"/>
              </a:rPr>
              <a:t>A1, A3, A4, A6</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9605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6641"/>
            <a:ext cx="10515600" cy="1325563"/>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Job Sequencing with Deadline</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lnSpc>
                <a:spcPct val="150000"/>
              </a:lnSpc>
            </a:pPr>
            <a:r>
              <a:rPr lang="en-US" sz="2400" b="1" dirty="0">
                <a:latin typeface="Times New Roman" panose="02020603050405020304" pitchFamily="18" charset="0"/>
                <a:cs typeface="Times New Roman" panose="02020603050405020304" pitchFamily="18" charset="0"/>
              </a:rPr>
              <a:t>Job Sequencing with Deadline</a:t>
            </a:r>
            <a:r>
              <a:rPr lang="en-US" sz="2400" dirty="0">
                <a:latin typeface="Times New Roman" panose="02020603050405020304" pitchFamily="18" charset="0"/>
                <a:cs typeface="Times New Roman" panose="02020603050405020304" pitchFamily="18" charset="0"/>
              </a:rPr>
              <a:t> is a </a:t>
            </a:r>
            <a:r>
              <a:rPr lang="en-US" sz="2400" b="1" dirty="0">
                <a:latin typeface="Times New Roman" panose="02020603050405020304" pitchFamily="18" charset="0"/>
                <a:cs typeface="Times New Roman" panose="02020603050405020304" pitchFamily="18" charset="0"/>
              </a:rPr>
              <a:t>greedy algorithm problem</a:t>
            </a:r>
            <a:r>
              <a:rPr lang="en-US" sz="2400" dirty="0">
                <a:latin typeface="Times New Roman" panose="02020603050405020304" pitchFamily="18" charset="0"/>
                <a:cs typeface="Times New Roman" panose="02020603050405020304" pitchFamily="18" charset="0"/>
              </a:rPr>
              <a:t> where we arrange jobs in such a way that:</a:t>
            </a:r>
          </a:p>
          <a:p>
            <a:pPr>
              <a:lnSpc>
                <a:spcPct val="150000"/>
              </a:lnSpc>
            </a:pPr>
            <a:r>
              <a:rPr lang="en-US" sz="2400" dirty="0">
                <a:latin typeface="Times New Roman" panose="02020603050405020304" pitchFamily="18" charset="0"/>
                <a:cs typeface="Times New Roman" panose="02020603050405020304" pitchFamily="18" charset="0"/>
              </a:rPr>
              <a:t>Each job takes </a:t>
            </a:r>
            <a:r>
              <a:rPr lang="en-US" sz="2400" b="1" dirty="0">
                <a:latin typeface="Times New Roman" panose="02020603050405020304" pitchFamily="18" charset="0"/>
                <a:cs typeface="Times New Roman" panose="02020603050405020304" pitchFamily="18" charset="0"/>
              </a:rPr>
              <a:t>exactly 1 unit time</a:t>
            </a:r>
            <a:r>
              <a:rPr lang="en-US" sz="2400" dirty="0">
                <a:latin typeface="Times New Roman" panose="02020603050405020304" pitchFamily="18" charset="0"/>
                <a:cs typeface="Times New Roman" panose="02020603050405020304" pitchFamily="18" charset="0"/>
              </a:rPr>
              <a:t>.</a:t>
            </a:r>
          </a:p>
          <a:p>
            <a:pPr>
              <a:lnSpc>
                <a:spcPct val="150000"/>
              </a:lnSpc>
            </a:pPr>
            <a:r>
              <a:rPr lang="en-US" sz="2400" dirty="0">
                <a:latin typeface="Times New Roman" panose="02020603050405020304" pitchFamily="18" charset="0"/>
                <a:cs typeface="Times New Roman" panose="02020603050405020304" pitchFamily="18" charset="0"/>
              </a:rPr>
              <a:t>Each job has:</a:t>
            </a:r>
          </a:p>
          <a:p>
            <a:pPr lvl="1">
              <a:lnSpc>
                <a:spcPct val="150000"/>
              </a:lnSpc>
            </a:pPr>
            <a:r>
              <a:rPr lang="en-US" b="1" dirty="0">
                <a:latin typeface="Times New Roman" panose="02020603050405020304" pitchFamily="18" charset="0"/>
                <a:cs typeface="Times New Roman" panose="02020603050405020304" pitchFamily="18" charset="0"/>
              </a:rPr>
              <a:t>Deadline (d)</a:t>
            </a:r>
            <a:r>
              <a:rPr lang="en-US" dirty="0">
                <a:latin typeface="Times New Roman" panose="02020603050405020304" pitchFamily="18" charset="0"/>
                <a:cs typeface="Times New Roman" panose="02020603050405020304" pitchFamily="18" charset="0"/>
              </a:rPr>
              <a:t> – last time before which job must be completed.</a:t>
            </a:r>
          </a:p>
          <a:p>
            <a:pPr lvl="1">
              <a:lnSpc>
                <a:spcPct val="150000"/>
              </a:lnSpc>
            </a:pPr>
            <a:r>
              <a:rPr lang="en-US" b="1" dirty="0">
                <a:latin typeface="Times New Roman" panose="02020603050405020304" pitchFamily="18" charset="0"/>
                <a:cs typeface="Times New Roman" panose="02020603050405020304" pitchFamily="18" charset="0"/>
              </a:rPr>
              <a:t>Profit (p)</a:t>
            </a:r>
            <a:r>
              <a:rPr lang="en-US" dirty="0">
                <a:latin typeface="Times New Roman" panose="02020603050405020304" pitchFamily="18" charset="0"/>
                <a:cs typeface="Times New Roman" panose="02020603050405020304" pitchFamily="18" charset="0"/>
              </a:rPr>
              <a:t> – money earned after completing the job.</a:t>
            </a:r>
          </a:p>
          <a:p>
            <a:pPr>
              <a:lnSpc>
                <a:spcPct val="150000"/>
              </a:lnSpc>
            </a:pPr>
            <a:r>
              <a:rPr lang="en-US" sz="2400" dirty="0">
                <a:latin typeface="Times New Roman" panose="02020603050405020304" pitchFamily="18" charset="0"/>
                <a:cs typeface="Times New Roman" panose="02020603050405020304" pitchFamily="18" charset="0"/>
              </a:rPr>
              <a:t>Only </a:t>
            </a:r>
            <a:r>
              <a:rPr lang="en-US" sz="2400" b="1" dirty="0">
                <a:latin typeface="Times New Roman" panose="02020603050405020304" pitchFamily="18" charset="0"/>
                <a:cs typeface="Times New Roman" panose="02020603050405020304" pitchFamily="18" charset="0"/>
              </a:rPr>
              <a:t>one job can be done at a time</a:t>
            </a:r>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90619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FF0000"/>
                </a:solidFill>
                <a:latin typeface="Times New Roman" panose="02020603050405020304" pitchFamily="18" charset="0"/>
                <a:cs typeface="Times New Roman" panose="02020603050405020304" pitchFamily="18" charset="0"/>
              </a:rPr>
              <a:t>Steps for Job Sequencing with Deadline</a:t>
            </a:r>
          </a:p>
        </p:txBody>
      </p:sp>
      <p:sp>
        <p:nvSpPr>
          <p:cNvPr id="4" name="Rectangle 1"/>
          <p:cNvSpPr>
            <a:spLocks noGrp="1" noChangeArrowheads="1"/>
          </p:cNvSpPr>
          <p:nvPr>
            <p:ph idx="1"/>
          </p:nvPr>
        </p:nvSpPr>
        <p:spPr bwMode="auto">
          <a:xfrm>
            <a:off x="1107141" y="1881645"/>
            <a:ext cx="705250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Sort all jobs in decreasing order of profit.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Create time slots from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 to maximum deadline</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For each job:</a:t>
            </a:r>
          </a:p>
          <a:p>
            <a:pPr marL="914400" lvl="2" indent="0" eaLnBrk="0" fontAlgn="base" hangingPunct="0">
              <a:lnSpc>
                <a:spcPct val="150000"/>
              </a:lnSpc>
              <a:spcBef>
                <a:spcPct val="0"/>
              </a:spcBef>
              <a:spcAft>
                <a:spcPct val="0"/>
              </a:spcAft>
              <a:buNone/>
            </a:pPr>
            <a:r>
              <a:rPr lang="en-US" dirty="0">
                <a:latin typeface="Times New Roman" panose="02020603050405020304" pitchFamily="18" charset="0"/>
                <a:cs typeface="Times New Roman" panose="02020603050405020304" pitchFamily="18" charset="0"/>
              </a:rPr>
              <a:t>Try to schedule it in the latest free slot before its deadline.</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lang="en-US" sz="2000" dirty="0">
                <a:latin typeface="Times New Roman" panose="02020603050405020304" pitchFamily="18" charset="0"/>
                <a:cs typeface="Times New Roman" panose="02020603050405020304" pitchFamily="18" charset="0"/>
              </a:rPr>
              <a:t>If slot is available → assign job.</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If slot not available → skip job.</a:t>
            </a:r>
          </a:p>
        </p:txBody>
      </p:sp>
    </p:spTree>
    <p:extLst>
      <p:ext uri="{BB962C8B-B14F-4D97-AF65-F5344CB8AC3E}">
        <p14:creationId xmlns:p14="http://schemas.microsoft.com/office/powerpoint/2010/main" val="1785028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Times New Roman" panose="02020603050405020304" pitchFamily="18" charset="0"/>
                <a:cs typeface="Times New Roman" panose="02020603050405020304" pitchFamily="18" charset="0"/>
              </a:rPr>
              <a:t>Job Sequencing with </a:t>
            </a:r>
            <a:r>
              <a:rPr lang="en-US" dirty="0" smtClean="0">
                <a:solidFill>
                  <a:srgbClr val="FF0000"/>
                </a:solidFill>
                <a:latin typeface="Times New Roman" panose="02020603050405020304" pitchFamily="18" charset="0"/>
                <a:cs typeface="Times New Roman" panose="02020603050405020304" pitchFamily="18" charset="0"/>
              </a:rPr>
              <a:t>Deadline Example </a:t>
            </a:r>
            <a:endParaRPr lang="en-US" dirty="0"/>
          </a:p>
        </p:txBody>
      </p:sp>
      <p:pic>
        <p:nvPicPr>
          <p:cNvPr id="4" name="Content Placeholder 3"/>
          <p:cNvPicPr>
            <a:picLocks noGrp="1" noChangeAspect="1"/>
          </p:cNvPicPr>
          <p:nvPr>
            <p:ph idx="1"/>
          </p:nvPr>
        </p:nvPicPr>
        <p:blipFill>
          <a:blip r:embed="rId2"/>
          <a:stretch>
            <a:fillRect/>
          </a:stretch>
        </p:blipFill>
        <p:spPr>
          <a:xfrm>
            <a:off x="286160" y="1333948"/>
            <a:ext cx="11203008" cy="5195944"/>
          </a:xfrm>
          <a:prstGeom prst="rect">
            <a:avLst/>
          </a:prstGeom>
        </p:spPr>
      </p:pic>
    </p:spTree>
    <p:extLst>
      <p:ext uri="{BB962C8B-B14F-4D97-AF65-F5344CB8AC3E}">
        <p14:creationId xmlns:p14="http://schemas.microsoft.com/office/powerpoint/2010/main" val="953474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Times New Roman" panose="02020603050405020304" pitchFamily="18" charset="0"/>
                <a:cs typeface="Times New Roman" panose="02020603050405020304" pitchFamily="18" charset="0"/>
              </a:rPr>
              <a:t>Example </a:t>
            </a:r>
            <a:endParaRPr lang="en-US" dirty="0"/>
          </a:p>
        </p:txBody>
      </p:sp>
      <p:pic>
        <p:nvPicPr>
          <p:cNvPr id="4" name="Content Placeholder 3"/>
          <p:cNvPicPr>
            <a:picLocks noGrp="1" noChangeAspect="1"/>
          </p:cNvPicPr>
          <p:nvPr>
            <p:ph idx="1"/>
          </p:nvPr>
        </p:nvPicPr>
        <p:blipFill>
          <a:blip r:embed="rId2"/>
          <a:stretch>
            <a:fillRect/>
          </a:stretch>
        </p:blipFill>
        <p:spPr>
          <a:xfrm>
            <a:off x="229944" y="1401968"/>
            <a:ext cx="4610997" cy="1876425"/>
          </a:xfrm>
          <a:prstGeom prst="rect">
            <a:avLst/>
          </a:prstGeom>
        </p:spPr>
      </p:pic>
      <p:pic>
        <p:nvPicPr>
          <p:cNvPr id="5" name="Picture 4"/>
          <p:cNvPicPr>
            <a:picLocks noChangeAspect="1"/>
          </p:cNvPicPr>
          <p:nvPr/>
        </p:nvPicPr>
        <p:blipFill rotWithShape="1">
          <a:blip r:embed="rId3"/>
          <a:srcRect t="14937" r="30145"/>
          <a:stretch/>
        </p:blipFill>
        <p:spPr>
          <a:xfrm>
            <a:off x="5201324" y="1401968"/>
            <a:ext cx="6760732" cy="4132160"/>
          </a:xfrm>
          <a:prstGeom prst="rect">
            <a:avLst/>
          </a:prstGeom>
        </p:spPr>
      </p:pic>
      <p:pic>
        <p:nvPicPr>
          <p:cNvPr id="6" name="Picture 5"/>
          <p:cNvPicPr>
            <a:picLocks noChangeAspect="1"/>
          </p:cNvPicPr>
          <p:nvPr/>
        </p:nvPicPr>
        <p:blipFill>
          <a:blip r:embed="rId4"/>
          <a:stretch>
            <a:fillRect/>
          </a:stretch>
        </p:blipFill>
        <p:spPr>
          <a:xfrm>
            <a:off x="229944" y="3468048"/>
            <a:ext cx="4610997" cy="2266950"/>
          </a:xfrm>
          <a:prstGeom prst="rect">
            <a:avLst/>
          </a:prstGeom>
        </p:spPr>
      </p:pic>
    </p:spTree>
    <p:extLst>
      <p:ext uri="{BB962C8B-B14F-4D97-AF65-F5344CB8AC3E}">
        <p14:creationId xmlns:p14="http://schemas.microsoft.com/office/powerpoint/2010/main" val="3669250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What is a Graph?</a:t>
            </a:r>
          </a:p>
        </p:txBody>
      </p:sp>
      <p:sp>
        <p:nvSpPr>
          <p:cNvPr id="3" name="Content Placeholder 2"/>
          <p:cNvSpPr>
            <a:spLocks noGrp="1"/>
          </p:cNvSpPr>
          <p:nvPr>
            <p:ph idx="1"/>
          </p:nvPr>
        </p:nvSpPr>
        <p:spPr/>
        <p:txBody>
          <a:bodyPr/>
          <a:lstStyle/>
          <a:p>
            <a:r>
              <a:rPr lang="en-US" dirty="0"/>
              <a:t>A graph is a </a:t>
            </a:r>
            <a:r>
              <a:rPr lang="en-US" b="1" dirty="0"/>
              <a:t>non-linear data structure</a:t>
            </a:r>
            <a:endParaRPr lang="en-US" dirty="0"/>
          </a:p>
          <a:p>
            <a:r>
              <a:rPr lang="en-US" dirty="0"/>
              <a:t>It consists of:</a:t>
            </a:r>
          </a:p>
          <a:p>
            <a:pPr lvl="1"/>
            <a:r>
              <a:rPr lang="en-US" b="1" dirty="0"/>
              <a:t>Vertices (Nodes)</a:t>
            </a:r>
            <a:endParaRPr lang="en-US" dirty="0"/>
          </a:p>
          <a:p>
            <a:pPr lvl="1"/>
            <a:r>
              <a:rPr lang="en-US" b="1" dirty="0"/>
              <a:t>Edges (Connections)</a:t>
            </a:r>
            <a:endParaRPr lang="en-US" dirty="0"/>
          </a:p>
          <a:p>
            <a:r>
              <a:rPr lang="en-US" b="1" dirty="0"/>
              <a:t>Real Life Examples:</a:t>
            </a:r>
          </a:p>
          <a:p>
            <a:r>
              <a:rPr lang="en-US" dirty="0"/>
              <a:t>Social Networks</a:t>
            </a:r>
          </a:p>
          <a:p>
            <a:r>
              <a:rPr lang="en-US" dirty="0"/>
              <a:t>Google Maps</a:t>
            </a:r>
          </a:p>
          <a:p>
            <a:r>
              <a:rPr lang="en-US" dirty="0"/>
              <a:t>Computer Networks</a:t>
            </a:r>
          </a:p>
          <a:p>
            <a:r>
              <a:rPr lang="en-US" dirty="0" smtClean="0"/>
              <a:t>Example </a:t>
            </a:r>
            <a:endParaRPr lang="en-US" dirty="0"/>
          </a:p>
        </p:txBody>
      </p:sp>
      <p:pic>
        <p:nvPicPr>
          <p:cNvPr id="2050" name="Picture 2" descr="undirectedgraph.png (491×2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1372" y="3121118"/>
            <a:ext cx="4676775" cy="2019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0367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Types of Graphs</a:t>
            </a:r>
          </a:p>
        </p:txBody>
      </p:sp>
      <p:sp>
        <p:nvSpPr>
          <p:cNvPr id="4" name="Rectangle 1"/>
          <p:cNvSpPr>
            <a:spLocks noGrp="1" noChangeArrowheads="1"/>
          </p:cNvSpPr>
          <p:nvPr>
            <p:ph idx="1"/>
          </p:nvPr>
        </p:nvSpPr>
        <p:spPr bwMode="auto">
          <a:xfrm>
            <a:off x="838200" y="1569315"/>
            <a:ext cx="4634410" cy="4863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00000"/>
              </a:lnSpc>
              <a:spcBef>
                <a:spcPct val="0"/>
              </a:spcBef>
              <a:spcAft>
                <a:spcPct val="0"/>
              </a:spcAft>
              <a:buClrTx/>
              <a:buSzTx/>
              <a:buFont typeface="+mj-lt"/>
              <a:buAutoNum type="arabicPeriod"/>
              <a:tabLst/>
            </a:pPr>
            <a:r>
              <a:rPr kumimoji="0" lang="en-US" sz="3200" b="0" i="0" u="none" strike="noStrike" cap="none" normalizeH="0" baseline="0" dirty="0" smtClean="0">
                <a:ln>
                  <a:noFill/>
                </a:ln>
                <a:solidFill>
                  <a:schemeClr val="tx1"/>
                </a:solidFill>
                <a:effectLst/>
                <a:latin typeface="Arial" panose="020B0604020202020204" pitchFamily="34" charset="0"/>
              </a:rPr>
              <a:t>Undirected Graph</a:t>
            </a:r>
          </a:p>
          <a:p>
            <a:pPr marL="342900" marR="0" lvl="0" indent="-342900" algn="l" defTabSz="914400" rtl="0" eaLnBrk="0" fontAlgn="base" latinLnBrk="0" hangingPunct="0">
              <a:lnSpc>
                <a:spcPct val="200000"/>
              </a:lnSpc>
              <a:spcBef>
                <a:spcPct val="0"/>
              </a:spcBef>
              <a:spcAft>
                <a:spcPct val="0"/>
              </a:spcAft>
              <a:buClrTx/>
              <a:buSzTx/>
              <a:buFont typeface="+mj-lt"/>
              <a:buAutoNum type="arabicPeriod"/>
              <a:tabLst/>
            </a:pPr>
            <a:r>
              <a:rPr kumimoji="0" lang="en-US" sz="3200" b="0" i="0" u="none" strike="noStrike" cap="none" normalizeH="0" baseline="0" dirty="0" smtClean="0">
                <a:ln>
                  <a:noFill/>
                </a:ln>
                <a:solidFill>
                  <a:schemeClr val="tx1"/>
                </a:solidFill>
                <a:effectLst/>
                <a:latin typeface="Arial" panose="020B0604020202020204" pitchFamily="34" charset="0"/>
              </a:rPr>
              <a:t>Directed Graph</a:t>
            </a:r>
          </a:p>
          <a:p>
            <a:pPr marL="342900" marR="0" lvl="0" indent="-342900" algn="l" defTabSz="914400" rtl="0" eaLnBrk="0" fontAlgn="base" latinLnBrk="0" hangingPunct="0">
              <a:lnSpc>
                <a:spcPct val="200000"/>
              </a:lnSpc>
              <a:spcBef>
                <a:spcPct val="0"/>
              </a:spcBef>
              <a:spcAft>
                <a:spcPct val="0"/>
              </a:spcAft>
              <a:buClrTx/>
              <a:buSzTx/>
              <a:buFont typeface="+mj-lt"/>
              <a:buAutoNum type="arabicPeriod"/>
              <a:tabLst/>
            </a:pPr>
            <a:r>
              <a:rPr kumimoji="0" lang="en-US" sz="3200" b="0" i="0" u="none" strike="noStrike" cap="none" normalizeH="0" baseline="0" dirty="0" smtClean="0">
                <a:ln>
                  <a:noFill/>
                </a:ln>
                <a:solidFill>
                  <a:schemeClr val="tx1"/>
                </a:solidFill>
                <a:effectLst/>
                <a:latin typeface="Arial" panose="020B0604020202020204" pitchFamily="34" charset="0"/>
              </a:rPr>
              <a:t>Weighted Graph</a:t>
            </a:r>
          </a:p>
          <a:p>
            <a:pPr marL="342900" marR="0" lvl="0" indent="-342900" algn="l" defTabSz="914400" rtl="0" eaLnBrk="0" fontAlgn="base" latinLnBrk="0" hangingPunct="0">
              <a:lnSpc>
                <a:spcPct val="200000"/>
              </a:lnSpc>
              <a:spcBef>
                <a:spcPct val="0"/>
              </a:spcBef>
              <a:spcAft>
                <a:spcPct val="0"/>
              </a:spcAft>
              <a:buClrTx/>
              <a:buSzTx/>
              <a:buFont typeface="+mj-lt"/>
              <a:buAutoNum type="arabicPeriod"/>
              <a:tabLst/>
            </a:pPr>
            <a:r>
              <a:rPr kumimoji="0" lang="en-US" sz="3200" b="0" i="0" u="none" strike="noStrike" cap="none" normalizeH="0" baseline="0" dirty="0" err="1" smtClean="0">
                <a:ln>
                  <a:noFill/>
                </a:ln>
                <a:solidFill>
                  <a:schemeClr val="tx1"/>
                </a:solidFill>
                <a:effectLst/>
                <a:latin typeface="Arial" panose="020B0604020202020204" pitchFamily="34" charset="0"/>
              </a:rPr>
              <a:t>Unweighted</a:t>
            </a:r>
            <a:r>
              <a:rPr kumimoji="0" lang="en-US" sz="3200" b="0" i="0" u="none" strike="noStrike" cap="none" normalizeH="0" baseline="0" dirty="0" smtClean="0">
                <a:ln>
                  <a:noFill/>
                </a:ln>
                <a:solidFill>
                  <a:schemeClr val="tx1"/>
                </a:solidFill>
                <a:effectLst/>
                <a:latin typeface="Arial" panose="020B0604020202020204" pitchFamily="34" charset="0"/>
              </a:rPr>
              <a:t> Graph</a:t>
            </a:r>
          </a:p>
          <a:p>
            <a:pPr marL="342900" marR="0" lvl="0" indent="-342900" algn="l" defTabSz="914400" rtl="0" eaLnBrk="0" fontAlgn="base" latinLnBrk="0" hangingPunct="0">
              <a:lnSpc>
                <a:spcPct val="200000"/>
              </a:lnSpc>
              <a:spcBef>
                <a:spcPct val="0"/>
              </a:spcBef>
              <a:spcAft>
                <a:spcPct val="0"/>
              </a:spcAft>
              <a:buClrTx/>
              <a:buSzTx/>
              <a:buFont typeface="+mj-lt"/>
              <a:buAutoNum type="arabicPeriod"/>
              <a:tabLst/>
            </a:pPr>
            <a:r>
              <a:rPr kumimoji="0" lang="en-US" sz="3200" b="0" i="0" u="none" strike="noStrike" cap="none" normalizeH="0" baseline="0" dirty="0" smtClean="0">
                <a:ln>
                  <a:noFill/>
                </a:ln>
                <a:solidFill>
                  <a:schemeClr val="tx1"/>
                </a:solidFill>
                <a:effectLst/>
                <a:latin typeface="Arial" panose="020B0604020202020204" pitchFamily="34" charset="0"/>
              </a:rPr>
              <a:t>Cyclic &amp; Acyclic Graph</a:t>
            </a:r>
          </a:p>
        </p:txBody>
      </p:sp>
    </p:spTree>
    <p:extLst>
      <p:ext uri="{BB962C8B-B14F-4D97-AF65-F5344CB8AC3E}">
        <p14:creationId xmlns:p14="http://schemas.microsoft.com/office/powerpoint/2010/main" val="1841216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 Spanning Tree (MST)</a:t>
            </a:r>
            <a:br>
              <a:rPr lang="en-US" dirty="0"/>
            </a:br>
            <a:endParaRPr lang="en-US" dirty="0">
              <a:solidFill>
                <a:srgbClr val="FF0000"/>
              </a:solidFill>
            </a:endParaRPr>
          </a:p>
        </p:txBody>
      </p:sp>
      <p:sp>
        <p:nvSpPr>
          <p:cNvPr id="3" name="Content Placeholder 2"/>
          <p:cNvSpPr>
            <a:spLocks noGrp="1"/>
          </p:cNvSpPr>
          <p:nvPr>
            <p:ph idx="1"/>
          </p:nvPr>
        </p:nvSpPr>
        <p:spPr/>
        <p:txBody>
          <a:bodyPr/>
          <a:lstStyle/>
          <a:p>
            <a:endParaRPr lang="en-US" dirty="0" smtClean="0"/>
          </a:p>
          <a:p>
            <a:endParaRPr lang="en-US" dirty="0"/>
          </a:p>
          <a:p>
            <a:endParaRPr lang="en-US" dirty="0" smtClean="0"/>
          </a:p>
          <a:p>
            <a:endParaRPr lang="en-US" dirty="0"/>
          </a:p>
          <a:p>
            <a:endParaRPr lang="en-US" dirty="0" smtClean="0"/>
          </a:p>
          <a:p>
            <a:endParaRPr lang="en-US" dirty="0" smtClean="0"/>
          </a:p>
          <a:p>
            <a:r>
              <a:rPr lang="en-US" dirty="0"/>
              <a:t>Prim’s </a:t>
            </a:r>
            <a:r>
              <a:rPr lang="en-US" dirty="0" smtClean="0"/>
              <a:t>Algorithm</a:t>
            </a:r>
          </a:p>
          <a:p>
            <a:r>
              <a:rPr lang="en-US" dirty="0" err="1"/>
              <a:t>Dijkstra’s</a:t>
            </a:r>
            <a:r>
              <a:rPr lang="en-US" dirty="0"/>
              <a:t> Algorithm</a:t>
            </a:r>
          </a:p>
        </p:txBody>
      </p:sp>
      <p:pic>
        <p:nvPicPr>
          <p:cNvPr id="4" name="Picture 3"/>
          <p:cNvPicPr>
            <a:picLocks noChangeAspect="1"/>
          </p:cNvPicPr>
          <p:nvPr/>
        </p:nvPicPr>
        <p:blipFill>
          <a:blip r:embed="rId2"/>
          <a:stretch>
            <a:fillRect/>
          </a:stretch>
        </p:blipFill>
        <p:spPr>
          <a:xfrm>
            <a:off x="838200" y="1156998"/>
            <a:ext cx="9962478" cy="3640913"/>
          </a:xfrm>
          <a:prstGeom prst="rect">
            <a:avLst/>
          </a:prstGeom>
        </p:spPr>
      </p:pic>
    </p:spTree>
    <p:extLst>
      <p:ext uri="{BB962C8B-B14F-4D97-AF65-F5344CB8AC3E}">
        <p14:creationId xmlns:p14="http://schemas.microsoft.com/office/powerpoint/2010/main" val="2733785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8125" y="0"/>
            <a:ext cx="11953875" cy="6164132"/>
          </a:xfrm>
          <a:prstGeom prst="rect">
            <a:avLst/>
          </a:prstGeom>
        </p:spPr>
      </p:pic>
    </p:spTree>
    <p:extLst>
      <p:ext uri="{BB962C8B-B14F-4D97-AF65-F5344CB8AC3E}">
        <p14:creationId xmlns:p14="http://schemas.microsoft.com/office/powerpoint/2010/main" val="3261596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452437" y="347662"/>
            <a:ext cx="11287125" cy="6162675"/>
          </a:xfrm>
          <a:prstGeom prst="rect">
            <a:avLst/>
          </a:prstGeom>
        </p:spPr>
      </p:pic>
    </p:spTree>
    <p:extLst>
      <p:ext uri="{BB962C8B-B14F-4D97-AF65-F5344CB8AC3E}">
        <p14:creationId xmlns:p14="http://schemas.microsoft.com/office/powerpoint/2010/main" val="3906081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Kruskal’s</a:t>
            </a:r>
            <a:r>
              <a:rPr lang="en-IN" b="1" dirty="0"/>
              <a:t> algorithm</a:t>
            </a:r>
            <a:br>
              <a:rPr lang="en-IN" b="1" dirty="0"/>
            </a:br>
            <a:endParaRPr lang="en-US" dirty="0"/>
          </a:p>
        </p:txBody>
      </p:sp>
      <p:sp>
        <p:nvSpPr>
          <p:cNvPr id="3" name="Content Placeholder 2"/>
          <p:cNvSpPr>
            <a:spLocks noGrp="1"/>
          </p:cNvSpPr>
          <p:nvPr>
            <p:ph idx="1"/>
          </p:nvPr>
        </p:nvSpPr>
        <p:spPr/>
        <p:txBody>
          <a:bodyPr/>
          <a:lstStyle/>
          <a:p>
            <a:pPr marL="457200" indent="-457200" fontAlgn="base">
              <a:lnSpc>
                <a:spcPct val="150000"/>
              </a:lnSpc>
              <a:buFont typeface="+mj-lt"/>
              <a:buAutoNum type="arabicPeriod"/>
            </a:pPr>
            <a:r>
              <a:rPr lang="en-US" dirty="0"/>
              <a:t>Sort all the edges in non-decreasing order of their weight. </a:t>
            </a:r>
          </a:p>
          <a:p>
            <a:pPr marL="457200" indent="-457200" fontAlgn="base">
              <a:lnSpc>
                <a:spcPct val="150000"/>
              </a:lnSpc>
              <a:buFont typeface="+mj-lt"/>
              <a:buAutoNum type="arabicPeriod"/>
            </a:pPr>
            <a:r>
              <a:rPr lang="en-US" dirty="0"/>
              <a:t>Pick the smallest edge. Check if it forms a cycle with the spanning tree formed so far. If the cycle is not formed, include this edge. Else, discard it. </a:t>
            </a:r>
          </a:p>
          <a:p>
            <a:pPr marL="457200" indent="-457200" fontAlgn="base">
              <a:lnSpc>
                <a:spcPct val="150000"/>
              </a:lnSpc>
              <a:buFont typeface="+mj-lt"/>
              <a:buAutoNum type="arabicPeriod"/>
            </a:pPr>
            <a:r>
              <a:rPr lang="en-US" dirty="0"/>
              <a:t>Repeat step#2 until there are (V-1) edges in the spanning tree.</a:t>
            </a:r>
          </a:p>
          <a:p>
            <a:endParaRPr lang="en-US" dirty="0"/>
          </a:p>
        </p:txBody>
      </p:sp>
    </p:spTree>
    <p:extLst>
      <p:ext uri="{BB962C8B-B14F-4D97-AF65-F5344CB8AC3E}">
        <p14:creationId xmlns:p14="http://schemas.microsoft.com/office/powerpoint/2010/main" val="3459993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solidFill>
                  <a:srgbClr val="FF0000"/>
                </a:solidFill>
              </a:rPr>
              <a:t>Kruskal’s</a:t>
            </a:r>
            <a:r>
              <a:rPr lang="en-IN" b="1" dirty="0">
                <a:solidFill>
                  <a:srgbClr val="FF0000"/>
                </a:solidFill>
              </a:rPr>
              <a:t> algorithm</a:t>
            </a:r>
            <a:endParaRPr lang="en-US"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838200" y="1690688"/>
            <a:ext cx="9095837" cy="4351338"/>
          </a:xfrm>
          <a:prstGeom prst="rect">
            <a:avLst/>
          </a:prstGeom>
        </p:spPr>
      </p:pic>
    </p:spTree>
    <p:extLst>
      <p:ext uri="{BB962C8B-B14F-4D97-AF65-F5344CB8AC3E}">
        <p14:creationId xmlns:p14="http://schemas.microsoft.com/office/powerpoint/2010/main" val="4504699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solidFill>
                  <a:srgbClr val="FF0000"/>
                </a:solidFill>
              </a:rPr>
              <a:t>Kruskal’s</a:t>
            </a:r>
            <a:r>
              <a:rPr lang="en-IN" b="1" dirty="0">
                <a:solidFill>
                  <a:srgbClr val="FF0000"/>
                </a:solidFill>
              </a:rPr>
              <a:t> </a:t>
            </a:r>
            <a:r>
              <a:rPr lang="en-IN" b="1" dirty="0" smtClean="0">
                <a:solidFill>
                  <a:srgbClr val="FF0000"/>
                </a:solidFill>
              </a:rPr>
              <a:t>algorithm Example</a:t>
            </a:r>
            <a:endParaRPr lang="en-US" dirty="0"/>
          </a:p>
        </p:txBody>
      </p:sp>
      <p:pic>
        <p:nvPicPr>
          <p:cNvPr id="4" name="Content Placeholder 3"/>
          <p:cNvPicPr>
            <a:picLocks noGrp="1" noChangeAspect="1"/>
          </p:cNvPicPr>
          <p:nvPr>
            <p:ph idx="1"/>
          </p:nvPr>
        </p:nvPicPr>
        <p:blipFill>
          <a:blip r:embed="rId2"/>
          <a:stretch>
            <a:fillRect/>
          </a:stretch>
        </p:blipFill>
        <p:spPr>
          <a:xfrm>
            <a:off x="838200" y="1280160"/>
            <a:ext cx="10801574" cy="4896803"/>
          </a:xfrm>
          <a:prstGeom prst="rect">
            <a:avLst/>
          </a:prstGeom>
        </p:spPr>
      </p:pic>
    </p:spTree>
    <p:extLst>
      <p:ext uri="{BB962C8B-B14F-4D97-AF65-F5344CB8AC3E}">
        <p14:creationId xmlns:p14="http://schemas.microsoft.com/office/powerpoint/2010/main" val="7923044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145307" y="176275"/>
            <a:ext cx="7474858" cy="2653846"/>
          </a:xfrm>
          <a:prstGeom prst="rect">
            <a:avLst/>
          </a:prstGeom>
        </p:spPr>
      </p:pic>
    </p:spTree>
    <p:extLst>
      <p:ext uri="{BB962C8B-B14F-4D97-AF65-F5344CB8AC3E}">
        <p14:creationId xmlns:p14="http://schemas.microsoft.com/office/powerpoint/2010/main" val="22639332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1901371" y="249011"/>
            <a:ext cx="7474858" cy="2653846"/>
          </a:xfrm>
          <a:prstGeom prst="rect">
            <a:avLst/>
          </a:prstGeom>
        </p:spPr>
      </p:pic>
      <p:pic>
        <p:nvPicPr>
          <p:cNvPr id="5" name="Picture 4"/>
          <p:cNvPicPr>
            <a:picLocks noChangeAspect="1"/>
          </p:cNvPicPr>
          <p:nvPr/>
        </p:nvPicPr>
        <p:blipFill>
          <a:blip r:embed="rId3">
            <a:lum bright="-20000" contrast="40000"/>
          </a:blip>
          <a:stretch>
            <a:fillRect/>
          </a:stretch>
        </p:blipFill>
        <p:spPr>
          <a:xfrm>
            <a:off x="295053" y="3419283"/>
            <a:ext cx="5699347" cy="2757679"/>
          </a:xfrm>
          <a:prstGeom prst="rect">
            <a:avLst/>
          </a:prstGeom>
        </p:spPr>
      </p:pic>
      <p:pic>
        <p:nvPicPr>
          <p:cNvPr id="6" name="Picture 5"/>
          <p:cNvPicPr>
            <a:picLocks noChangeAspect="1"/>
          </p:cNvPicPr>
          <p:nvPr/>
        </p:nvPicPr>
        <p:blipFill>
          <a:blip r:embed="rId4">
            <a:lum bright="-20000" contrast="40000"/>
          </a:blip>
          <a:stretch>
            <a:fillRect/>
          </a:stretch>
        </p:blipFill>
        <p:spPr>
          <a:xfrm>
            <a:off x="5994401" y="3390252"/>
            <a:ext cx="5747656" cy="2714140"/>
          </a:xfrm>
          <a:prstGeom prst="rect">
            <a:avLst/>
          </a:prstGeom>
        </p:spPr>
      </p:pic>
    </p:spTree>
    <p:extLst>
      <p:ext uri="{BB962C8B-B14F-4D97-AF65-F5344CB8AC3E}">
        <p14:creationId xmlns:p14="http://schemas.microsoft.com/office/powerpoint/2010/main" val="29968117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lum bright="-20000" contrast="40000"/>
          </a:blip>
          <a:stretch>
            <a:fillRect/>
          </a:stretch>
        </p:blipFill>
        <p:spPr>
          <a:xfrm>
            <a:off x="412878" y="130629"/>
            <a:ext cx="11320040" cy="6444342"/>
          </a:xfrm>
          <a:prstGeom prst="rect">
            <a:avLst/>
          </a:prstGeom>
        </p:spPr>
      </p:pic>
    </p:spTree>
    <p:extLst>
      <p:ext uri="{BB962C8B-B14F-4D97-AF65-F5344CB8AC3E}">
        <p14:creationId xmlns:p14="http://schemas.microsoft.com/office/powerpoint/2010/main" val="55751048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lum bright="-20000" contrast="40000"/>
          </a:blip>
          <a:stretch>
            <a:fillRect/>
          </a:stretch>
        </p:blipFill>
        <p:spPr>
          <a:xfrm>
            <a:off x="653143" y="232230"/>
            <a:ext cx="10987314" cy="3309256"/>
          </a:xfrm>
          <a:prstGeom prst="rect">
            <a:avLst/>
          </a:prstGeom>
        </p:spPr>
      </p:pic>
      <p:pic>
        <p:nvPicPr>
          <p:cNvPr id="5" name="Picture 4"/>
          <p:cNvPicPr>
            <a:picLocks noChangeAspect="1"/>
          </p:cNvPicPr>
          <p:nvPr/>
        </p:nvPicPr>
        <p:blipFill>
          <a:blip r:embed="rId3">
            <a:lum bright="-20000" contrast="40000"/>
          </a:blip>
          <a:stretch>
            <a:fillRect/>
          </a:stretch>
        </p:blipFill>
        <p:spPr>
          <a:xfrm>
            <a:off x="653143" y="3541485"/>
            <a:ext cx="11062747" cy="2917372"/>
          </a:xfrm>
          <a:prstGeom prst="rect">
            <a:avLst/>
          </a:prstGeom>
        </p:spPr>
      </p:pic>
    </p:spTree>
    <p:extLst>
      <p:ext uri="{BB962C8B-B14F-4D97-AF65-F5344CB8AC3E}">
        <p14:creationId xmlns:p14="http://schemas.microsoft.com/office/powerpoint/2010/main" val="1998291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lum bright="-20000" contrast="40000"/>
          </a:blip>
          <a:stretch>
            <a:fillRect/>
          </a:stretch>
        </p:blipFill>
        <p:spPr>
          <a:xfrm>
            <a:off x="561219" y="233374"/>
            <a:ext cx="11064727" cy="6196455"/>
          </a:xfrm>
          <a:prstGeom prst="rect">
            <a:avLst/>
          </a:prstGeom>
        </p:spPr>
      </p:pic>
    </p:spTree>
    <p:extLst>
      <p:ext uri="{BB962C8B-B14F-4D97-AF65-F5344CB8AC3E}">
        <p14:creationId xmlns:p14="http://schemas.microsoft.com/office/powerpoint/2010/main" val="102255459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810493" y="475234"/>
            <a:ext cx="4443412" cy="5831183"/>
          </a:xfrm>
          <a:prstGeom prst="rect">
            <a:avLst/>
          </a:prstGeom>
        </p:spPr>
      </p:pic>
      <p:sp>
        <p:nvSpPr>
          <p:cNvPr id="2" name="TextBox 1"/>
          <p:cNvSpPr txBox="1"/>
          <p:nvPr/>
        </p:nvSpPr>
        <p:spPr>
          <a:xfrm>
            <a:off x="342900" y="187036"/>
            <a:ext cx="2504209" cy="369332"/>
          </a:xfrm>
          <a:prstGeom prst="rect">
            <a:avLst/>
          </a:prstGeom>
          <a:noFill/>
        </p:spPr>
        <p:txBody>
          <a:bodyPr wrap="square" rtlCol="0">
            <a:spAutoFit/>
          </a:bodyPr>
          <a:lstStyle/>
          <a:p>
            <a:r>
              <a:rPr lang="en-US" dirty="0" smtClean="0"/>
              <a:t>Homework </a:t>
            </a:r>
          </a:p>
        </p:txBody>
      </p:sp>
    </p:spTree>
    <p:extLst>
      <p:ext uri="{BB962C8B-B14F-4D97-AF65-F5344CB8AC3E}">
        <p14:creationId xmlns:p14="http://schemas.microsoft.com/office/powerpoint/2010/main" val="219668918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34693" y="672080"/>
            <a:ext cx="8032501" cy="4564934"/>
          </a:xfrm>
          <a:prstGeom prst="rect">
            <a:avLst/>
          </a:prstGeom>
        </p:spPr>
      </p:pic>
    </p:spTree>
    <p:extLst>
      <p:ext uri="{BB962C8B-B14F-4D97-AF65-F5344CB8AC3E}">
        <p14:creationId xmlns:p14="http://schemas.microsoft.com/office/powerpoint/2010/main" val="95885806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526" y="146627"/>
            <a:ext cx="11641282" cy="6368473"/>
          </a:xfrm>
        </p:spPr>
        <p:txBody>
          <a:bodyPr>
            <a:normAutofit fontScale="92500"/>
          </a:bodyPr>
          <a:lstStyle/>
          <a:p>
            <a:pPr marL="0" indent="0" algn="ctr">
              <a:lnSpc>
                <a:spcPct val="120000"/>
              </a:lnSpc>
              <a:buNone/>
            </a:pPr>
            <a:r>
              <a:rPr lang="en-IN" sz="3900" b="1" dirty="0" smtClean="0"/>
              <a:t>Prims Algorithm</a:t>
            </a:r>
          </a:p>
          <a:p>
            <a:pPr algn="just">
              <a:lnSpc>
                <a:spcPct val="150000"/>
              </a:lnSpc>
              <a:spcBef>
                <a:spcPts val="0"/>
              </a:spcBef>
            </a:pPr>
            <a:r>
              <a:rPr lang="en-IN" sz="2400" dirty="0"/>
              <a:t>Like </a:t>
            </a:r>
            <a:r>
              <a:rPr lang="en-IN" sz="2400" dirty="0" err="1"/>
              <a:t>Kruskal’s</a:t>
            </a:r>
            <a:r>
              <a:rPr lang="en-IN" sz="2400" dirty="0"/>
              <a:t> algorithm, Prim’s algorithm is a special case of the generic </a:t>
            </a:r>
            <a:r>
              <a:rPr lang="en-IN" sz="2400" dirty="0" smtClean="0"/>
              <a:t>minimum- spanning-tree method.</a:t>
            </a:r>
          </a:p>
          <a:p>
            <a:pPr algn="just">
              <a:lnSpc>
                <a:spcPct val="150000"/>
              </a:lnSpc>
              <a:spcBef>
                <a:spcPts val="0"/>
              </a:spcBef>
            </a:pPr>
            <a:r>
              <a:rPr lang="en-IN" sz="2400" dirty="0" smtClean="0"/>
              <a:t>Prim’s </a:t>
            </a:r>
            <a:r>
              <a:rPr lang="en-IN" sz="2400" dirty="0"/>
              <a:t>algorithm operates </a:t>
            </a:r>
            <a:r>
              <a:rPr lang="en-IN" sz="2400" dirty="0" smtClean="0"/>
              <a:t>much like </a:t>
            </a:r>
            <a:r>
              <a:rPr lang="en-IN" sz="2400" dirty="0"/>
              <a:t>Dijkstra’s algorithm for finding shortest paths in a </a:t>
            </a:r>
            <a:r>
              <a:rPr lang="en-IN" sz="2400" dirty="0" smtClean="0"/>
              <a:t>graph. </a:t>
            </a:r>
          </a:p>
          <a:p>
            <a:pPr algn="just">
              <a:lnSpc>
                <a:spcPct val="150000"/>
              </a:lnSpc>
              <a:spcBef>
                <a:spcPts val="0"/>
              </a:spcBef>
            </a:pPr>
            <a:r>
              <a:rPr lang="en-IN" sz="2400" dirty="0" smtClean="0"/>
              <a:t>It has </a:t>
            </a:r>
            <a:r>
              <a:rPr lang="en-IN" sz="2400" dirty="0"/>
              <a:t>the property that the edges in the set A </a:t>
            </a:r>
            <a:r>
              <a:rPr lang="en-IN" sz="2400" dirty="0" smtClean="0"/>
              <a:t>always form </a:t>
            </a:r>
            <a:r>
              <a:rPr lang="en-IN" sz="2400" dirty="0"/>
              <a:t>a single tree. </a:t>
            </a:r>
            <a:endParaRPr lang="en-IN" sz="2400" dirty="0" smtClean="0"/>
          </a:p>
          <a:p>
            <a:pPr algn="just">
              <a:lnSpc>
                <a:spcPct val="150000"/>
              </a:lnSpc>
              <a:spcBef>
                <a:spcPts val="0"/>
              </a:spcBef>
            </a:pPr>
            <a:r>
              <a:rPr lang="en-IN" sz="2400" b="1" dirty="0" smtClean="0"/>
              <a:t>The </a:t>
            </a:r>
            <a:r>
              <a:rPr lang="en-IN" sz="2400" b="1" dirty="0"/>
              <a:t>tree starts from an arbitrary </a:t>
            </a:r>
            <a:r>
              <a:rPr lang="en-IN" sz="2400" b="1" dirty="0" smtClean="0"/>
              <a:t>root vertex </a:t>
            </a:r>
            <a:r>
              <a:rPr lang="en-IN" sz="2400" b="1" dirty="0"/>
              <a:t>r and grows until the tree spans all the vertices in V . </a:t>
            </a:r>
            <a:r>
              <a:rPr lang="en-IN" sz="2400" dirty="0"/>
              <a:t>Each step adds to </a:t>
            </a:r>
            <a:r>
              <a:rPr lang="en-IN" sz="2400" dirty="0" smtClean="0"/>
              <a:t>the tree </a:t>
            </a:r>
            <a:r>
              <a:rPr lang="en-IN" sz="2400" dirty="0"/>
              <a:t>A </a:t>
            </a:r>
            <a:r>
              <a:rPr lang="en-IN" sz="2400" dirty="0" err="1"/>
              <a:t>a</a:t>
            </a:r>
            <a:r>
              <a:rPr lang="en-IN" sz="2400" dirty="0"/>
              <a:t> light edge that connects A to an isolated vertex—one on which no </a:t>
            </a:r>
            <a:r>
              <a:rPr lang="en-IN" sz="2400" dirty="0" smtClean="0"/>
              <a:t>edge of </a:t>
            </a:r>
            <a:r>
              <a:rPr lang="en-IN" sz="2400" dirty="0"/>
              <a:t>A is incident. </a:t>
            </a:r>
            <a:r>
              <a:rPr lang="en-IN" sz="2400" dirty="0" smtClean="0"/>
              <a:t>This </a:t>
            </a:r>
            <a:r>
              <a:rPr lang="en-IN" sz="2400" dirty="0"/>
              <a:t>rule adds only edges that are safe for </a:t>
            </a:r>
            <a:r>
              <a:rPr lang="en-IN" sz="2400" dirty="0" smtClean="0"/>
              <a:t>A; therefore</a:t>
            </a:r>
            <a:r>
              <a:rPr lang="en-IN" sz="2400" dirty="0"/>
              <a:t>, when the algorithm terminates, the edges in A form a minimum </a:t>
            </a:r>
            <a:r>
              <a:rPr lang="en-IN" sz="2400" dirty="0" smtClean="0"/>
              <a:t>spanning tree</a:t>
            </a:r>
            <a:r>
              <a:rPr lang="en-IN" sz="2400" dirty="0"/>
              <a:t>. </a:t>
            </a:r>
            <a:endParaRPr lang="en-IN" sz="2400" dirty="0" smtClean="0"/>
          </a:p>
          <a:p>
            <a:pPr algn="just">
              <a:lnSpc>
                <a:spcPct val="150000"/>
              </a:lnSpc>
              <a:spcBef>
                <a:spcPts val="0"/>
              </a:spcBef>
            </a:pPr>
            <a:r>
              <a:rPr lang="en-IN" sz="2400" dirty="0" smtClean="0"/>
              <a:t>This </a:t>
            </a:r>
            <a:r>
              <a:rPr lang="en-IN" sz="2400" dirty="0"/>
              <a:t>strategy qualifies as greedy since at each step it adds to the tree an </a:t>
            </a:r>
            <a:r>
              <a:rPr lang="en-IN" sz="2400" dirty="0" smtClean="0"/>
              <a:t>edge that </a:t>
            </a:r>
            <a:r>
              <a:rPr lang="en-IN" sz="2400" dirty="0"/>
              <a:t>contributes the minimum amount possible to the tree’s weight.</a:t>
            </a:r>
          </a:p>
        </p:txBody>
      </p:sp>
    </p:spTree>
    <p:extLst>
      <p:ext uri="{BB962C8B-B14F-4D97-AF65-F5344CB8AC3E}">
        <p14:creationId xmlns:p14="http://schemas.microsoft.com/office/powerpoint/2010/main" val="362342315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lum bright="-20000" contrast="40000"/>
          </a:blip>
          <a:stretch>
            <a:fillRect/>
          </a:stretch>
        </p:blipFill>
        <p:spPr>
          <a:xfrm>
            <a:off x="619990" y="280287"/>
            <a:ext cx="6488919" cy="5289240"/>
          </a:xfrm>
          <a:prstGeom prst="rect">
            <a:avLst/>
          </a:prstGeom>
        </p:spPr>
      </p:pic>
    </p:spTree>
    <p:extLst>
      <p:ext uri="{BB962C8B-B14F-4D97-AF65-F5344CB8AC3E}">
        <p14:creationId xmlns:p14="http://schemas.microsoft.com/office/powerpoint/2010/main" val="7092811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6753" y="345685"/>
            <a:ext cx="11312238" cy="5170646"/>
          </a:xfrm>
          <a:prstGeom prst="rect">
            <a:avLst/>
          </a:prstGeom>
        </p:spPr>
        <p:txBody>
          <a:bodyPr wrap="square">
            <a:spAutoFit/>
          </a:bodyPr>
          <a:lstStyle/>
          <a:p>
            <a:pPr algn="ctr">
              <a:lnSpc>
                <a:spcPct val="150000"/>
              </a:lnSpc>
            </a:pPr>
            <a:r>
              <a:rPr lang="en-IN" sz="2800" b="1" dirty="0"/>
              <a:t>Prims </a:t>
            </a:r>
            <a:r>
              <a:rPr lang="en-IN" sz="2800" b="1" dirty="0" smtClean="0"/>
              <a:t>Algorithm</a:t>
            </a:r>
            <a:endParaRPr lang="en-IN" sz="2800" b="1" dirty="0"/>
          </a:p>
          <a:p>
            <a:pPr>
              <a:lnSpc>
                <a:spcPct val="150000"/>
              </a:lnSpc>
            </a:pPr>
            <a:endParaRPr lang="en-US" sz="2400" b="1" dirty="0" smtClean="0"/>
          </a:p>
          <a:p>
            <a:pPr>
              <a:lnSpc>
                <a:spcPct val="150000"/>
              </a:lnSpc>
            </a:pPr>
            <a:r>
              <a:rPr lang="en-US" sz="2400" b="1" dirty="0" smtClean="0"/>
              <a:t>Step </a:t>
            </a:r>
            <a:r>
              <a:rPr lang="en-US" sz="2400" b="1" dirty="0"/>
              <a:t>1:</a:t>
            </a:r>
            <a:r>
              <a:rPr lang="en-US" sz="2400" dirty="0"/>
              <a:t> Determine an arbitrary vertex as the starting vertex of the MST.</a:t>
            </a:r>
            <a:br>
              <a:rPr lang="en-US" sz="2400" dirty="0"/>
            </a:br>
            <a:r>
              <a:rPr lang="en-US" sz="2400" b="1" dirty="0"/>
              <a:t>Step 2:</a:t>
            </a:r>
            <a:r>
              <a:rPr lang="en-US" sz="2400" dirty="0"/>
              <a:t> Follow steps 3 to 5 till there are vertices that are not included in the MST (known as fringe vertex).</a:t>
            </a:r>
            <a:br>
              <a:rPr lang="en-US" sz="2400" dirty="0"/>
            </a:br>
            <a:r>
              <a:rPr lang="en-US" sz="2400" b="1" dirty="0"/>
              <a:t>Step 3:</a:t>
            </a:r>
            <a:r>
              <a:rPr lang="en-US" sz="2400" dirty="0"/>
              <a:t> Find edges connecting any tree vertex with the fringe vertices.</a:t>
            </a:r>
            <a:br>
              <a:rPr lang="en-US" sz="2400" dirty="0"/>
            </a:br>
            <a:r>
              <a:rPr lang="en-US" sz="2400" b="1" dirty="0"/>
              <a:t>Step 4:</a:t>
            </a:r>
            <a:r>
              <a:rPr lang="en-US" sz="2400" dirty="0"/>
              <a:t> Find the minimum among these edges.</a:t>
            </a:r>
            <a:br>
              <a:rPr lang="en-US" sz="2400" dirty="0"/>
            </a:br>
            <a:r>
              <a:rPr lang="en-US" sz="2400" b="1" dirty="0"/>
              <a:t>Step 5:</a:t>
            </a:r>
            <a:r>
              <a:rPr lang="en-US" sz="2400" dirty="0"/>
              <a:t> Add the chosen edge to the MST if it does not form any cycle.</a:t>
            </a:r>
            <a:br>
              <a:rPr lang="en-US" sz="2400" dirty="0"/>
            </a:br>
            <a:r>
              <a:rPr lang="en-US" sz="2400" b="1" dirty="0"/>
              <a:t>Step 6:</a:t>
            </a:r>
            <a:r>
              <a:rPr lang="en-US" sz="2400" dirty="0"/>
              <a:t> Return the MST and exit</a:t>
            </a:r>
          </a:p>
        </p:txBody>
      </p:sp>
    </p:spTree>
    <p:extLst>
      <p:ext uri="{BB962C8B-B14F-4D97-AF65-F5344CB8AC3E}">
        <p14:creationId xmlns:p14="http://schemas.microsoft.com/office/powerpoint/2010/main" val="26137722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Prim’s Algorithm</a:t>
            </a:r>
            <a:r>
              <a:rPr lang="en-US" dirty="0"/>
              <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838200" y="1333948"/>
            <a:ext cx="9435353" cy="4843015"/>
          </a:xfrm>
          <a:prstGeom prst="rect">
            <a:avLst/>
          </a:prstGeom>
        </p:spPr>
      </p:pic>
    </p:spTree>
    <p:extLst>
      <p:ext uri="{BB962C8B-B14F-4D97-AF65-F5344CB8AC3E}">
        <p14:creationId xmlns:p14="http://schemas.microsoft.com/office/powerpoint/2010/main" val="24155606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838200" y="482929"/>
            <a:ext cx="10560492" cy="5694034"/>
          </a:xfrm>
          <a:prstGeom prst="rect">
            <a:avLst/>
          </a:prstGeom>
        </p:spPr>
      </p:pic>
    </p:spTree>
    <p:extLst>
      <p:ext uri="{BB962C8B-B14F-4D97-AF65-F5344CB8AC3E}">
        <p14:creationId xmlns:p14="http://schemas.microsoft.com/office/powerpoint/2010/main" val="318890178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lum bright="-20000" contrast="40000"/>
          </a:blip>
          <a:stretch>
            <a:fillRect/>
          </a:stretch>
        </p:blipFill>
        <p:spPr>
          <a:xfrm>
            <a:off x="636829" y="213628"/>
            <a:ext cx="11018142" cy="6448430"/>
          </a:xfrm>
          <a:prstGeom prst="rect">
            <a:avLst/>
          </a:prstGeom>
        </p:spPr>
      </p:pic>
    </p:spTree>
    <p:extLst>
      <p:ext uri="{BB962C8B-B14F-4D97-AF65-F5344CB8AC3E}">
        <p14:creationId xmlns:p14="http://schemas.microsoft.com/office/powerpoint/2010/main" val="33591425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800102" y="433670"/>
            <a:ext cx="4443412" cy="5831183"/>
          </a:xfrm>
          <a:prstGeom prst="rect">
            <a:avLst/>
          </a:prstGeom>
        </p:spPr>
      </p:pic>
    </p:spTree>
    <p:extLst>
      <p:ext uri="{BB962C8B-B14F-4D97-AF65-F5344CB8AC3E}">
        <p14:creationId xmlns:p14="http://schemas.microsoft.com/office/powerpoint/2010/main" val="227278075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83127"/>
            <a:ext cx="2202873" cy="2890877"/>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261720" y="105840"/>
              <a:ext cx="11682000" cy="6572880"/>
            </p14:xfrm>
          </p:contentPart>
        </mc:Choice>
        <mc:Fallback xmlns="">
          <p:pic>
            <p:nvPicPr>
              <p:cNvPr id="2" name="Ink 1"/>
              <p:cNvPicPr/>
              <p:nvPr/>
            </p:nvPicPr>
            <p:blipFill>
              <a:blip r:embed="rId4"/>
              <a:stretch>
                <a:fillRect/>
              </a:stretch>
            </p:blipFill>
            <p:spPr>
              <a:xfrm>
                <a:off x="252360" y="96480"/>
                <a:ext cx="11700720" cy="6591600"/>
              </a:xfrm>
              <a:prstGeom prst="rect">
                <a:avLst/>
              </a:prstGeom>
            </p:spPr>
          </p:pic>
        </mc:Fallback>
      </mc:AlternateContent>
    </p:spTree>
    <p:extLst>
      <p:ext uri="{BB962C8B-B14F-4D97-AF65-F5344CB8AC3E}">
        <p14:creationId xmlns:p14="http://schemas.microsoft.com/office/powerpoint/2010/main" val="426437813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838201" y="69010"/>
            <a:ext cx="10289874" cy="6668219"/>
          </a:xfrm>
          <a:prstGeom prst="rect">
            <a:avLst/>
          </a:prstGeom>
        </p:spPr>
      </p:pic>
    </p:spTree>
    <p:extLst>
      <p:ext uri="{BB962C8B-B14F-4D97-AF65-F5344CB8AC3E}">
        <p14:creationId xmlns:p14="http://schemas.microsoft.com/office/powerpoint/2010/main" val="10020714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1096" y="404379"/>
            <a:ext cx="6677025" cy="2952750"/>
          </a:xfrm>
          <a:prstGeom prst="rect">
            <a:avLst/>
          </a:prstGeom>
        </p:spPr>
      </p:pic>
      <p:sp>
        <p:nvSpPr>
          <p:cNvPr id="3" name="TextBox 2"/>
          <p:cNvSpPr txBox="1"/>
          <p:nvPr/>
        </p:nvSpPr>
        <p:spPr>
          <a:xfrm>
            <a:off x="332509" y="114300"/>
            <a:ext cx="1454727" cy="369332"/>
          </a:xfrm>
          <a:prstGeom prst="rect">
            <a:avLst/>
          </a:prstGeom>
          <a:noFill/>
        </p:spPr>
        <p:txBody>
          <a:bodyPr wrap="square" rtlCol="0">
            <a:spAutoFit/>
          </a:bodyPr>
          <a:lstStyle/>
          <a:p>
            <a:r>
              <a:rPr lang="en-US" dirty="0" smtClean="0"/>
              <a:t>Homework</a:t>
            </a:r>
            <a:endParaRPr lang="en-IN" dirty="0"/>
          </a:p>
        </p:txBody>
      </p:sp>
    </p:spTree>
    <p:extLst>
      <p:ext uri="{BB962C8B-B14F-4D97-AF65-F5344CB8AC3E}">
        <p14:creationId xmlns:p14="http://schemas.microsoft.com/office/powerpoint/2010/main" val="20979569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082" y="391564"/>
            <a:ext cx="11876809" cy="4893647"/>
          </a:xfrm>
          <a:prstGeom prst="rect">
            <a:avLst/>
          </a:prstGeom>
        </p:spPr>
        <p:txBody>
          <a:bodyPr wrap="square">
            <a:spAutoFit/>
          </a:bodyPr>
          <a:lstStyle/>
          <a:p>
            <a:pPr algn="ctr">
              <a:lnSpc>
                <a:spcPct val="150000"/>
              </a:lnSpc>
            </a:pPr>
            <a:r>
              <a:rPr lang="en-US" sz="2800" b="1" dirty="0"/>
              <a:t>Coin Change Problem </a:t>
            </a:r>
            <a:r>
              <a:rPr lang="en-US" sz="2800" b="1" dirty="0" smtClean="0"/>
              <a:t>using Greedy Algorithm</a:t>
            </a:r>
          </a:p>
          <a:p>
            <a:pPr marL="342900" indent="-342900" algn="just" fontAlgn="base">
              <a:lnSpc>
                <a:spcPct val="150000"/>
              </a:lnSpc>
              <a:buFont typeface="Arial" panose="020B0604020202020204" pitchFamily="34" charset="0"/>
              <a:buChar char="•"/>
            </a:pPr>
            <a:endParaRPr lang="en-US" sz="2000" dirty="0" smtClean="0"/>
          </a:p>
          <a:p>
            <a:pPr marL="342900" indent="-342900" algn="just" fontAlgn="base">
              <a:lnSpc>
                <a:spcPct val="150000"/>
              </a:lnSpc>
              <a:buFont typeface="Arial" panose="020B0604020202020204" pitchFamily="34" charset="0"/>
              <a:buChar char="•"/>
            </a:pPr>
            <a:r>
              <a:rPr lang="en-US" sz="2000" dirty="0" smtClean="0"/>
              <a:t>When </a:t>
            </a:r>
            <a:r>
              <a:rPr lang="en-US" sz="2000" dirty="0"/>
              <a:t>it comes to finding the </a:t>
            </a:r>
            <a:r>
              <a:rPr lang="en-US" sz="2000" b="1" dirty="0"/>
              <a:t>minimum number of coins</a:t>
            </a:r>
            <a:r>
              <a:rPr lang="en-US" sz="2000" dirty="0"/>
              <a:t> to make change for a given amount, the </a:t>
            </a:r>
            <a:r>
              <a:rPr lang="en-US" sz="2000" b="1" dirty="0"/>
              <a:t>Greedy Algorithm</a:t>
            </a:r>
            <a:r>
              <a:rPr lang="en-US" sz="2000" dirty="0"/>
              <a:t> is particularly useful. </a:t>
            </a:r>
            <a:endParaRPr lang="en-US" sz="2000" dirty="0" smtClean="0"/>
          </a:p>
          <a:p>
            <a:pPr marL="342900" indent="-342900" algn="just" fontAlgn="base">
              <a:lnSpc>
                <a:spcPct val="150000"/>
              </a:lnSpc>
              <a:buFont typeface="Arial" panose="020B0604020202020204" pitchFamily="34" charset="0"/>
              <a:buChar char="•"/>
            </a:pPr>
            <a:r>
              <a:rPr lang="en-US" sz="2000" dirty="0" smtClean="0"/>
              <a:t>This </a:t>
            </a:r>
            <a:r>
              <a:rPr lang="en-US" sz="2000" dirty="0"/>
              <a:t>problem is often referred to as the </a:t>
            </a:r>
            <a:r>
              <a:rPr lang="en-US" sz="2000" b="1" dirty="0"/>
              <a:t>“Minimum Coin Change Problem.”</a:t>
            </a:r>
            <a:r>
              <a:rPr lang="en-US" sz="2000" dirty="0"/>
              <a:t> The goal is to determine the fewest number of coins needed to represent a given sum of money.</a:t>
            </a:r>
          </a:p>
          <a:p>
            <a:pPr marL="342900" indent="-342900" algn="just" fontAlgn="base">
              <a:lnSpc>
                <a:spcPct val="150000"/>
              </a:lnSpc>
              <a:buFont typeface="Arial" panose="020B0604020202020204" pitchFamily="34" charset="0"/>
              <a:buChar char="•"/>
            </a:pPr>
            <a:r>
              <a:rPr lang="en-US" sz="2000" dirty="0"/>
              <a:t>How </a:t>
            </a:r>
            <a:r>
              <a:rPr lang="en-US" sz="2000" b="1" dirty="0"/>
              <a:t>Greedy Algorithm works for Minimum Coin Change</a:t>
            </a:r>
            <a:r>
              <a:rPr lang="en-US" sz="2000" dirty="0"/>
              <a:t>?</a:t>
            </a:r>
          </a:p>
          <a:p>
            <a:pPr algn="just" fontAlgn="base">
              <a:lnSpc>
                <a:spcPct val="150000"/>
              </a:lnSpc>
            </a:pPr>
            <a:r>
              <a:rPr lang="en-US" sz="2000" dirty="0" smtClean="0"/>
              <a:t>	The </a:t>
            </a:r>
            <a:r>
              <a:rPr lang="en-US" sz="2000" dirty="0"/>
              <a:t>Greedy Algorithm works by selecting the largest denomination of coin that is less than or equal to the remaining amount, and repeats this process until the amount becomes zero. The idea is to always choose the coin with the highest value at each step, ensuring that the total number of coins used is minimized</a:t>
            </a:r>
            <a:r>
              <a:rPr lang="en-US" sz="2000" dirty="0" smtClean="0"/>
              <a:t>.</a:t>
            </a:r>
            <a:endParaRPr lang="en-US" sz="2000" dirty="0"/>
          </a:p>
        </p:txBody>
      </p:sp>
    </p:spTree>
    <p:extLst>
      <p:ext uri="{BB962C8B-B14F-4D97-AF65-F5344CB8AC3E}">
        <p14:creationId xmlns:p14="http://schemas.microsoft.com/office/powerpoint/2010/main" val="209913741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11047" y="337148"/>
            <a:ext cx="8641711" cy="5779077"/>
          </a:xfrm>
          <a:prstGeom prst="rect">
            <a:avLst/>
          </a:prstGeom>
        </p:spPr>
      </p:pic>
    </p:spTree>
    <p:extLst>
      <p:ext uri="{BB962C8B-B14F-4D97-AF65-F5344CB8AC3E}">
        <p14:creationId xmlns:p14="http://schemas.microsoft.com/office/powerpoint/2010/main" val="40810132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691" y="121400"/>
            <a:ext cx="11876809" cy="5262979"/>
          </a:xfrm>
          <a:prstGeom prst="rect">
            <a:avLst/>
          </a:prstGeom>
        </p:spPr>
        <p:txBody>
          <a:bodyPr wrap="square">
            <a:spAutoFit/>
          </a:bodyPr>
          <a:lstStyle/>
          <a:p>
            <a:pPr algn="ctr">
              <a:lnSpc>
                <a:spcPct val="150000"/>
              </a:lnSpc>
            </a:pPr>
            <a:r>
              <a:rPr lang="en-US" sz="2800" b="1" dirty="0"/>
              <a:t>Coin Change Problem </a:t>
            </a:r>
            <a:r>
              <a:rPr lang="en-US" sz="2800" b="1" dirty="0" smtClean="0"/>
              <a:t>using Greedy Algorithm</a:t>
            </a:r>
          </a:p>
          <a:p>
            <a:pPr marL="342900" indent="-342900" algn="just" fontAlgn="base">
              <a:lnSpc>
                <a:spcPct val="150000"/>
              </a:lnSpc>
              <a:buFont typeface="Arial" panose="020B0604020202020204" pitchFamily="34" charset="0"/>
              <a:buChar char="•"/>
            </a:pPr>
            <a:endParaRPr lang="en-US" sz="2000" dirty="0"/>
          </a:p>
          <a:p>
            <a:pPr>
              <a:lnSpc>
                <a:spcPct val="150000"/>
              </a:lnSpc>
            </a:pPr>
            <a:r>
              <a:rPr lang="en-US" sz="2200" dirty="0" smtClean="0"/>
              <a:t>Follow </a:t>
            </a:r>
            <a:r>
              <a:rPr lang="en-US" sz="2200" dirty="0"/>
              <a:t>the steps below to implement the idea: </a:t>
            </a:r>
            <a:endParaRPr lang="en-US" sz="2200" dirty="0" smtClean="0"/>
          </a:p>
          <a:p>
            <a:pPr marL="342900" indent="-342900">
              <a:lnSpc>
                <a:spcPct val="150000"/>
              </a:lnSpc>
              <a:buFont typeface="+mj-lt"/>
              <a:buAutoNum type="arabicPeriod"/>
            </a:pPr>
            <a:r>
              <a:rPr lang="en-US" sz="2200" dirty="0" smtClean="0"/>
              <a:t>Sort </a:t>
            </a:r>
            <a:r>
              <a:rPr lang="en-US" sz="2200" dirty="0"/>
              <a:t>the array of coins in </a:t>
            </a:r>
            <a:r>
              <a:rPr lang="en-US" sz="2200" b="1" dirty="0"/>
              <a:t>decreasing order</a:t>
            </a:r>
            <a:r>
              <a:rPr lang="en-US" sz="2200" dirty="0"/>
              <a:t>. </a:t>
            </a:r>
            <a:endParaRPr lang="en-US" sz="2200" dirty="0" smtClean="0"/>
          </a:p>
          <a:p>
            <a:pPr marL="342900" indent="-342900">
              <a:lnSpc>
                <a:spcPct val="150000"/>
              </a:lnSpc>
              <a:buFont typeface="+mj-lt"/>
              <a:buAutoNum type="arabicPeriod"/>
            </a:pPr>
            <a:r>
              <a:rPr lang="en-US" sz="2200" dirty="0" smtClean="0"/>
              <a:t>Initialize </a:t>
            </a:r>
            <a:r>
              <a:rPr lang="en-US" sz="2200" b="1" dirty="0" smtClean="0"/>
              <a:t>answer</a:t>
            </a:r>
            <a:r>
              <a:rPr lang="en-US" sz="2200" dirty="0" smtClean="0"/>
              <a:t> </a:t>
            </a:r>
            <a:r>
              <a:rPr lang="en-US" sz="2200" dirty="0"/>
              <a:t>vector as empty. </a:t>
            </a:r>
            <a:endParaRPr lang="en-US" sz="2200" dirty="0" smtClean="0"/>
          </a:p>
          <a:p>
            <a:pPr marL="342900" indent="-342900">
              <a:lnSpc>
                <a:spcPct val="150000"/>
              </a:lnSpc>
              <a:buFont typeface="+mj-lt"/>
              <a:buAutoNum type="arabicPeriod"/>
            </a:pPr>
            <a:r>
              <a:rPr lang="en-US" sz="2200" dirty="0" smtClean="0"/>
              <a:t>Find </a:t>
            </a:r>
            <a:r>
              <a:rPr lang="en-US" sz="2200" dirty="0"/>
              <a:t>the largest denomination that is smaller than </a:t>
            </a:r>
            <a:r>
              <a:rPr lang="en-US" sz="2200" b="1" dirty="0"/>
              <a:t>remaining amount </a:t>
            </a:r>
            <a:endParaRPr lang="en-US" sz="2200" dirty="0"/>
          </a:p>
          <a:p>
            <a:pPr marL="342900" indent="-342900">
              <a:lnSpc>
                <a:spcPct val="150000"/>
              </a:lnSpc>
              <a:buFont typeface="+mj-lt"/>
              <a:buAutoNum type="arabicPeriod"/>
            </a:pPr>
            <a:r>
              <a:rPr lang="en-US" sz="2200" dirty="0" smtClean="0"/>
              <a:t>while </a:t>
            </a:r>
            <a:r>
              <a:rPr lang="en-US" sz="2200" dirty="0"/>
              <a:t>it is smaller than the </a:t>
            </a:r>
            <a:r>
              <a:rPr lang="en-US" sz="2200" b="1" dirty="0"/>
              <a:t>remaining amount</a:t>
            </a:r>
            <a:r>
              <a:rPr lang="en-US" sz="2200" dirty="0"/>
              <a:t>: </a:t>
            </a:r>
            <a:endParaRPr lang="en-US" sz="2200" dirty="0" smtClean="0"/>
          </a:p>
          <a:p>
            <a:pPr marL="1200150" lvl="2" indent="-285750">
              <a:lnSpc>
                <a:spcPct val="150000"/>
              </a:lnSpc>
              <a:buFont typeface="Arial" panose="020B0604020202020204" pitchFamily="34" charset="0"/>
              <a:buChar char="•"/>
            </a:pPr>
            <a:r>
              <a:rPr lang="en-US" sz="2200" dirty="0" smtClean="0"/>
              <a:t>Add </a:t>
            </a:r>
            <a:r>
              <a:rPr lang="en-US" sz="2200" dirty="0"/>
              <a:t>found denomination to </a:t>
            </a:r>
            <a:r>
              <a:rPr lang="en-US" sz="2200" b="1" dirty="0" smtClean="0"/>
              <a:t>answer</a:t>
            </a:r>
            <a:r>
              <a:rPr lang="en-US" sz="2200" dirty="0" smtClean="0"/>
              <a:t>. </a:t>
            </a:r>
          </a:p>
          <a:p>
            <a:pPr marL="1200150" lvl="2" indent="-285750">
              <a:lnSpc>
                <a:spcPct val="150000"/>
              </a:lnSpc>
              <a:buFont typeface="Arial" panose="020B0604020202020204" pitchFamily="34" charset="0"/>
              <a:buChar char="•"/>
            </a:pPr>
            <a:r>
              <a:rPr lang="en-US" sz="2200" dirty="0" smtClean="0"/>
              <a:t>Subtract </a:t>
            </a:r>
            <a:r>
              <a:rPr lang="en-US" sz="2200" dirty="0"/>
              <a:t>value of found denomination from </a:t>
            </a:r>
            <a:r>
              <a:rPr lang="en-US" sz="2200" b="1" dirty="0"/>
              <a:t>amount</a:t>
            </a:r>
            <a:r>
              <a:rPr lang="en-US" sz="2200" dirty="0"/>
              <a:t>. </a:t>
            </a:r>
            <a:endParaRPr lang="en-US" sz="2200" dirty="0" smtClean="0"/>
          </a:p>
          <a:p>
            <a:pPr marL="342900" indent="-342900">
              <a:lnSpc>
                <a:spcPct val="150000"/>
              </a:lnSpc>
              <a:buFont typeface="+mj-lt"/>
              <a:buAutoNum type="arabicPeriod"/>
            </a:pPr>
            <a:r>
              <a:rPr lang="en-US" sz="2200" dirty="0" smtClean="0"/>
              <a:t>If </a:t>
            </a:r>
            <a:r>
              <a:rPr lang="en-US" sz="2200" dirty="0"/>
              <a:t>amount becomes </a:t>
            </a:r>
            <a:r>
              <a:rPr lang="en-US" sz="2200" b="1" dirty="0"/>
              <a:t>0</a:t>
            </a:r>
            <a:r>
              <a:rPr lang="en-US" sz="2200" dirty="0"/>
              <a:t>, then print </a:t>
            </a:r>
            <a:r>
              <a:rPr lang="en-US" sz="2200" b="1" dirty="0" smtClean="0"/>
              <a:t>answer</a:t>
            </a:r>
            <a:r>
              <a:rPr lang="en-US" sz="2200" dirty="0" smtClean="0"/>
              <a:t>. </a:t>
            </a:r>
            <a:endParaRPr lang="en-IN" sz="2200" dirty="0"/>
          </a:p>
        </p:txBody>
      </p:sp>
    </p:spTree>
    <p:extLst>
      <p:ext uri="{BB962C8B-B14F-4D97-AF65-F5344CB8AC3E}">
        <p14:creationId xmlns:p14="http://schemas.microsoft.com/office/powerpoint/2010/main" val="111702717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0767" y="548640"/>
            <a:ext cx="10041119" cy="6192650"/>
          </a:xfrm>
          <a:prstGeom prst="rect">
            <a:avLst/>
          </a:prstGeom>
        </p:spPr>
      </p:pic>
    </p:spTree>
    <p:extLst>
      <p:ext uri="{BB962C8B-B14F-4D97-AF65-F5344CB8AC3E}">
        <p14:creationId xmlns:p14="http://schemas.microsoft.com/office/powerpoint/2010/main" val="12450525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97279" y="872705"/>
            <a:ext cx="9024601" cy="5403822"/>
          </a:xfrm>
          <a:prstGeom prst="rect">
            <a:avLst/>
          </a:prstGeom>
        </p:spPr>
      </p:pic>
    </p:spTree>
    <p:extLst>
      <p:ext uri="{BB962C8B-B14F-4D97-AF65-F5344CB8AC3E}">
        <p14:creationId xmlns:p14="http://schemas.microsoft.com/office/powerpoint/2010/main" val="39308955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919" y="164896"/>
            <a:ext cx="11914910" cy="563231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dirty="0" smtClean="0"/>
              <a:t>Example: </a:t>
            </a:r>
            <a:r>
              <a:rPr lang="en-US" sz="2400" dirty="0" smtClean="0"/>
              <a:t>coin</a:t>
            </a:r>
            <a:r>
              <a:rPr lang="en-US" sz="2400" dirty="0"/>
              <a:t>[] = {25,20,10,5} </a:t>
            </a:r>
            <a:r>
              <a:rPr lang="en-US" sz="2400" dirty="0" smtClean="0"/>
              <a:t>	value </a:t>
            </a:r>
            <a:r>
              <a:rPr lang="en-US" sz="2400" dirty="0"/>
              <a:t>= 50 </a:t>
            </a:r>
            <a:endParaRPr lang="en-US" sz="2400" dirty="0" smtClean="0"/>
          </a:p>
          <a:p>
            <a:pPr>
              <a:lnSpc>
                <a:spcPct val="150000"/>
              </a:lnSpc>
            </a:pPr>
            <a:r>
              <a:rPr lang="en-US" sz="2400" dirty="0" smtClean="0"/>
              <a:t>Take </a:t>
            </a:r>
            <a:r>
              <a:rPr lang="en-US" sz="2400" dirty="0"/>
              <a:t>coin[0] twice. (25+25 = 50). </a:t>
            </a:r>
            <a:endParaRPr lang="en-US" sz="2400" dirty="0" smtClean="0"/>
          </a:p>
          <a:p>
            <a:pPr>
              <a:lnSpc>
                <a:spcPct val="150000"/>
              </a:lnSpc>
            </a:pPr>
            <a:r>
              <a:rPr lang="en-US" sz="2400" dirty="0" smtClean="0"/>
              <a:t>Total </a:t>
            </a:r>
            <a:r>
              <a:rPr lang="en-US" sz="2400" dirty="0"/>
              <a:t>coins = 2 (25+25) </a:t>
            </a:r>
            <a:endParaRPr lang="en-US" sz="2400" dirty="0" smtClean="0"/>
          </a:p>
          <a:p>
            <a:pPr>
              <a:lnSpc>
                <a:spcPct val="150000"/>
              </a:lnSpc>
            </a:pPr>
            <a:endParaRPr lang="en-US" sz="2400" b="1" dirty="0" smtClean="0"/>
          </a:p>
          <a:p>
            <a:pPr marL="342900" indent="-342900">
              <a:lnSpc>
                <a:spcPct val="150000"/>
              </a:lnSpc>
              <a:buFont typeface="Arial" panose="020B0604020202020204" pitchFamily="34" charset="0"/>
              <a:buChar char="•"/>
            </a:pPr>
            <a:r>
              <a:rPr lang="en-US" sz="2400" b="1" dirty="0" smtClean="0"/>
              <a:t>Example: </a:t>
            </a:r>
            <a:r>
              <a:rPr lang="en-US" sz="2400" dirty="0" smtClean="0"/>
              <a:t>coin</a:t>
            </a:r>
            <a:r>
              <a:rPr lang="en-US" sz="2400" dirty="0"/>
              <a:t>[] = {25,20,10,5} </a:t>
            </a:r>
            <a:r>
              <a:rPr lang="en-US" sz="2400" dirty="0" smtClean="0"/>
              <a:t>	value </a:t>
            </a:r>
            <a:r>
              <a:rPr lang="en-US" sz="2400" dirty="0"/>
              <a:t>= 70 </a:t>
            </a:r>
            <a:endParaRPr lang="en-US" sz="2400" dirty="0" smtClean="0"/>
          </a:p>
          <a:p>
            <a:pPr>
              <a:lnSpc>
                <a:spcPct val="150000"/>
              </a:lnSpc>
            </a:pPr>
            <a:r>
              <a:rPr lang="en-US" sz="2400" dirty="0" smtClean="0"/>
              <a:t>Take </a:t>
            </a:r>
            <a:r>
              <a:rPr lang="en-US" sz="2400" dirty="0"/>
              <a:t>coin[0] twice. (25+25 = 50). </a:t>
            </a:r>
            <a:endParaRPr lang="en-US" sz="2400" dirty="0" smtClean="0"/>
          </a:p>
          <a:p>
            <a:pPr>
              <a:lnSpc>
                <a:spcPct val="150000"/>
              </a:lnSpc>
            </a:pPr>
            <a:r>
              <a:rPr lang="en-US" sz="2400" dirty="0" smtClean="0"/>
              <a:t>If </a:t>
            </a:r>
            <a:r>
              <a:rPr lang="en-US" sz="2400" dirty="0"/>
              <a:t>we take coin[0] one more time, the end result will exceed the given value. So, change the next coin. </a:t>
            </a:r>
            <a:endParaRPr lang="en-US" sz="2400" dirty="0" smtClean="0"/>
          </a:p>
          <a:p>
            <a:pPr>
              <a:lnSpc>
                <a:spcPct val="150000"/>
              </a:lnSpc>
            </a:pPr>
            <a:r>
              <a:rPr lang="en-US" sz="2400" dirty="0" smtClean="0"/>
              <a:t>Take </a:t>
            </a:r>
            <a:r>
              <a:rPr lang="en-US" sz="2400" dirty="0"/>
              <a:t>coin[1] once. (50 + 20 = 70). </a:t>
            </a:r>
            <a:endParaRPr lang="en-US" sz="2400" dirty="0" smtClean="0"/>
          </a:p>
          <a:p>
            <a:pPr>
              <a:lnSpc>
                <a:spcPct val="150000"/>
              </a:lnSpc>
            </a:pPr>
            <a:r>
              <a:rPr lang="en-US" sz="2400" dirty="0" smtClean="0"/>
              <a:t>Total </a:t>
            </a:r>
            <a:r>
              <a:rPr lang="en-US" sz="2400" dirty="0"/>
              <a:t>coins needed = 3 (25+25+20)</a:t>
            </a:r>
            <a:endParaRPr lang="en-IN" sz="2400" dirty="0"/>
          </a:p>
        </p:txBody>
      </p:sp>
    </p:spTree>
    <p:extLst>
      <p:ext uri="{BB962C8B-B14F-4D97-AF65-F5344CB8AC3E}">
        <p14:creationId xmlns:p14="http://schemas.microsoft.com/office/powerpoint/2010/main" val="34113005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5191" y="150214"/>
            <a:ext cx="8122227" cy="461665"/>
          </a:xfrm>
          <a:prstGeom prst="rect">
            <a:avLst/>
          </a:prstGeom>
        </p:spPr>
        <p:txBody>
          <a:bodyPr wrap="square">
            <a:spAutoFit/>
          </a:bodyPr>
          <a:lstStyle/>
          <a:p>
            <a:pPr fontAlgn="base"/>
            <a:r>
              <a:rPr lang="en-US" sz="2400" b="1" dirty="0"/>
              <a:t>Minimum coin change problem : solving by greedy method</a:t>
            </a:r>
            <a:endParaRPr lang="en-US" sz="2400" b="1" i="0" dirty="0">
              <a:effectLst/>
            </a:endParaRPr>
          </a:p>
        </p:txBody>
      </p:sp>
      <p:sp>
        <p:nvSpPr>
          <p:cNvPr id="3" name="Rectangle 3"/>
          <p:cNvSpPr>
            <a:spLocks noChangeArrowheads="1"/>
          </p:cNvSpPr>
          <p:nvPr/>
        </p:nvSpPr>
        <p:spPr bwMode="auto">
          <a:xfrm>
            <a:off x="190499" y="611879"/>
            <a:ext cx="12001501" cy="60279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b="0" i="0" u="none" strike="noStrike" cap="none" normalizeH="0" baseline="0" dirty="0" smtClean="0">
                <a:ln>
                  <a:noFill/>
                </a:ln>
                <a:effectLst/>
              </a:rPr>
              <a:t>Let’s apply this algorithm to make change for $63 using coin denominations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b="0" i="0" u="none" strike="noStrike" cap="none" normalizeH="0" baseline="0" dirty="0" smtClean="0">
                <a:ln>
                  <a:noFill/>
                </a:ln>
                <a:effectLst/>
              </a:rPr>
              <a:t>[25, 10, 5, 1].</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1100" b="0" i="0" u="none" strike="noStrike" cap="none" normalizeH="0" baseline="0" dirty="0" smtClean="0">
              <a:ln>
                <a:noFill/>
              </a:ln>
              <a:effectLst/>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b="1" i="0" u="none" strike="noStrike" cap="none" normalizeH="0" baseline="0" dirty="0" smtClean="0">
                <a:ln>
                  <a:noFill/>
                </a:ln>
                <a:effectLst/>
              </a:rPr>
              <a:t>Sort Denominations:</a:t>
            </a:r>
            <a:r>
              <a:rPr kumimoji="0" lang="en-US" b="0" i="0" u="none" strike="noStrike" cap="none" normalizeH="0" baseline="0" dirty="0" smtClean="0">
                <a:ln>
                  <a:noFill/>
                </a:ln>
                <a:effectLst/>
              </a:rPr>
              <a:t> [25, 10, 5, 1]</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b="1" i="0" u="none" strike="noStrike" cap="none" normalizeH="0" baseline="0" dirty="0" smtClean="0">
                <a:ln>
                  <a:noFill/>
                </a:ln>
                <a:effectLst/>
              </a:rPr>
              <a:t>Initialize Variables:</a:t>
            </a:r>
            <a:endParaRPr kumimoji="0" lang="en-US" b="0" i="0" u="none" strike="noStrike" cap="none" normalizeH="0" baseline="0" dirty="0" smtClean="0">
              <a:ln>
                <a:noFill/>
              </a:ln>
              <a:effectLst/>
            </a:endParaRP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1600" b="0" i="0" u="none" strike="noStrike" cap="none" normalizeH="0" baseline="0" dirty="0" err="1" smtClean="0">
                <a:ln>
                  <a:noFill/>
                </a:ln>
                <a:effectLst/>
              </a:rPr>
              <a:t>remaining_amount</a:t>
            </a:r>
            <a:r>
              <a:rPr kumimoji="0" lang="en-US" sz="1600" b="0" i="0" u="none" strike="noStrike" cap="none" normalizeH="0" baseline="0" dirty="0" smtClean="0">
                <a:ln>
                  <a:noFill/>
                </a:ln>
                <a:effectLst/>
              </a:rPr>
              <a:t> = $63</a:t>
            </a:r>
            <a:endParaRPr kumimoji="0" lang="en-US" b="0" i="0" u="none" strike="noStrike" cap="none" normalizeH="0" baseline="0" dirty="0" smtClean="0">
              <a:ln>
                <a:noFill/>
              </a:ln>
              <a:effectLst/>
            </a:endParaRP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1600" b="0" i="0" u="none" strike="noStrike" cap="none" normalizeH="0" baseline="0" dirty="0" err="1" smtClean="0">
                <a:ln>
                  <a:noFill/>
                </a:ln>
                <a:effectLst/>
              </a:rPr>
              <a:t>coin_count</a:t>
            </a:r>
            <a:r>
              <a:rPr kumimoji="0" lang="en-US" sz="1600" b="0" i="0" u="none" strike="noStrike" cap="none" normalizeH="0" baseline="0" dirty="0" smtClean="0">
                <a:ln>
                  <a:noFill/>
                </a:ln>
                <a:effectLst/>
              </a:rPr>
              <a:t> = 0</a:t>
            </a:r>
            <a:endParaRPr kumimoji="0" lang="en-US" b="0" i="0" u="none" strike="noStrike" cap="none" normalizeH="0" baseline="0" dirty="0" smtClean="0">
              <a:ln>
                <a:noFill/>
              </a:ln>
              <a:effectLst/>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b="1" i="0" u="none" strike="noStrike" cap="none" normalizeH="0" baseline="0" dirty="0" smtClean="0">
                <a:ln>
                  <a:noFill/>
                </a:ln>
                <a:effectLst/>
              </a:rPr>
              <a:t>Greedy Coin Selection:</a:t>
            </a:r>
            <a:endParaRPr kumimoji="0" lang="en-US" b="0" i="0" u="none" strike="noStrike" cap="none" normalizeH="0" baseline="0" dirty="0" smtClean="0">
              <a:ln>
                <a:noFill/>
              </a:ln>
              <a:effectLst/>
            </a:endParaRP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1" i="0" u="none" strike="noStrike" cap="none" normalizeH="0" baseline="0" dirty="0" smtClean="0">
                <a:ln>
                  <a:noFill/>
                </a:ln>
                <a:effectLst/>
              </a:rPr>
              <a:t>Iteration 1:</a:t>
            </a:r>
            <a:r>
              <a:rPr kumimoji="0" lang="en-US" b="0" i="0" u="none" strike="noStrike" cap="none" normalizeH="0" baseline="0" dirty="0" smtClean="0">
                <a:ln>
                  <a:noFill/>
                </a:ln>
                <a:effectLst/>
              </a:rPr>
              <a:t> Select 25, subtract from $63 (</a:t>
            </a:r>
            <a:r>
              <a:rPr kumimoji="0" lang="en-US" b="0" i="0" u="none" strike="noStrike" cap="none" normalizeH="0" baseline="0" dirty="0" err="1" smtClean="0">
                <a:ln>
                  <a:noFill/>
                </a:ln>
                <a:effectLst/>
              </a:rPr>
              <a:t>remaining_amount</a:t>
            </a:r>
            <a:r>
              <a:rPr kumimoji="0" lang="en-US" b="0" i="0" u="none" strike="noStrike" cap="none" normalizeH="0" baseline="0" dirty="0" smtClean="0">
                <a:ln>
                  <a:noFill/>
                </a:ln>
                <a:effectLst/>
              </a:rPr>
              <a:t> = $38), and increment </a:t>
            </a:r>
            <a:r>
              <a:rPr kumimoji="0" lang="en-US" b="0" i="0" u="none" strike="noStrike" cap="none" normalizeH="0" baseline="0" dirty="0" err="1" smtClean="0">
                <a:ln>
                  <a:noFill/>
                </a:ln>
                <a:effectLst/>
              </a:rPr>
              <a:t>coin_count</a:t>
            </a:r>
            <a:r>
              <a:rPr kumimoji="0" lang="en-US" b="0" i="0" u="none" strike="noStrike" cap="none" normalizeH="0" baseline="0" dirty="0" smtClean="0">
                <a:ln>
                  <a:noFill/>
                </a:ln>
                <a:effectLst/>
              </a:rPr>
              <a:t> (</a:t>
            </a:r>
            <a:r>
              <a:rPr kumimoji="0" lang="en-US" b="0" i="0" u="none" strike="noStrike" cap="none" normalizeH="0" baseline="0" dirty="0" err="1" smtClean="0">
                <a:ln>
                  <a:noFill/>
                </a:ln>
                <a:effectLst/>
              </a:rPr>
              <a:t>coin_count</a:t>
            </a:r>
            <a:r>
              <a:rPr kumimoji="0" lang="en-US" b="0" i="0" u="none" strike="noStrike" cap="none" normalizeH="0" baseline="0" dirty="0" smtClean="0">
                <a:ln>
                  <a:noFill/>
                </a:ln>
                <a:effectLst/>
              </a:rPr>
              <a:t> = 1).</a:t>
            </a: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1" i="0" u="none" strike="noStrike" cap="none" normalizeH="0" baseline="0" dirty="0" smtClean="0">
                <a:ln>
                  <a:noFill/>
                </a:ln>
                <a:effectLst/>
              </a:rPr>
              <a:t>Iteration 2:</a:t>
            </a:r>
            <a:r>
              <a:rPr kumimoji="0" lang="en-US" b="0" i="0" u="none" strike="noStrike" cap="none" normalizeH="0" baseline="0" dirty="0" smtClean="0">
                <a:ln>
                  <a:noFill/>
                </a:ln>
                <a:effectLst/>
              </a:rPr>
              <a:t> Select 25, subtract from $38 (</a:t>
            </a:r>
            <a:r>
              <a:rPr kumimoji="0" lang="en-US" b="0" i="0" u="none" strike="noStrike" cap="none" normalizeH="0" baseline="0" dirty="0" err="1" smtClean="0">
                <a:ln>
                  <a:noFill/>
                </a:ln>
                <a:effectLst/>
              </a:rPr>
              <a:t>remaining_amount</a:t>
            </a:r>
            <a:r>
              <a:rPr kumimoji="0" lang="en-US" b="0" i="0" u="none" strike="noStrike" cap="none" normalizeH="0" baseline="0" dirty="0" smtClean="0">
                <a:ln>
                  <a:noFill/>
                </a:ln>
                <a:effectLst/>
              </a:rPr>
              <a:t> = $13), and increment </a:t>
            </a:r>
            <a:r>
              <a:rPr kumimoji="0" lang="en-US" b="0" i="0" u="none" strike="noStrike" cap="none" normalizeH="0" baseline="0" dirty="0" err="1" smtClean="0">
                <a:ln>
                  <a:noFill/>
                </a:ln>
                <a:effectLst/>
              </a:rPr>
              <a:t>coin_count</a:t>
            </a:r>
            <a:r>
              <a:rPr kumimoji="0" lang="en-US" b="0" i="0" u="none" strike="noStrike" cap="none" normalizeH="0" baseline="0" dirty="0" smtClean="0">
                <a:ln>
                  <a:noFill/>
                </a:ln>
                <a:effectLst/>
              </a:rPr>
              <a:t> (</a:t>
            </a:r>
            <a:r>
              <a:rPr kumimoji="0" lang="en-US" b="0" i="0" u="none" strike="noStrike" cap="none" normalizeH="0" baseline="0" dirty="0" err="1" smtClean="0">
                <a:ln>
                  <a:noFill/>
                </a:ln>
                <a:effectLst/>
              </a:rPr>
              <a:t>coin_count</a:t>
            </a:r>
            <a:r>
              <a:rPr kumimoji="0" lang="en-US" b="0" i="0" u="none" strike="noStrike" cap="none" normalizeH="0" baseline="0" dirty="0" smtClean="0">
                <a:ln>
                  <a:noFill/>
                </a:ln>
                <a:effectLst/>
              </a:rPr>
              <a:t> = 2).</a:t>
            </a: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1" i="0" u="none" strike="noStrike" cap="none" normalizeH="0" baseline="0" dirty="0" smtClean="0">
                <a:ln>
                  <a:noFill/>
                </a:ln>
                <a:effectLst/>
              </a:rPr>
              <a:t>Iteration 3:</a:t>
            </a:r>
            <a:r>
              <a:rPr kumimoji="0" lang="en-US" b="0" i="0" u="none" strike="noStrike" cap="none" normalizeH="0" baseline="0" dirty="0" smtClean="0">
                <a:ln>
                  <a:noFill/>
                </a:ln>
                <a:effectLst/>
              </a:rPr>
              <a:t> Select 10, subtract from $13 (</a:t>
            </a:r>
            <a:r>
              <a:rPr kumimoji="0" lang="en-US" b="0" i="0" u="none" strike="noStrike" cap="none" normalizeH="0" baseline="0" dirty="0" err="1" smtClean="0">
                <a:ln>
                  <a:noFill/>
                </a:ln>
                <a:effectLst/>
              </a:rPr>
              <a:t>remaining_amount</a:t>
            </a:r>
            <a:r>
              <a:rPr kumimoji="0" lang="en-US" b="0" i="0" u="none" strike="noStrike" cap="none" normalizeH="0" baseline="0" dirty="0" smtClean="0">
                <a:ln>
                  <a:noFill/>
                </a:ln>
                <a:effectLst/>
              </a:rPr>
              <a:t> = $3), and increment </a:t>
            </a:r>
            <a:r>
              <a:rPr kumimoji="0" lang="en-US" b="0" i="0" u="none" strike="noStrike" cap="none" normalizeH="0" baseline="0" dirty="0" err="1" smtClean="0">
                <a:ln>
                  <a:noFill/>
                </a:ln>
                <a:effectLst/>
              </a:rPr>
              <a:t>coin_count</a:t>
            </a:r>
            <a:r>
              <a:rPr kumimoji="0" lang="en-US" b="0" i="0" u="none" strike="noStrike" cap="none" normalizeH="0" baseline="0" dirty="0" smtClean="0">
                <a:ln>
                  <a:noFill/>
                </a:ln>
                <a:effectLst/>
              </a:rPr>
              <a:t> (</a:t>
            </a:r>
            <a:r>
              <a:rPr kumimoji="0" lang="en-US" b="0" i="0" u="none" strike="noStrike" cap="none" normalizeH="0" baseline="0" dirty="0" err="1" smtClean="0">
                <a:ln>
                  <a:noFill/>
                </a:ln>
                <a:effectLst/>
              </a:rPr>
              <a:t>coin_count</a:t>
            </a:r>
            <a:r>
              <a:rPr kumimoji="0" lang="en-US" b="0" i="0" u="none" strike="noStrike" cap="none" normalizeH="0" baseline="0" dirty="0" smtClean="0">
                <a:ln>
                  <a:noFill/>
                </a:ln>
                <a:effectLst/>
              </a:rPr>
              <a:t> = 3).</a:t>
            </a: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1" i="0" u="none" strike="noStrike" cap="none" normalizeH="0" baseline="0" dirty="0" smtClean="0">
                <a:ln>
                  <a:noFill/>
                </a:ln>
                <a:effectLst/>
              </a:rPr>
              <a:t>Iteration 4:</a:t>
            </a:r>
            <a:r>
              <a:rPr kumimoji="0" lang="en-US" b="0" i="0" u="none" strike="noStrike" cap="none" normalizeH="0" baseline="0" dirty="0" smtClean="0">
                <a:ln>
                  <a:noFill/>
                </a:ln>
                <a:effectLst/>
              </a:rPr>
              <a:t> Select 1, subtract from $3 (</a:t>
            </a:r>
            <a:r>
              <a:rPr kumimoji="0" lang="en-US" b="0" i="0" u="none" strike="noStrike" cap="none" normalizeH="0" baseline="0" dirty="0" err="1" smtClean="0">
                <a:ln>
                  <a:noFill/>
                </a:ln>
                <a:effectLst/>
              </a:rPr>
              <a:t>remaining_amount</a:t>
            </a:r>
            <a:r>
              <a:rPr kumimoji="0" lang="en-US" b="0" i="0" u="none" strike="noStrike" cap="none" normalizeH="0" baseline="0" dirty="0" smtClean="0">
                <a:ln>
                  <a:noFill/>
                </a:ln>
                <a:effectLst/>
              </a:rPr>
              <a:t> = $2), and increment </a:t>
            </a:r>
            <a:r>
              <a:rPr kumimoji="0" lang="en-US" b="0" i="0" u="none" strike="noStrike" cap="none" normalizeH="0" baseline="0" dirty="0" err="1" smtClean="0">
                <a:ln>
                  <a:noFill/>
                </a:ln>
                <a:effectLst/>
              </a:rPr>
              <a:t>coin_count</a:t>
            </a:r>
            <a:r>
              <a:rPr kumimoji="0" lang="en-US" b="0" i="0" u="none" strike="noStrike" cap="none" normalizeH="0" baseline="0" dirty="0" smtClean="0">
                <a:ln>
                  <a:noFill/>
                </a:ln>
                <a:effectLst/>
              </a:rPr>
              <a:t> (</a:t>
            </a:r>
            <a:r>
              <a:rPr kumimoji="0" lang="en-US" b="0" i="0" u="none" strike="noStrike" cap="none" normalizeH="0" baseline="0" dirty="0" err="1" smtClean="0">
                <a:ln>
                  <a:noFill/>
                </a:ln>
                <a:effectLst/>
              </a:rPr>
              <a:t>coin_count</a:t>
            </a:r>
            <a:r>
              <a:rPr kumimoji="0" lang="en-US" b="0" i="0" u="none" strike="noStrike" cap="none" normalizeH="0" baseline="0" dirty="0" smtClean="0">
                <a:ln>
                  <a:noFill/>
                </a:ln>
                <a:effectLst/>
              </a:rPr>
              <a:t> = 4).</a:t>
            </a: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1" i="0" u="none" strike="noStrike" cap="none" normalizeH="0" baseline="0" dirty="0" smtClean="0">
                <a:ln>
                  <a:noFill/>
                </a:ln>
                <a:effectLst/>
              </a:rPr>
              <a:t>Iteration 5:</a:t>
            </a:r>
            <a:r>
              <a:rPr kumimoji="0" lang="en-US" b="0" i="0" u="none" strike="noStrike" cap="none" normalizeH="0" baseline="0" dirty="0" smtClean="0">
                <a:ln>
                  <a:noFill/>
                </a:ln>
                <a:effectLst/>
              </a:rPr>
              <a:t> Select 1, subtract from $2 (</a:t>
            </a:r>
            <a:r>
              <a:rPr kumimoji="0" lang="en-US" b="0" i="0" u="none" strike="noStrike" cap="none" normalizeH="0" baseline="0" dirty="0" err="1" smtClean="0">
                <a:ln>
                  <a:noFill/>
                </a:ln>
                <a:effectLst/>
              </a:rPr>
              <a:t>remaining_amount</a:t>
            </a:r>
            <a:r>
              <a:rPr kumimoji="0" lang="en-US" b="0" i="0" u="none" strike="noStrike" cap="none" normalizeH="0" baseline="0" dirty="0" smtClean="0">
                <a:ln>
                  <a:noFill/>
                </a:ln>
                <a:effectLst/>
              </a:rPr>
              <a:t> = $1), and increment </a:t>
            </a:r>
            <a:r>
              <a:rPr kumimoji="0" lang="en-US" b="0" i="0" u="none" strike="noStrike" cap="none" normalizeH="0" baseline="0" dirty="0" err="1" smtClean="0">
                <a:ln>
                  <a:noFill/>
                </a:ln>
                <a:effectLst/>
              </a:rPr>
              <a:t>coin_count</a:t>
            </a:r>
            <a:r>
              <a:rPr kumimoji="0" lang="en-US" b="0" i="0" u="none" strike="noStrike" cap="none" normalizeH="0" baseline="0" dirty="0" smtClean="0">
                <a:ln>
                  <a:noFill/>
                </a:ln>
                <a:effectLst/>
              </a:rPr>
              <a:t> (</a:t>
            </a:r>
            <a:r>
              <a:rPr kumimoji="0" lang="en-US" b="0" i="0" u="none" strike="noStrike" cap="none" normalizeH="0" baseline="0" dirty="0" err="1" smtClean="0">
                <a:ln>
                  <a:noFill/>
                </a:ln>
                <a:effectLst/>
              </a:rPr>
              <a:t>coin_count</a:t>
            </a:r>
            <a:r>
              <a:rPr kumimoji="0" lang="en-US" b="0" i="0" u="none" strike="noStrike" cap="none" normalizeH="0" baseline="0" dirty="0" smtClean="0">
                <a:ln>
                  <a:noFill/>
                </a:ln>
                <a:effectLst/>
              </a:rPr>
              <a:t> = 5).</a:t>
            </a:r>
          </a:p>
          <a:p>
            <a:pPr marL="742950" marR="0" lvl="1"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b="1" i="0" u="none" strike="noStrike" cap="none" normalizeH="0" baseline="0" dirty="0" smtClean="0">
                <a:ln>
                  <a:noFill/>
                </a:ln>
                <a:effectLst/>
              </a:rPr>
              <a:t>Iteration 6:</a:t>
            </a:r>
            <a:r>
              <a:rPr kumimoji="0" lang="en-US" b="0" i="0" u="none" strike="noStrike" cap="none" normalizeH="0" baseline="0" dirty="0" smtClean="0">
                <a:ln>
                  <a:noFill/>
                </a:ln>
                <a:effectLst/>
              </a:rPr>
              <a:t> Select 1, subtract from $1 (</a:t>
            </a:r>
            <a:r>
              <a:rPr kumimoji="0" lang="en-US" b="0" i="0" u="none" strike="noStrike" cap="none" normalizeH="0" baseline="0" dirty="0" err="1" smtClean="0">
                <a:ln>
                  <a:noFill/>
                </a:ln>
                <a:effectLst/>
              </a:rPr>
              <a:t>remaining_amount</a:t>
            </a:r>
            <a:r>
              <a:rPr kumimoji="0" lang="en-US" b="0" i="0" u="none" strike="noStrike" cap="none" normalizeH="0" baseline="0" dirty="0" smtClean="0">
                <a:ln>
                  <a:noFill/>
                </a:ln>
                <a:effectLst/>
              </a:rPr>
              <a:t> = $0), and increment </a:t>
            </a:r>
            <a:r>
              <a:rPr kumimoji="0" lang="en-US" b="0" i="0" u="none" strike="noStrike" cap="none" normalizeH="0" baseline="0" dirty="0" err="1" smtClean="0">
                <a:ln>
                  <a:noFill/>
                </a:ln>
                <a:effectLst/>
              </a:rPr>
              <a:t>coin_count</a:t>
            </a:r>
            <a:r>
              <a:rPr kumimoji="0" lang="en-US" b="0" i="0" u="none" strike="noStrike" cap="none" normalizeH="0" baseline="0" dirty="0" smtClean="0">
                <a:ln>
                  <a:noFill/>
                </a:ln>
                <a:effectLst/>
              </a:rPr>
              <a:t> (</a:t>
            </a:r>
            <a:r>
              <a:rPr kumimoji="0" lang="en-US" b="0" i="0" u="none" strike="noStrike" cap="none" normalizeH="0" baseline="0" dirty="0" err="1" smtClean="0">
                <a:ln>
                  <a:noFill/>
                </a:ln>
                <a:effectLst/>
              </a:rPr>
              <a:t>coin_count</a:t>
            </a:r>
            <a:r>
              <a:rPr kumimoji="0" lang="en-US" b="0" i="0" u="none" strike="noStrike" cap="none" normalizeH="0" baseline="0" dirty="0" smtClean="0">
                <a:ln>
                  <a:noFill/>
                </a:ln>
                <a:effectLst/>
              </a:rPr>
              <a:t> = 6).</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b="1" i="0" u="none" strike="noStrike" cap="none" normalizeH="0" baseline="0" dirty="0" smtClean="0">
                <a:ln>
                  <a:noFill/>
                </a:ln>
                <a:effectLst/>
              </a:rPr>
              <a:t>Result:</a:t>
            </a:r>
            <a:r>
              <a:rPr kumimoji="0" lang="en-US" b="0" i="0" u="none" strike="noStrike" cap="none" normalizeH="0" baseline="0" dirty="0" smtClean="0">
                <a:ln>
                  <a:noFill/>
                </a:ln>
                <a:effectLst/>
              </a:rPr>
              <a:t> The minimum number of coins needed is 6.</a:t>
            </a:r>
          </a:p>
        </p:txBody>
      </p:sp>
    </p:spTree>
    <p:extLst>
      <p:ext uri="{BB962C8B-B14F-4D97-AF65-F5344CB8AC3E}">
        <p14:creationId xmlns:p14="http://schemas.microsoft.com/office/powerpoint/2010/main" val="3857305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0742" y="903643"/>
            <a:ext cx="12071258" cy="3708642"/>
          </a:xfrm>
          <a:prstGeom prst="rect">
            <a:avLst/>
          </a:prstGeom>
        </p:spPr>
      </p:pic>
      <p:sp>
        <p:nvSpPr>
          <p:cNvPr id="3" name="Rectangle 2"/>
          <p:cNvSpPr/>
          <p:nvPr/>
        </p:nvSpPr>
        <p:spPr>
          <a:xfrm>
            <a:off x="2086984" y="285981"/>
            <a:ext cx="6204666" cy="461665"/>
          </a:xfrm>
          <a:prstGeom prst="rect">
            <a:avLst/>
          </a:prstGeom>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Single-source shortest path (</a:t>
            </a:r>
            <a:r>
              <a:rPr lang="en-US" sz="2400" dirty="0" err="1">
                <a:solidFill>
                  <a:srgbClr val="FF0000"/>
                </a:solidFill>
                <a:latin typeface="Times New Roman" panose="02020603050405020304" pitchFamily="18" charset="0"/>
                <a:cs typeface="Times New Roman" panose="02020603050405020304" pitchFamily="18" charset="0"/>
              </a:rPr>
              <a:t>Dijkstra’s</a:t>
            </a:r>
            <a:r>
              <a:rPr lang="en-US" sz="24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498812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57362" y="1057275"/>
            <a:ext cx="8677275" cy="4743450"/>
          </a:xfrm>
          <a:prstGeom prst="rect">
            <a:avLst/>
          </a:prstGeom>
        </p:spPr>
      </p:pic>
    </p:spTree>
    <p:extLst>
      <p:ext uri="{BB962C8B-B14F-4D97-AF65-F5344CB8AC3E}">
        <p14:creationId xmlns:p14="http://schemas.microsoft.com/office/powerpoint/2010/main" val="27984572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08039" y="451821"/>
            <a:ext cx="9298024" cy="5809130"/>
          </a:xfrm>
          <a:prstGeom prst="rect">
            <a:avLst/>
          </a:prstGeom>
        </p:spPr>
      </p:pic>
    </p:spTree>
    <p:extLst>
      <p:ext uri="{BB962C8B-B14F-4D97-AF65-F5344CB8AC3E}">
        <p14:creationId xmlns:p14="http://schemas.microsoft.com/office/powerpoint/2010/main" val="39938404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057"/>
          <a:stretch/>
        </p:blipFill>
        <p:spPr>
          <a:xfrm>
            <a:off x="1549101" y="548640"/>
            <a:ext cx="8604549" cy="5390197"/>
          </a:xfrm>
          <a:prstGeom prst="rect">
            <a:avLst/>
          </a:prstGeom>
        </p:spPr>
      </p:pic>
    </p:spTree>
    <p:extLst>
      <p:ext uri="{BB962C8B-B14F-4D97-AF65-F5344CB8AC3E}">
        <p14:creationId xmlns:p14="http://schemas.microsoft.com/office/powerpoint/2010/main" val="37208882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5013"/>
          <a:stretch/>
        </p:blipFill>
        <p:spPr>
          <a:xfrm>
            <a:off x="5443369" y="119455"/>
            <a:ext cx="6125191" cy="2828925"/>
          </a:xfrm>
          <a:prstGeom prst="rect">
            <a:avLst/>
          </a:prstGeom>
        </p:spPr>
      </p:pic>
      <p:pic>
        <p:nvPicPr>
          <p:cNvPr id="3" name="Picture 2"/>
          <p:cNvPicPr>
            <a:picLocks noChangeAspect="1"/>
          </p:cNvPicPr>
          <p:nvPr/>
        </p:nvPicPr>
        <p:blipFill>
          <a:blip r:embed="rId3"/>
          <a:stretch>
            <a:fillRect/>
          </a:stretch>
        </p:blipFill>
        <p:spPr>
          <a:xfrm>
            <a:off x="212420" y="119455"/>
            <a:ext cx="5058098" cy="3204658"/>
          </a:xfrm>
          <a:prstGeom prst="rect">
            <a:avLst/>
          </a:prstGeom>
        </p:spPr>
      </p:pic>
      <p:pic>
        <p:nvPicPr>
          <p:cNvPr id="4" name="Picture 3"/>
          <p:cNvPicPr>
            <a:picLocks noChangeAspect="1"/>
          </p:cNvPicPr>
          <p:nvPr/>
        </p:nvPicPr>
        <p:blipFill>
          <a:blip r:embed="rId4"/>
          <a:stretch>
            <a:fillRect/>
          </a:stretch>
        </p:blipFill>
        <p:spPr>
          <a:xfrm>
            <a:off x="298525" y="3550023"/>
            <a:ext cx="5334000" cy="3227686"/>
          </a:xfrm>
          <a:prstGeom prst="rect">
            <a:avLst/>
          </a:prstGeom>
        </p:spPr>
      </p:pic>
      <p:pic>
        <p:nvPicPr>
          <p:cNvPr id="5" name="Picture 4"/>
          <p:cNvPicPr>
            <a:picLocks noChangeAspect="1"/>
          </p:cNvPicPr>
          <p:nvPr/>
        </p:nvPicPr>
        <p:blipFill>
          <a:blip r:embed="rId5"/>
          <a:stretch>
            <a:fillRect/>
          </a:stretch>
        </p:blipFill>
        <p:spPr>
          <a:xfrm>
            <a:off x="6219964" y="3550023"/>
            <a:ext cx="4572000" cy="2905125"/>
          </a:xfrm>
          <a:prstGeom prst="rect">
            <a:avLst/>
          </a:prstGeom>
        </p:spPr>
      </p:pic>
    </p:spTree>
    <p:extLst>
      <p:ext uri="{BB962C8B-B14F-4D97-AF65-F5344CB8AC3E}">
        <p14:creationId xmlns:p14="http://schemas.microsoft.com/office/powerpoint/2010/main" val="37818955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490575" y="372333"/>
            <a:ext cx="6277188" cy="6243620"/>
          </a:xfrm>
          <a:prstGeom prst="rect">
            <a:avLst/>
          </a:prstGeom>
        </p:spPr>
      </p:pic>
    </p:spTree>
    <p:extLst>
      <p:ext uri="{BB962C8B-B14F-4D97-AF65-F5344CB8AC3E}">
        <p14:creationId xmlns:p14="http://schemas.microsoft.com/office/powerpoint/2010/main" val="1432606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385</TotalTime>
  <Words>802</Words>
  <Application>Microsoft Office PowerPoint</Application>
  <PresentationFormat>Widescreen</PresentationFormat>
  <Paragraphs>182</Paragraphs>
  <Slides>56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Calibri Light</vt:lpstr>
      <vt:lpstr>Times New Roman</vt:lpstr>
      <vt:lpstr>Office Theme</vt:lpstr>
      <vt:lpstr>UNIT –II Greedy Method</vt:lpstr>
      <vt:lpstr>What is Greedy Method?</vt:lpstr>
      <vt:lpstr>Key Characteristics of Greedy Method</vt:lpstr>
      <vt:lpstr>Visual Understanding</vt:lpstr>
      <vt:lpstr>Applications of Greedy Algorithm</vt:lpstr>
      <vt:lpstr>Problem solving using- fractional knapsack problem,</vt:lpstr>
      <vt:lpstr>Algorithm fractional knapsack</vt:lpstr>
      <vt:lpstr>PowerPoint Presentation</vt:lpstr>
      <vt:lpstr>PowerPoint Presentation</vt:lpstr>
      <vt:lpstr>PowerPoint Presentation</vt:lpstr>
      <vt:lpstr>fractional knapsack problem,</vt:lpstr>
      <vt:lpstr>PowerPoint Presentation</vt:lpstr>
      <vt:lpstr>PowerPoint Presentation</vt:lpstr>
      <vt:lpstr>Activity Selection Problem – Example</vt:lpstr>
      <vt:lpstr>Job Sequencing with Deadline</vt:lpstr>
      <vt:lpstr>Steps for Job Sequencing with Deadline</vt:lpstr>
      <vt:lpstr>Job Sequencing with Deadline Example </vt:lpstr>
      <vt:lpstr>Example </vt:lpstr>
      <vt:lpstr>What is a Graph?</vt:lpstr>
      <vt:lpstr>Types of Graphs</vt:lpstr>
      <vt:lpstr>Minimum Spanning Tree (MST) </vt:lpstr>
      <vt:lpstr>PowerPoint Presentation</vt:lpstr>
      <vt:lpstr>PowerPoint Presentation</vt:lpstr>
      <vt:lpstr>Kruskal’s algorithm </vt:lpstr>
      <vt:lpstr>Kruskal’s algorithm</vt:lpstr>
      <vt:lpstr>Kruskal’s algorithm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Prim’s Algorithm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RCPIT</cp:lastModifiedBy>
  <cp:revision>59</cp:revision>
  <dcterms:created xsi:type="dcterms:W3CDTF">2026-02-23T08:53:29Z</dcterms:created>
  <dcterms:modified xsi:type="dcterms:W3CDTF">2026-03-17T04:37:01Z</dcterms:modified>
</cp:coreProperties>
</file>